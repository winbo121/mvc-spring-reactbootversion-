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079" r:id="rId3"/>
    <p:sldId id="1884" r:id="rId4"/>
    <p:sldId id="257" r:id="rId5"/>
    <p:sldId id="2037" r:id="rId6"/>
    <p:sldId id="2034" r:id="rId7"/>
    <p:sldId id="2042" r:id="rId8"/>
    <p:sldId id="2044" r:id="rId9"/>
    <p:sldId id="2046" r:id="rId10"/>
    <p:sldId id="2077" r:id="rId11"/>
    <p:sldId id="2039" r:id="rId12"/>
    <p:sldId id="265" r:id="rId13"/>
    <p:sldId id="2053" r:id="rId14"/>
    <p:sldId id="2061" r:id="rId15"/>
    <p:sldId id="2054" r:id="rId16"/>
    <p:sldId id="2055" r:id="rId17"/>
    <p:sldId id="2049" r:id="rId18"/>
    <p:sldId id="2052" r:id="rId19"/>
    <p:sldId id="2078" r:id="rId20"/>
    <p:sldId id="2040" r:id="rId21"/>
    <p:sldId id="264" r:id="rId22"/>
    <p:sldId id="2062" r:id="rId23"/>
    <p:sldId id="2041" r:id="rId24"/>
    <p:sldId id="261" r:id="rId25"/>
    <p:sldId id="2063" r:id="rId26"/>
    <p:sldId id="2064" r:id="rId27"/>
    <p:sldId id="2065" r:id="rId28"/>
    <p:sldId id="2066" r:id="rId29"/>
    <p:sldId id="2068" r:id="rId30"/>
    <p:sldId id="2070" r:id="rId31"/>
    <p:sldId id="2069" r:id="rId32"/>
    <p:sldId id="2072" r:id="rId33"/>
    <p:sldId id="2073" r:id="rId34"/>
    <p:sldId id="2074" r:id="rId35"/>
    <p:sldId id="2075" r:id="rId36"/>
    <p:sldId id="2071" r:id="rId37"/>
  </p:sldIdLst>
  <p:sldSz cx="12192000" cy="6858000"/>
  <p:notesSz cx="6858000" cy="9144000"/>
  <p:defaultTextStyle>
    <a:defPPr>
      <a:defRPr lang="ko-KR"/>
    </a:defPPr>
    <a:lvl1pPr marL="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4228AAF-FB30-4CC4-8F39-4295BB7D4D67}">
          <p14:sldIdLst>
            <p14:sldId id="256"/>
            <p14:sldId id="2079"/>
            <p14:sldId id="1884"/>
            <p14:sldId id="257"/>
          </p14:sldIdLst>
        </p14:section>
        <p14:section name="1. 리액트 환경설정" id="{4CBEF0F6-08B4-43C4-AC52-6BE485B6E32C}">
          <p14:sldIdLst>
            <p14:sldId id="2037"/>
            <p14:sldId id="2034"/>
            <p14:sldId id="2042"/>
            <p14:sldId id="2044"/>
            <p14:sldId id="2046"/>
            <p14:sldId id="2077"/>
          </p14:sldIdLst>
        </p14:section>
        <p14:section name="1-2 VSCode 설치" id="{845B201A-9A4E-4FB8-891C-346A79C460A2}">
          <p14:sldIdLst>
            <p14:sldId id="2039"/>
            <p14:sldId id="265"/>
            <p14:sldId id="2053"/>
            <p14:sldId id="2061"/>
            <p14:sldId id="2054"/>
            <p14:sldId id="2055"/>
            <p14:sldId id="2049"/>
          </p14:sldIdLst>
        </p14:section>
        <p14:section name="2-tailwindcss 설정" id="{8F89861F-AB32-4F3A-B808-3ED6CCA6DB04}">
          <p14:sldIdLst>
            <p14:sldId id="2052"/>
            <p14:sldId id="2078"/>
          </p14:sldIdLst>
        </p14:section>
        <p14:section name="2-1. Maria DB설정" id="{240EDB07-9542-4B75-A276-FA9C48F50317}">
          <p14:sldIdLst>
            <p14:sldId id="2040"/>
            <p14:sldId id="264"/>
            <p14:sldId id="2062"/>
          </p14:sldIdLst>
        </p14:section>
        <p14:section name="3. 스프링 부트 설정" id="{46FA462C-0E28-47DB-BF29-60642BE8EE14}">
          <p14:sldIdLst>
            <p14:sldId id="2041"/>
            <p14:sldId id="261"/>
            <p14:sldId id="2063"/>
            <p14:sldId id="2064"/>
            <p14:sldId id="2065"/>
            <p14:sldId id="2066"/>
            <p14:sldId id="2068"/>
            <p14:sldId id="2070"/>
            <p14:sldId id="2069"/>
            <p14:sldId id="2072"/>
            <p14:sldId id="2073"/>
            <p14:sldId id="2074"/>
            <p14:sldId id="2075"/>
            <p14:sldId id="20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77" userDrawn="1">
          <p15:clr>
            <a:srgbClr val="A4A3A4"/>
          </p15:clr>
        </p15:guide>
        <p15:guide id="4" pos="5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1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324" y="132"/>
      </p:cViewPr>
      <p:guideLst>
        <p:guide orient="horz" pos="2160"/>
        <p:guide pos="3840"/>
        <p:guide orient="horz" pos="777"/>
        <p:guide pos="52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ter Kang" userId="d5c269cbe9dbe8bc" providerId="LiveId" clId="{0C50F0BD-81D6-4F32-8EA4-BA4E5F7CE597}"/>
    <pc:docChg chg="undo custSel delSld modSld modSection">
      <pc:chgData name="Wallter Kang" userId="d5c269cbe9dbe8bc" providerId="LiveId" clId="{0C50F0BD-81D6-4F32-8EA4-BA4E5F7CE597}" dt="2025-03-01T03:48:16.509" v="402" actId="2696"/>
      <pc:docMkLst>
        <pc:docMk/>
      </pc:docMkLst>
      <pc:sldChg chg="modSp mod">
        <pc:chgData name="Wallter Kang" userId="d5c269cbe9dbe8bc" providerId="LiveId" clId="{0C50F0BD-81D6-4F32-8EA4-BA4E5F7CE597}" dt="2025-03-01T03:08:33.746" v="29" actId="20577"/>
        <pc:sldMkLst>
          <pc:docMk/>
          <pc:sldMk cId="685398426" sldId="2046"/>
        </pc:sldMkLst>
        <pc:spChg chg="mod">
          <ac:chgData name="Wallter Kang" userId="d5c269cbe9dbe8bc" providerId="LiveId" clId="{0C50F0BD-81D6-4F32-8EA4-BA4E5F7CE597}" dt="2025-03-01T03:08:33.746" v="29" actId="20577"/>
          <ac:spMkLst>
            <pc:docMk/>
            <pc:sldMk cId="685398426" sldId="2046"/>
            <ac:spMk id="6" creationId="{00000000-0000-0000-0000-000000000000}"/>
          </ac:spMkLst>
        </pc:spChg>
      </pc:sldChg>
      <pc:sldChg chg="addSp modSp mod">
        <pc:chgData name="Wallter Kang" userId="d5c269cbe9dbe8bc" providerId="LiveId" clId="{0C50F0BD-81D6-4F32-8EA4-BA4E5F7CE597}" dt="2025-03-01T03:18:31.672" v="147" actId="1076"/>
        <pc:sldMkLst>
          <pc:docMk/>
          <pc:sldMk cId="3776707620" sldId="2049"/>
        </pc:sldMkLst>
        <pc:spChg chg="add mod">
          <ac:chgData name="Wallter Kang" userId="d5c269cbe9dbe8bc" providerId="LiveId" clId="{0C50F0BD-81D6-4F32-8EA4-BA4E5F7CE597}" dt="2025-03-01T03:18:28.869" v="146" actId="27636"/>
          <ac:spMkLst>
            <pc:docMk/>
            <pc:sldMk cId="3776707620" sldId="2049"/>
            <ac:spMk id="8" creationId="{B4187A33-623E-EADF-A053-D073462B7199}"/>
          </ac:spMkLst>
        </pc:spChg>
        <pc:picChg chg="mod">
          <ac:chgData name="Wallter Kang" userId="d5c269cbe9dbe8bc" providerId="LiveId" clId="{0C50F0BD-81D6-4F32-8EA4-BA4E5F7CE597}" dt="2025-03-01T03:18:31.672" v="147" actId="1076"/>
          <ac:picMkLst>
            <pc:docMk/>
            <pc:sldMk cId="3776707620" sldId="2049"/>
            <ac:picMk id="7" creationId="{30A2629D-D725-F0B3-9396-798C329D7CD5}"/>
          </ac:picMkLst>
        </pc:picChg>
      </pc:sldChg>
      <pc:sldChg chg="addSp delSp modSp mod">
        <pc:chgData name="Wallter Kang" userId="d5c269cbe9dbe8bc" providerId="LiveId" clId="{0C50F0BD-81D6-4F32-8EA4-BA4E5F7CE597}" dt="2025-03-01T03:24:01.348" v="337" actId="13926"/>
        <pc:sldMkLst>
          <pc:docMk/>
          <pc:sldMk cId="296497815" sldId="2052"/>
        </pc:sldMkLst>
        <pc:spChg chg="add mod">
          <ac:chgData name="Wallter Kang" userId="d5c269cbe9dbe8bc" providerId="LiveId" clId="{0C50F0BD-81D6-4F32-8EA4-BA4E5F7CE597}" dt="2025-03-01T03:21:45.826" v="322" actId="1076"/>
          <ac:spMkLst>
            <pc:docMk/>
            <pc:sldMk cId="296497815" sldId="2052"/>
            <ac:spMk id="6" creationId="{0D6CE2D1-87C8-BFD5-F85B-8B7E43216017}"/>
          </ac:spMkLst>
        </pc:spChg>
        <pc:spChg chg="add mod">
          <ac:chgData name="Wallter Kang" userId="d5c269cbe9dbe8bc" providerId="LiveId" clId="{0C50F0BD-81D6-4F32-8EA4-BA4E5F7CE597}" dt="2025-03-01T03:24:01.348" v="337" actId="13926"/>
          <ac:spMkLst>
            <pc:docMk/>
            <pc:sldMk cId="296497815" sldId="2052"/>
            <ac:spMk id="15" creationId="{7BE67B2E-8E39-E008-65CE-11C5C2AFC987}"/>
          </ac:spMkLst>
        </pc:spChg>
        <pc:picChg chg="add mod">
          <ac:chgData name="Wallter Kang" userId="d5c269cbe9dbe8bc" providerId="LiveId" clId="{0C50F0BD-81D6-4F32-8EA4-BA4E5F7CE597}" dt="2025-03-01T03:21:48.757" v="323" actId="1076"/>
          <ac:picMkLst>
            <pc:docMk/>
            <pc:sldMk cId="296497815" sldId="2052"/>
            <ac:picMk id="9" creationId="{6E8F5032-386E-B438-BEC0-7F609CBB363B}"/>
          </ac:picMkLst>
        </pc:picChg>
        <pc:picChg chg="add mod">
          <ac:chgData name="Wallter Kang" userId="d5c269cbe9dbe8bc" providerId="LiveId" clId="{0C50F0BD-81D6-4F32-8EA4-BA4E5F7CE597}" dt="2025-03-01T03:23:26.774" v="328" actId="1076"/>
          <ac:picMkLst>
            <pc:docMk/>
            <pc:sldMk cId="296497815" sldId="2052"/>
            <ac:picMk id="13" creationId="{F95D2E40-E2E8-A084-FC25-33E402BD4984}"/>
          </ac:picMkLst>
        </pc:picChg>
      </pc:sldChg>
      <pc:sldChg chg="delSp modSp mod">
        <pc:chgData name="Wallter Kang" userId="d5c269cbe9dbe8bc" providerId="LiveId" clId="{0C50F0BD-81D6-4F32-8EA4-BA4E5F7CE597}" dt="2025-03-01T03:09:18.613" v="44" actId="478"/>
        <pc:sldMkLst>
          <pc:docMk/>
          <pc:sldMk cId="2814059201" sldId="2054"/>
        </pc:sldMkLst>
        <pc:spChg chg="mod">
          <ac:chgData name="Wallter Kang" userId="d5c269cbe9dbe8bc" providerId="LiveId" clId="{0C50F0BD-81D6-4F32-8EA4-BA4E5F7CE597}" dt="2025-03-01T03:09:13.125" v="41"/>
          <ac:spMkLst>
            <pc:docMk/>
            <pc:sldMk cId="2814059201" sldId="2054"/>
            <ac:spMk id="6" creationId="{00000000-0000-0000-0000-000000000000}"/>
          </ac:spMkLst>
        </pc:spChg>
      </pc:sldChg>
      <pc:sldChg chg="del">
        <pc:chgData name="Wallter Kang" userId="d5c269cbe9dbe8bc" providerId="LiveId" clId="{0C50F0BD-81D6-4F32-8EA4-BA4E5F7CE597}" dt="2025-03-01T03:29:50.999" v="356" actId="47"/>
        <pc:sldMkLst>
          <pc:docMk/>
          <pc:sldMk cId="2849892257" sldId="2057"/>
        </pc:sldMkLst>
      </pc:sldChg>
      <pc:sldChg chg="del">
        <pc:chgData name="Wallter Kang" userId="d5c269cbe9dbe8bc" providerId="LiveId" clId="{0C50F0BD-81D6-4F32-8EA4-BA4E5F7CE597}" dt="2025-03-01T03:29:50.999" v="356" actId="47"/>
        <pc:sldMkLst>
          <pc:docMk/>
          <pc:sldMk cId="248995301" sldId="2058"/>
        </pc:sldMkLst>
      </pc:sldChg>
      <pc:sldChg chg="del">
        <pc:chgData name="Wallter Kang" userId="d5c269cbe9dbe8bc" providerId="LiveId" clId="{0C50F0BD-81D6-4F32-8EA4-BA4E5F7CE597}" dt="2025-03-01T03:29:59.980" v="357" actId="47"/>
        <pc:sldMkLst>
          <pc:docMk/>
          <pc:sldMk cId="2547848500" sldId="2059"/>
        </pc:sldMkLst>
      </pc:sldChg>
      <pc:sldChg chg="modSp mod">
        <pc:chgData name="Wallter Kang" userId="d5c269cbe9dbe8bc" providerId="LiveId" clId="{0C50F0BD-81D6-4F32-8EA4-BA4E5F7CE597}" dt="2025-03-01T03:08:59.864" v="32" actId="20577"/>
        <pc:sldMkLst>
          <pc:docMk/>
          <pc:sldMk cId="3687141313" sldId="2061"/>
        </pc:sldMkLst>
        <pc:spChg chg="mod">
          <ac:chgData name="Wallter Kang" userId="d5c269cbe9dbe8bc" providerId="LiveId" clId="{0C50F0BD-81D6-4F32-8EA4-BA4E5F7CE597}" dt="2025-03-01T03:08:59.864" v="32" actId="20577"/>
          <ac:spMkLst>
            <pc:docMk/>
            <pc:sldMk cId="3687141313" sldId="2061"/>
            <ac:spMk id="6" creationId="{00000000-0000-0000-0000-000000000000}"/>
          </ac:spMkLst>
        </pc:spChg>
      </pc:sldChg>
      <pc:sldChg chg="addSp delSp modSp mod">
        <pc:chgData name="Wallter Kang" userId="d5c269cbe9dbe8bc" providerId="LiveId" clId="{0C50F0BD-81D6-4F32-8EA4-BA4E5F7CE597}" dt="2025-03-01T03:36:59.274" v="388" actId="1076"/>
        <pc:sldMkLst>
          <pc:docMk/>
          <pc:sldMk cId="1719330487" sldId="2068"/>
        </pc:sldMkLst>
        <pc:spChg chg="mod">
          <ac:chgData name="Wallter Kang" userId="d5c269cbe9dbe8bc" providerId="LiveId" clId="{0C50F0BD-81D6-4F32-8EA4-BA4E5F7CE597}" dt="2025-03-01T03:36:10.020" v="381" actId="20577"/>
          <ac:spMkLst>
            <pc:docMk/>
            <pc:sldMk cId="1719330487" sldId="2068"/>
            <ac:spMk id="6" creationId="{00000000-0000-0000-0000-000000000000}"/>
          </ac:spMkLst>
        </pc:spChg>
        <pc:spChg chg="mod ord">
          <ac:chgData name="Wallter Kang" userId="d5c269cbe9dbe8bc" providerId="LiveId" clId="{0C50F0BD-81D6-4F32-8EA4-BA4E5F7CE597}" dt="2025-03-01T03:35:10.764" v="374" actId="1076"/>
          <ac:spMkLst>
            <pc:docMk/>
            <pc:sldMk cId="1719330487" sldId="2068"/>
            <ac:spMk id="16" creationId="{96602AD5-D46A-1788-C9BB-F30E61DB65FF}"/>
          </ac:spMkLst>
        </pc:spChg>
        <pc:picChg chg="add mod">
          <ac:chgData name="Wallter Kang" userId="d5c269cbe9dbe8bc" providerId="LiveId" clId="{0C50F0BD-81D6-4F32-8EA4-BA4E5F7CE597}" dt="2025-03-01T03:35:00.730" v="371" actId="1076"/>
          <ac:picMkLst>
            <pc:docMk/>
            <pc:sldMk cId="1719330487" sldId="2068"/>
            <ac:picMk id="11" creationId="{2569791B-503D-7474-8F7F-914AED8575AB}"/>
          </ac:picMkLst>
        </pc:picChg>
        <pc:picChg chg="add mod">
          <ac:chgData name="Wallter Kang" userId="d5c269cbe9dbe8bc" providerId="LiveId" clId="{0C50F0BD-81D6-4F32-8EA4-BA4E5F7CE597}" dt="2025-03-01T03:35:41.234" v="379" actId="1076"/>
          <ac:picMkLst>
            <pc:docMk/>
            <pc:sldMk cId="1719330487" sldId="2068"/>
            <ac:picMk id="23" creationId="{EBA8D801-D5F6-7D8A-AB10-4FB16DCCA62E}"/>
          </ac:picMkLst>
        </pc:picChg>
        <pc:picChg chg="add mod ord">
          <ac:chgData name="Wallter Kang" userId="d5c269cbe9dbe8bc" providerId="LiveId" clId="{0C50F0BD-81D6-4F32-8EA4-BA4E5F7CE597}" dt="2025-03-01T03:36:59.274" v="388" actId="1076"/>
          <ac:picMkLst>
            <pc:docMk/>
            <pc:sldMk cId="1719330487" sldId="2068"/>
            <ac:picMk id="25" creationId="{F8BBB378-966F-FDDF-3756-EB038721BD4A}"/>
          </ac:picMkLst>
        </pc:picChg>
      </pc:sldChg>
      <pc:sldChg chg="modSp mod">
        <pc:chgData name="Wallter Kang" userId="d5c269cbe9dbe8bc" providerId="LiveId" clId="{0C50F0BD-81D6-4F32-8EA4-BA4E5F7CE597}" dt="2025-03-01T03:39:39.710" v="398"/>
        <pc:sldMkLst>
          <pc:docMk/>
          <pc:sldMk cId="3881660929" sldId="2069"/>
        </pc:sldMkLst>
        <pc:spChg chg="mod">
          <ac:chgData name="Wallter Kang" userId="d5c269cbe9dbe8bc" providerId="LiveId" clId="{0C50F0BD-81D6-4F32-8EA4-BA4E5F7CE597}" dt="2025-03-01T03:39:39.710" v="398"/>
          <ac:spMkLst>
            <pc:docMk/>
            <pc:sldMk cId="3881660929" sldId="2069"/>
            <ac:spMk id="7" creationId="{383D5D66-0AC7-FE83-71C4-36C0D5780600}"/>
          </ac:spMkLst>
        </pc:spChg>
      </pc:sldChg>
      <pc:sldChg chg="addSp delSp modSp mod">
        <pc:chgData name="Wallter Kang" userId="d5c269cbe9dbe8bc" providerId="LiveId" clId="{0C50F0BD-81D6-4F32-8EA4-BA4E5F7CE597}" dt="2025-03-01T03:38:41.153" v="397" actId="478"/>
        <pc:sldMkLst>
          <pc:docMk/>
          <pc:sldMk cId="3195316089" sldId="2070"/>
        </pc:sldMkLst>
        <pc:spChg chg="mod">
          <ac:chgData name="Wallter Kang" userId="d5c269cbe9dbe8bc" providerId="LiveId" clId="{0C50F0BD-81D6-4F32-8EA4-BA4E5F7CE597}" dt="2025-03-01T03:38:29.819" v="394" actId="1076"/>
          <ac:spMkLst>
            <pc:docMk/>
            <pc:sldMk cId="3195316089" sldId="2070"/>
            <ac:spMk id="6" creationId="{00000000-0000-0000-0000-000000000000}"/>
          </ac:spMkLst>
        </pc:spChg>
        <pc:picChg chg="add mod">
          <ac:chgData name="Wallter Kang" userId="d5c269cbe9dbe8bc" providerId="LiveId" clId="{0C50F0BD-81D6-4F32-8EA4-BA4E5F7CE597}" dt="2025-03-01T03:38:32.059" v="395" actId="1076"/>
          <ac:picMkLst>
            <pc:docMk/>
            <pc:sldMk cId="3195316089" sldId="2070"/>
            <ac:picMk id="7" creationId="{88BB96E1-E0AB-3721-6DDE-7C785E3D33F0}"/>
          </ac:picMkLst>
        </pc:picChg>
      </pc:sldChg>
      <pc:sldChg chg="modSp mod">
        <pc:chgData name="Wallter Kang" userId="d5c269cbe9dbe8bc" providerId="LiveId" clId="{0C50F0BD-81D6-4F32-8EA4-BA4E5F7CE597}" dt="2025-03-01T03:46:24.335" v="399"/>
        <pc:sldMkLst>
          <pc:docMk/>
          <pc:sldMk cId="146043774" sldId="2074"/>
        </pc:sldMkLst>
        <pc:spChg chg="mod">
          <ac:chgData name="Wallter Kang" userId="d5c269cbe9dbe8bc" providerId="LiveId" clId="{0C50F0BD-81D6-4F32-8EA4-BA4E5F7CE597}" dt="2025-03-01T03:46:24.335" v="399"/>
          <ac:spMkLst>
            <pc:docMk/>
            <pc:sldMk cId="146043774" sldId="2074"/>
            <ac:spMk id="9" creationId="{F6A86090-CAF1-B2F8-14CA-51827D309381}"/>
          </ac:spMkLst>
        </pc:spChg>
      </pc:sldChg>
      <pc:sldChg chg="addSp delSp del mod">
        <pc:chgData name="Wallter Kang" userId="d5c269cbe9dbe8bc" providerId="LiveId" clId="{0C50F0BD-81D6-4F32-8EA4-BA4E5F7CE597}" dt="2025-03-01T03:48:16.509" v="402" actId="2696"/>
        <pc:sldMkLst>
          <pc:docMk/>
          <pc:sldMk cId="2836311550" sldId="2076"/>
        </pc:sldMkLst>
      </pc:sldChg>
      <pc:sldChg chg="addSp delSp modSp mod">
        <pc:chgData name="Wallter Kang" userId="d5c269cbe9dbe8bc" providerId="LiveId" clId="{0C50F0BD-81D6-4F32-8EA4-BA4E5F7CE597}" dt="2025-03-01T03:17:25.488" v="54" actId="1076"/>
        <pc:sldMkLst>
          <pc:docMk/>
          <pc:sldMk cId="2579456289" sldId="2077"/>
        </pc:sldMkLst>
        <pc:picChg chg="add mod">
          <ac:chgData name="Wallter Kang" userId="d5c269cbe9dbe8bc" providerId="LiveId" clId="{0C50F0BD-81D6-4F32-8EA4-BA4E5F7CE597}" dt="2025-03-01T03:17:25.488" v="54" actId="1076"/>
          <ac:picMkLst>
            <pc:docMk/>
            <pc:sldMk cId="2579456289" sldId="2077"/>
            <ac:picMk id="5" creationId="{B85F22D2-1B5D-072F-3143-46A70846A433}"/>
          </ac:picMkLst>
        </pc:picChg>
        <pc:picChg chg="mod">
          <ac:chgData name="Wallter Kang" userId="d5c269cbe9dbe8bc" providerId="LiveId" clId="{0C50F0BD-81D6-4F32-8EA4-BA4E5F7CE597}" dt="2025-03-01T03:15:52.267" v="49" actId="1076"/>
          <ac:picMkLst>
            <pc:docMk/>
            <pc:sldMk cId="2579456289" sldId="2077"/>
            <ac:picMk id="6" creationId="{8258878A-DC3E-C316-CBC3-1EA814DDB324}"/>
          </ac:picMkLst>
        </pc:picChg>
      </pc:sldChg>
      <pc:sldChg chg="addSp delSp modSp mod">
        <pc:chgData name="Wallter Kang" userId="d5c269cbe9dbe8bc" providerId="LiveId" clId="{0C50F0BD-81D6-4F32-8EA4-BA4E5F7CE597}" dt="2025-03-01T03:30:31.098" v="361" actId="13822"/>
        <pc:sldMkLst>
          <pc:docMk/>
          <pc:sldMk cId="515143923" sldId="2078"/>
        </pc:sldMkLst>
        <pc:spChg chg="add mod">
          <ac:chgData name="Wallter Kang" userId="d5c269cbe9dbe8bc" providerId="LiveId" clId="{0C50F0BD-81D6-4F32-8EA4-BA4E5F7CE597}" dt="2025-03-01T03:25:27.068" v="346" actId="13822"/>
          <ac:spMkLst>
            <pc:docMk/>
            <pc:sldMk cId="515143923" sldId="2078"/>
            <ac:spMk id="9" creationId="{E76D1B9E-D252-8D55-97E4-ADE5815B0747}"/>
          </ac:spMkLst>
        </pc:spChg>
        <pc:spChg chg="mod">
          <ac:chgData name="Wallter Kang" userId="d5c269cbe9dbe8bc" providerId="LiveId" clId="{0C50F0BD-81D6-4F32-8EA4-BA4E5F7CE597}" dt="2025-03-01T03:24:39.091" v="341" actId="20577"/>
          <ac:spMkLst>
            <pc:docMk/>
            <pc:sldMk cId="515143923" sldId="2078"/>
            <ac:spMk id="10" creationId="{A3608D61-888C-9379-14DF-A5348AA7249B}"/>
          </ac:spMkLst>
        </pc:spChg>
        <pc:spChg chg="add mod">
          <ac:chgData name="Wallter Kang" userId="d5c269cbe9dbe8bc" providerId="LiveId" clId="{0C50F0BD-81D6-4F32-8EA4-BA4E5F7CE597}" dt="2025-03-01T03:30:07.053" v="358" actId="1076"/>
          <ac:spMkLst>
            <pc:docMk/>
            <pc:sldMk cId="515143923" sldId="2078"/>
            <ac:spMk id="17" creationId="{F9F71CCE-4626-97C7-A6B3-295A5BBBC026}"/>
          </ac:spMkLst>
        </pc:spChg>
        <pc:picChg chg="add mod">
          <ac:chgData name="Wallter Kang" userId="d5c269cbe9dbe8bc" providerId="LiveId" clId="{0C50F0BD-81D6-4F32-8EA4-BA4E5F7CE597}" dt="2025-03-01T03:25:07.485" v="343" actId="1076"/>
          <ac:picMkLst>
            <pc:docMk/>
            <pc:sldMk cId="515143923" sldId="2078"/>
            <ac:picMk id="3" creationId="{53D1EE88-8B27-CEDB-B12B-925FCEACC95E}"/>
          </ac:picMkLst>
        </pc:picChg>
        <pc:picChg chg="add mod">
          <ac:chgData name="Wallter Kang" userId="d5c269cbe9dbe8bc" providerId="LiveId" clId="{0C50F0BD-81D6-4F32-8EA4-BA4E5F7CE597}" dt="2025-03-01T03:26:08.438" v="348" actId="1076"/>
          <ac:picMkLst>
            <pc:docMk/>
            <pc:sldMk cId="515143923" sldId="2078"/>
            <ac:picMk id="15" creationId="{DD2226B1-3533-1235-1D05-C7C6C7387740}"/>
          </ac:picMkLst>
        </pc:picChg>
        <pc:picChg chg="add mod">
          <ac:chgData name="Wallter Kang" userId="d5c269cbe9dbe8bc" providerId="LiveId" clId="{0C50F0BD-81D6-4F32-8EA4-BA4E5F7CE597}" dt="2025-03-01T03:30:31.098" v="361" actId="13822"/>
          <ac:picMkLst>
            <pc:docMk/>
            <pc:sldMk cId="515143923" sldId="2078"/>
            <ac:picMk id="19" creationId="{4B656A30-1843-AACD-DF39-B5362FB1A6FF}"/>
          </ac:picMkLst>
        </pc:picChg>
      </pc:sldChg>
    </pc:docChg>
  </pc:docChgLst>
  <pc:docChgLst>
    <pc:chgData name="Wallter Kang" userId="d5c269cbe9dbe8bc" providerId="LiveId" clId="{498AFC1A-9204-4177-AFA7-910C61D64972}"/>
    <pc:docChg chg="undo custSel addSld delSld modSld addSection modSection">
      <pc:chgData name="Wallter Kang" userId="d5c269cbe9dbe8bc" providerId="LiveId" clId="{498AFC1A-9204-4177-AFA7-910C61D64972}" dt="2025-04-28T01:35:22.040" v="385" actId="20577"/>
      <pc:docMkLst>
        <pc:docMk/>
      </pc:docMkLst>
      <pc:sldChg chg="modSp mod">
        <pc:chgData name="Wallter Kang" userId="d5c269cbe9dbe8bc" providerId="LiveId" clId="{498AFC1A-9204-4177-AFA7-910C61D64972}" dt="2025-04-27T23:09:20.344" v="145" actId="14100"/>
        <pc:sldMkLst>
          <pc:docMk/>
          <pc:sldMk cId="1323197540" sldId="256"/>
        </pc:sldMkLst>
        <pc:spChg chg="mod">
          <ac:chgData name="Wallter Kang" userId="d5c269cbe9dbe8bc" providerId="LiveId" clId="{498AFC1A-9204-4177-AFA7-910C61D64972}" dt="2025-04-27T23:09:20.344" v="145" actId="14100"/>
          <ac:spMkLst>
            <pc:docMk/>
            <pc:sldMk cId="1323197540" sldId="256"/>
            <ac:spMk id="2" creationId="{0106F13F-4FCF-6B74-743C-9484DAF3890F}"/>
          </ac:spMkLst>
        </pc:spChg>
      </pc:sldChg>
      <pc:sldChg chg="modSp mod">
        <pc:chgData name="Wallter Kang" userId="d5c269cbe9dbe8bc" providerId="LiveId" clId="{498AFC1A-9204-4177-AFA7-910C61D64972}" dt="2025-04-28T01:35:22.040" v="385" actId="20577"/>
        <pc:sldMkLst>
          <pc:docMk/>
          <pc:sldMk cId="894056745" sldId="261"/>
        </pc:sldMkLst>
        <pc:spChg chg="mod">
          <ac:chgData name="Wallter Kang" userId="d5c269cbe9dbe8bc" providerId="LiveId" clId="{498AFC1A-9204-4177-AFA7-910C61D64972}" dt="2025-04-28T01:35:22.040" v="385" actId="20577"/>
          <ac:spMkLst>
            <pc:docMk/>
            <pc:sldMk cId="894056745" sldId="261"/>
            <ac:spMk id="6" creationId="{00000000-0000-0000-0000-000000000000}"/>
          </ac:spMkLst>
        </pc:spChg>
      </pc:sldChg>
      <pc:sldChg chg="modSp mod">
        <pc:chgData name="Wallter Kang" userId="d5c269cbe9dbe8bc" providerId="LiveId" clId="{498AFC1A-9204-4177-AFA7-910C61D64972}" dt="2025-04-27T23:35:20.889" v="335" actId="20577"/>
        <pc:sldMkLst>
          <pc:docMk/>
          <pc:sldMk cId="3583469158" sldId="2042"/>
        </pc:sldMkLst>
        <pc:spChg chg="mod">
          <ac:chgData name="Wallter Kang" userId="d5c269cbe9dbe8bc" providerId="LiveId" clId="{498AFC1A-9204-4177-AFA7-910C61D64972}" dt="2025-04-27T23:35:20.889" v="335" actId="20577"/>
          <ac:spMkLst>
            <pc:docMk/>
            <pc:sldMk cId="3583469158" sldId="2042"/>
            <ac:spMk id="6" creationId="{00000000-0000-0000-0000-000000000000}"/>
          </ac:spMkLst>
        </pc:spChg>
      </pc:sldChg>
      <pc:sldChg chg="del">
        <pc:chgData name="Wallter Kang" userId="d5c269cbe9dbe8bc" providerId="LiveId" clId="{498AFC1A-9204-4177-AFA7-910C61D64972}" dt="2025-04-17T05:29:11.336" v="0" actId="2696"/>
        <pc:sldMkLst>
          <pc:docMk/>
          <pc:sldMk cId="2821402271" sldId="2043"/>
        </pc:sldMkLst>
      </pc:sldChg>
      <pc:sldChg chg="modSp mod">
        <pc:chgData name="Wallter Kang" userId="d5c269cbe9dbe8bc" providerId="LiveId" clId="{498AFC1A-9204-4177-AFA7-910C61D64972}" dt="2025-04-27T23:42:55.640" v="368" actId="20577"/>
        <pc:sldMkLst>
          <pc:docMk/>
          <pc:sldMk cId="3743205658" sldId="2044"/>
        </pc:sldMkLst>
        <pc:spChg chg="mod">
          <ac:chgData name="Wallter Kang" userId="d5c269cbe9dbe8bc" providerId="LiveId" clId="{498AFC1A-9204-4177-AFA7-910C61D64972}" dt="2025-04-27T23:42:55.640" v="368" actId="20577"/>
          <ac:spMkLst>
            <pc:docMk/>
            <pc:sldMk cId="3743205658" sldId="2044"/>
            <ac:spMk id="6" creationId="{00000000-0000-0000-0000-000000000000}"/>
          </ac:spMkLst>
        </pc:spChg>
      </pc:sldChg>
      <pc:sldChg chg="modSp mod">
        <pc:chgData name="Wallter Kang" userId="d5c269cbe9dbe8bc" providerId="LiveId" clId="{498AFC1A-9204-4177-AFA7-910C61D64972}" dt="2025-04-26T10:37:00.531" v="132" actId="13926"/>
        <pc:sldMkLst>
          <pc:docMk/>
          <pc:sldMk cId="685398426" sldId="2046"/>
        </pc:sldMkLst>
        <pc:spChg chg="mod">
          <ac:chgData name="Wallter Kang" userId="d5c269cbe9dbe8bc" providerId="LiveId" clId="{498AFC1A-9204-4177-AFA7-910C61D64972}" dt="2025-04-26T10:37:00.531" v="132" actId="13926"/>
          <ac:spMkLst>
            <pc:docMk/>
            <pc:sldMk cId="685398426" sldId="2046"/>
            <ac:spMk id="6" creationId="{00000000-0000-0000-0000-000000000000}"/>
          </ac:spMkLst>
        </pc:spChg>
      </pc:sldChg>
      <pc:sldChg chg="modSp mod">
        <pc:chgData name="Wallter Kang" userId="d5c269cbe9dbe8bc" providerId="LiveId" clId="{498AFC1A-9204-4177-AFA7-910C61D64972}" dt="2025-04-17T05:37:33.955" v="80" actId="1076"/>
        <pc:sldMkLst>
          <pc:docMk/>
          <pc:sldMk cId="296497815" sldId="2052"/>
        </pc:sldMkLst>
        <pc:spChg chg="mod">
          <ac:chgData name="Wallter Kang" userId="d5c269cbe9dbe8bc" providerId="LiveId" clId="{498AFC1A-9204-4177-AFA7-910C61D64972}" dt="2025-04-17T05:37:25.007" v="79"/>
          <ac:spMkLst>
            <pc:docMk/>
            <pc:sldMk cId="296497815" sldId="2052"/>
            <ac:spMk id="6" creationId="{0D6CE2D1-87C8-BFD5-F85B-8B7E43216017}"/>
          </ac:spMkLst>
        </pc:spChg>
        <pc:picChg chg="mod">
          <ac:chgData name="Wallter Kang" userId="d5c269cbe9dbe8bc" providerId="LiveId" clId="{498AFC1A-9204-4177-AFA7-910C61D64972}" dt="2025-04-17T05:37:33.955" v="80" actId="1076"/>
          <ac:picMkLst>
            <pc:docMk/>
            <pc:sldMk cId="296497815" sldId="2052"/>
            <ac:picMk id="9" creationId="{6E8F5032-386E-B438-BEC0-7F609CBB363B}"/>
          </ac:picMkLst>
        </pc:picChg>
      </pc:sldChg>
      <pc:sldChg chg="modSp mod">
        <pc:chgData name="Wallter Kang" userId="d5c269cbe9dbe8bc" providerId="LiveId" clId="{498AFC1A-9204-4177-AFA7-910C61D64972}" dt="2025-04-17T05:29:48.357" v="74" actId="20577"/>
        <pc:sldMkLst>
          <pc:docMk/>
          <pc:sldMk cId="2814059201" sldId="2054"/>
        </pc:sldMkLst>
        <pc:spChg chg="mod">
          <ac:chgData name="Wallter Kang" userId="d5c269cbe9dbe8bc" providerId="LiveId" clId="{498AFC1A-9204-4177-AFA7-910C61D64972}" dt="2025-04-17T05:29:48.357" v="74" actId="20577"/>
          <ac:spMkLst>
            <pc:docMk/>
            <pc:sldMk cId="2814059201" sldId="2054"/>
            <ac:spMk id="6" creationId="{00000000-0000-0000-0000-000000000000}"/>
          </ac:spMkLst>
        </pc:spChg>
      </pc:sldChg>
      <pc:sldChg chg="modSp new mod">
        <pc:chgData name="Wallter Kang" userId="d5c269cbe9dbe8bc" providerId="LiveId" clId="{498AFC1A-9204-4177-AFA7-910C61D64972}" dt="2025-04-27T23:25:49.511" v="318" actId="20577"/>
        <pc:sldMkLst>
          <pc:docMk/>
          <pc:sldMk cId="3937447340" sldId="2079"/>
        </pc:sldMkLst>
        <pc:spChg chg="mod">
          <ac:chgData name="Wallter Kang" userId="d5c269cbe9dbe8bc" providerId="LiveId" clId="{498AFC1A-9204-4177-AFA7-910C61D64972}" dt="2025-04-27T23:24:12.735" v="174" actId="20577"/>
          <ac:spMkLst>
            <pc:docMk/>
            <pc:sldMk cId="3937447340" sldId="2079"/>
            <ac:spMk id="2" creationId="{1B2B2836-CEC6-7801-E933-D2FC369BB6BB}"/>
          </ac:spMkLst>
        </pc:spChg>
        <pc:spChg chg="mod">
          <ac:chgData name="Wallter Kang" userId="d5c269cbe9dbe8bc" providerId="LiveId" clId="{498AFC1A-9204-4177-AFA7-910C61D64972}" dt="2025-04-27T23:25:49.511" v="318" actId="20577"/>
          <ac:spMkLst>
            <pc:docMk/>
            <pc:sldMk cId="3937447340" sldId="2079"/>
            <ac:spMk id="3" creationId="{D3958295-5524-1795-5921-AC8AFD248BA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9AA5D-4147-48D7-A64C-DE0FCEF10C54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82259-8C1D-4B60-B56C-454F1A0AE7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21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5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791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914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387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20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664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67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506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143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715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0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20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3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20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36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183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475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48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1621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25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260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62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929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657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668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user-tu5nq1er9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cafe.naver.com/gugucoding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A8A24-A6B0-E3AB-6B05-A5ACD4424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6D4257-541F-19CE-7354-8C44F6AE7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22AE7-5C1E-2AB1-D83E-453A9C1A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0A14-EA0E-49F8-B521-765B455C5BB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C5FF9-6050-0527-0F18-494CA4A7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72C286-7B53-4C25-0FB8-F25F8693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527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BAA0-2B20-C4FC-27AE-3BB222C9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27" y="136527"/>
            <a:ext cx="11095008" cy="544512"/>
          </a:xfrm>
          <a:ln w="3175">
            <a:noFill/>
          </a:ln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05CC8-7651-308E-EA6D-60A98988B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602"/>
            <a:ext cx="11179835" cy="518390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B456964-8A42-81BA-3129-483303C1F685}"/>
              </a:ext>
            </a:extLst>
          </p:cNvPr>
          <p:cNvCxnSpPr/>
          <p:nvPr userDrawn="1"/>
        </p:nvCxnSpPr>
        <p:spPr>
          <a:xfrm>
            <a:off x="923027" y="130176"/>
            <a:ext cx="110950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11C284E-3BD2-D3B0-5BA8-D9A1BEE31DE6}"/>
              </a:ext>
            </a:extLst>
          </p:cNvPr>
          <p:cNvCxnSpPr/>
          <p:nvPr userDrawn="1"/>
        </p:nvCxnSpPr>
        <p:spPr>
          <a:xfrm>
            <a:off x="923027" y="692296"/>
            <a:ext cx="110950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31F6EB6-1094-007A-A629-99662134C9D0}"/>
              </a:ext>
            </a:extLst>
          </p:cNvPr>
          <p:cNvCxnSpPr>
            <a:cxnSpLocks/>
          </p:cNvCxnSpPr>
          <p:nvPr userDrawn="1"/>
        </p:nvCxnSpPr>
        <p:spPr>
          <a:xfrm>
            <a:off x="173965" y="136527"/>
            <a:ext cx="6642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DD187FC-737C-C406-3EE3-D56A53B74721}"/>
              </a:ext>
            </a:extLst>
          </p:cNvPr>
          <p:cNvCxnSpPr>
            <a:cxnSpLocks/>
          </p:cNvCxnSpPr>
          <p:nvPr userDrawn="1"/>
        </p:nvCxnSpPr>
        <p:spPr>
          <a:xfrm>
            <a:off x="173965" y="690564"/>
            <a:ext cx="6642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7F2EF1AE-52D3-D01F-EFEA-BD5AEEA048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0723419" y="308484"/>
            <a:ext cx="1245437" cy="317235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DD67FB2-499C-8EB0-7CCC-490E4B3DA1CF}"/>
              </a:ext>
            </a:extLst>
          </p:cNvPr>
          <p:cNvCxnSpPr>
            <a:cxnSpLocks/>
          </p:cNvCxnSpPr>
          <p:nvPr userDrawn="1"/>
        </p:nvCxnSpPr>
        <p:spPr>
          <a:xfrm>
            <a:off x="173967" y="6622036"/>
            <a:ext cx="749060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날짜 개체 틀 30">
            <a:extLst>
              <a:ext uri="{FF2B5EF4-FFF2-40B4-BE49-F238E27FC236}">
                <a16:creationId xmlns:a16="http://schemas.microsoft.com/office/drawing/2014/main" id="{BF43976B-AB72-FD27-0912-1B3FCC89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4835" y="6454008"/>
            <a:ext cx="2743200" cy="365125"/>
          </a:xfrm>
        </p:spPr>
        <p:txBody>
          <a:bodyPr/>
          <a:lstStyle/>
          <a:p>
            <a:fld id="{59115D4C-E83B-439F-8D46-D54AE0117D76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32" name="바닥글 개체 틀 31">
            <a:extLst>
              <a:ext uri="{FF2B5EF4-FFF2-40B4-BE49-F238E27FC236}">
                <a16:creationId xmlns:a16="http://schemas.microsoft.com/office/drawing/2014/main" id="{11984204-B26D-87DA-C2C2-7DC02372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751" y="6427375"/>
            <a:ext cx="3429063" cy="365125"/>
          </a:xfrm>
        </p:spPr>
        <p:txBody>
          <a:bodyPr lIns="0"/>
          <a:lstStyle>
            <a:lvl1pPr algn="l">
              <a:defRPr sz="1000" b="1">
                <a:latin typeface="+mn-ea"/>
                <a:ea typeface="+mn-ea"/>
              </a:defRPr>
            </a:lvl1pPr>
          </a:lstStyle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393D110C-39D6-3047-EC00-B8349460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427375"/>
            <a:ext cx="395797" cy="365125"/>
          </a:xfrm>
        </p:spPr>
        <p:txBody>
          <a:bodyPr/>
          <a:lstStyle>
            <a:lvl1pPr>
              <a:defRPr sz="1000" b="1"/>
            </a:lvl1pPr>
          </a:lstStyle>
          <a:p>
            <a:fld id="{26163E59-C53A-4641-BD4A-1C3F8A7A080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5" name="Picture 2">
            <a:hlinkClick r:id="rId3"/>
            <a:extLst>
              <a:ext uri="{FF2B5EF4-FFF2-40B4-BE49-F238E27FC236}">
                <a16:creationId xmlns:a16="http://schemas.microsoft.com/office/drawing/2014/main" id="{B5793964-9D41-EEE1-24EA-BB82132F9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017" y="6541473"/>
            <a:ext cx="808418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hlinkClick r:id="rId5"/>
            <a:extLst>
              <a:ext uri="{FF2B5EF4-FFF2-40B4-BE49-F238E27FC236}">
                <a16:creationId xmlns:a16="http://schemas.microsoft.com/office/drawing/2014/main" id="{55EA2EFA-EB5B-6B1E-5DCE-A404DEB7A19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26633" y="6530507"/>
            <a:ext cx="124222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0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32874" y="2096519"/>
            <a:ext cx="10923767" cy="1362075"/>
          </a:xfrm>
        </p:spPr>
        <p:txBody>
          <a:bodyPr anchor="t">
            <a:normAutofit/>
          </a:bodyPr>
          <a:lstStyle>
            <a:lvl1pPr algn="l">
              <a:defRPr sz="2400" b="0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349" y="554759"/>
            <a:ext cx="10363200" cy="1368152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491-3471-43C3-A89F-C35339E12735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E2F-FC6E-43E6-AFF0-8268B7CA3ECD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E35708-2280-D80C-8D42-21747448A1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39349" y="554759"/>
            <a:ext cx="1245437" cy="31723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54540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BBDC-329B-8613-8B4B-B23DF508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C40F2F-BDC8-8046-F8D7-9844B9523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AB3ED-1542-00AD-7EA6-8CD4DD7F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BA9BE-51CC-497B-A47B-4F18D69746F8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E87A63-30CF-C977-AD05-66C76018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CD1F3-8D92-2AA9-7A8A-094314FC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3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3D7D1-6D08-5524-1D0E-6FEF749F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14843-8D98-308F-951D-03A08C290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AC0112-463D-8180-CA9F-F5277EB00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30687-0B8B-F77D-4A46-1CF64F1C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E7D-D1B7-4C46-8F31-E5692C1739F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B9ED72-D382-26AB-7F27-61EF30911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F48D24-52A3-85B8-DC4B-A773F245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4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D782E-04E3-9D77-9DFF-D527E890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F046A-14D6-6B59-EAEE-0E9881D07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F1BE28-F262-428C-89EC-738931441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E13B38-608B-99A0-F736-3782457CB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A07453-A679-70F8-8765-FFD4943EE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F35840-6DBC-FB21-68FC-01423B7D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88AE-A1E5-42CD-97D0-377FCC19AF0C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DCB472-B0E3-1E49-B34A-04BB91E0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3BEA65-3D5F-46F1-CB51-B10EE24B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7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3BB07-996D-F1F9-E528-5CF2DAA3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81D121-8BA0-E62A-6848-375B1AD5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7B3-5344-47BB-9885-AFFB64E8F093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2DC5C3-A340-CC22-F8FC-40BDE470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EF7528-BF4D-94CB-F793-2DDA32D7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60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917289-1FC6-AB6A-D62E-842B63708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AC3F-C82D-41DB-B4BE-583DCC5CA97D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05C930-163B-8DD0-6013-6EC37412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F9CC3-BC12-F592-1DF2-A90A2301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01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98A1A-3C74-6356-0E6D-A5752C9B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2F719-929C-3952-0B75-6F3D7BCF3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A5DF25-ABFC-B685-E6C7-A185780C3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F6751-F053-40A2-E0BD-21C9880E0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07E-4CBC-4FD5-953F-A683A30E8447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CF1B8D-9681-3449-DAD1-D24F106E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6F419D-947D-8293-30B9-E1D08698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61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811E5-1418-8467-0E97-2AC51CEB3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B9AA2A-681B-F05C-39A3-607FFD91B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DC5E6-0F5F-FFC3-9165-07C436DB0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0ABEDB-7BD4-2580-F017-624C7EF3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1DA8-8779-4576-93A4-637D07095DCB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3FE04A-5278-F5C0-CCA2-9EA3115D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64776E-5E82-F286-A039-EB20F444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31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FCFA4-BD55-251A-15E3-E555BB70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D196E7-7E4A-9C65-1107-B8131A566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BA00E-C7CD-FB64-CB53-5F753626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1B0-7101-46C5-8391-808DC9821BFE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7AC91-5587-7364-BF83-E2351557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01FE75-DB53-54A0-05D5-F2956F94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29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7109317-170F-A703-8F6D-2E9DCC332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62890D-DDBC-B8FD-E9B0-D2C323005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9C974-38B6-C6E8-A8EB-78877ABE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17F70-5236-4FFF-BFCB-7A6DE0467922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2AE481-13FB-E4BE-4D55-6FBF1337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3DD17-77B7-9ADD-B00E-2EEB5FA3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274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0749" y="172743"/>
            <a:ext cx="810411" cy="320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 userDrawn="1"/>
        </p:nvSpPr>
        <p:spPr>
          <a:xfrm>
            <a:off x="254224" y="476672"/>
            <a:ext cx="11683552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prstClr val="white"/>
                </a:solidFill>
              </a:rPr>
              <a:t>z</a:t>
            </a:r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algn="ctr"/>
            <a:endParaRPr lang="ko-KR" altLang="en-US" sz="551">
              <a:solidFill>
                <a:prstClr val="black">
                  <a:lumMod val="65000"/>
                  <a:lumOff val="35000"/>
                </a:prstClr>
              </a:solidFill>
              <a:latin typeface="다음_Regular" pitchFamily="2" charset="-127"/>
              <a:ea typeface="다음_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F9B1D6-3A52-3A6F-1AFB-13F927F4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3" y="1097361"/>
            <a:ext cx="105156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27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164D5D-E3D4-B28E-573A-1975A225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8CE8C8-5697-FB93-B232-6B851528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3D6AEC-F2E7-6268-4DC0-A125AD57B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BC5FB-3248-4439-BBD2-707639B258F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46572-CD27-447B-428D-8A7E5E91A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FA76C-BC53-9A5E-0011-D3467B776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18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user-tu5nq1er9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afe.naver.com/gugucoding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k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ailwindcss.com/docs/installation/using-vit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org/downloa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org/downloa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orretto/latest/corretto-17-ug/downloads-list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tool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7">
            <a:extLst>
              <a:ext uri="{FF2B5EF4-FFF2-40B4-BE49-F238E27FC236}">
                <a16:creationId xmlns:a16="http://schemas.microsoft.com/office/drawing/2014/main" id="{2791B33F-CE76-4EF1-8227-54ED041C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06F13F-4FCF-6B74-743C-9484DAF38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168" y="557189"/>
            <a:ext cx="9231940" cy="2956233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5200" b="1" dirty="0"/>
              <a:t>코드로 배우는 리액트 </a:t>
            </a:r>
            <a:r>
              <a:rPr lang="en-US" altLang="ko-KR" sz="5200" b="1" dirty="0"/>
              <a:t>- 2025</a:t>
            </a:r>
            <a:endParaRPr lang="ko-KR" altLang="en-US" sz="52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83AF70-79CC-B7F1-54E1-D445EA21D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0749" y="3728614"/>
            <a:ext cx="8629358" cy="1828121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개발환경 설정</a:t>
            </a:r>
          </a:p>
        </p:txBody>
      </p:sp>
      <p:pic>
        <p:nvPicPr>
          <p:cNvPr id="4" name="그림 3" descr="블랙, 어둠이(가) 표시된 사진&#10;&#10;자동 생성된 설명">
            <a:extLst>
              <a:ext uri="{FF2B5EF4-FFF2-40B4-BE49-F238E27FC236}">
                <a16:creationId xmlns:a16="http://schemas.microsoft.com/office/drawing/2014/main" id="{F423070C-B75B-CF4D-BCBF-CF65A18EEB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l="7515" t="7729" r="6787" b="36642"/>
          <a:stretch/>
        </p:blipFill>
        <p:spPr>
          <a:xfrm>
            <a:off x="839788" y="1233487"/>
            <a:ext cx="2177305" cy="360000"/>
          </a:xfrm>
          <a:prstGeom prst="rect">
            <a:avLst/>
          </a:prstGeom>
        </p:spPr>
      </p:pic>
      <p:pic>
        <p:nvPicPr>
          <p:cNvPr id="22" name="Picture 2">
            <a:hlinkClick r:id="rId3"/>
            <a:extLst>
              <a:ext uri="{FF2B5EF4-FFF2-40B4-BE49-F238E27FC236}">
                <a16:creationId xmlns:a16="http://schemas.microsoft.com/office/drawing/2014/main" id="{39C6FC2F-6E1E-F54D-BCD7-5FF7D74D9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593" y="557189"/>
            <a:ext cx="808418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그림 24">
            <a:hlinkClick r:id="rId5"/>
            <a:extLst>
              <a:ext uri="{FF2B5EF4-FFF2-40B4-BE49-F238E27FC236}">
                <a16:creationId xmlns:a16="http://schemas.microsoft.com/office/drawing/2014/main" id="{88636A72-93E7-5E1E-BF4A-C6579E6717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839788" y="860368"/>
            <a:ext cx="124222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9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B2836-CEC6-7801-E933-D2FC369B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개선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958295-5524-1795-5921-AC8AFD248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1412"/>
            <a:ext cx="11179835" cy="5637094"/>
          </a:xfrm>
        </p:spPr>
        <p:txBody>
          <a:bodyPr/>
          <a:lstStyle/>
          <a:p>
            <a:r>
              <a:rPr lang="en-US" altLang="ko-KR" dirty="0"/>
              <a:t>CRA -&gt; </a:t>
            </a:r>
            <a:r>
              <a:rPr lang="en-US" altLang="ko-KR" dirty="0">
                <a:highlight>
                  <a:srgbClr val="FFFF00"/>
                </a:highlight>
              </a:rPr>
              <a:t>Vite </a:t>
            </a:r>
            <a:r>
              <a:rPr lang="ko-KR" altLang="en-US" dirty="0">
                <a:highlight>
                  <a:srgbClr val="FFFF00"/>
                </a:highlight>
              </a:rPr>
              <a:t>환경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JavaScript -&gt; </a:t>
            </a:r>
            <a:r>
              <a:rPr lang="en-US" altLang="ko-KR" dirty="0">
                <a:highlight>
                  <a:srgbClr val="FFFF00"/>
                </a:highlight>
              </a:rPr>
              <a:t>TypeScript 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React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US" altLang="ko-KR" dirty="0">
                <a:highlight>
                  <a:srgbClr val="FFFF00"/>
                </a:highlight>
              </a:rPr>
              <a:t>Router v7 </a:t>
            </a:r>
          </a:p>
          <a:p>
            <a:r>
              <a:rPr lang="en-US" altLang="ko-KR" dirty="0"/>
              <a:t>Atom -&gt; </a:t>
            </a:r>
            <a:r>
              <a:rPr lang="en-US" altLang="ko-KR" dirty="0" err="1">
                <a:highlight>
                  <a:srgbClr val="FFFF00"/>
                </a:highlight>
              </a:rPr>
              <a:t>Zustand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C0C650-45EA-29CD-1EEC-63B517A0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945CA8-E2F9-441B-25A4-029ECCE7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44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48793" y="2422924"/>
            <a:ext cx="4247207" cy="4067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50000"/>
              </a:lnSpc>
              <a:buSzPct val="80000"/>
            </a:pP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예제 프로젝트의 환경 설정</a:t>
            </a:r>
            <a:endParaRPr lang="en-US" altLang="ko-KR" sz="2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0" lvl="1">
              <a:lnSpc>
                <a:spcPct val="150000"/>
              </a:lnSpc>
              <a:buSzPct val="80000"/>
            </a:pP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0" lvl="1">
              <a:lnSpc>
                <a:spcPct val="150000"/>
              </a:lnSpc>
              <a:buSzPct val="80000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프로젝트 구성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리액트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(React) 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단독의 어플리케이션 개발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스프링 부트 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데이터를 제공하는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API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서버 개발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개발 도구 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: </a:t>
            </a:r>
            <a:r>
              <a:rPr lang="en-US" altLang="ko-KR" sz="14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VSCode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0" lvl="1">
              <a:lnSpc>
                <a:spcPct val="150000"/>
              </a:lnSpc>
              <a:buSzPct val="80000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개발목표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리액트 개발환경 설정 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리액트 프로젝트 초기화 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MariaDB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환경 설정 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스프링 부트 프로젝트의 생성과 실행 확인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장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개발환경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509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932874" y="2096519"/>
            <a:ext cx="10923767" cy="4206722"/>
          </a:xfrm>
        </p:spPr>
        <p:txBody>
          <a:bodyPr>
            <a:noAutofit/>
          </a:bodyPr>
          <a:lstStyle/>
          <a:p>
            <a:pPr marL="598988">
              <a:lnSpc>
                <a:spcPct val="150000"/>
              </a:lnSpc>
            </a:pPr>
            <a:r>
              <a:rPr lang="en-US" altLang="ko-KR" sz="2000" cap="none" dirty="0">
                <a:latin typeface="+mn-ea"/>
                <a:ea typeface="+mn-ea"/>
              </a:rPr>
              <a:t>1.1 </a:t>
            </a:r>
            <a:r>
              <a:rPr lang="ko-KR" altLang="en-US" sz="2000" cap="none" dirty="0">
                <a:latin typeface="+mn-ea"/>
                <a:ea typeface="+mn-ea"/>
              </a:rPr>
              <a:t>리액트 환경설정</a:t>
            </a:r>
            <a:br>
              <a:rPr lang="en-US" altLang="ko-KR" sz="2000" cap="none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	1.1.1 </a:t>
            </a:r>
            <a:r>
              <a:rPr lang="ko-KR" altLang="en-US" sz="1400" dirty="0">
                <a:latin typeface="+mn-ea"/>
                <a:ea typeface="+mn-ea"/>
              </a:rPr>
              <a:t>리액트 프로젝트 생성</a:t>
            </a:r>
            <a:br>
              <a:rPr lang="en-US" altLang="ko-KR" sz="2000" cap="none" dirty="0">
                <a:latin typeface="+mn-ea"/>
                <a:ea typeface="+mn-ea"/>
              </a:rPr>
            </a:br>
            <a:r>
              <a:rPr lang="en-US" altLang="ko-KR" sz="2000" cap="none" dirty="0">
                <a:latin typeface="+mn-ea"/>
                <a:ea typeface="+mn-ea"/>
              </a:rPr>
              <a:t>1.2 </a:t>
            </a:r>
            <a:r>
              <a:rPr lang="en-US" altLang="ko-KR" sz="2000" cap="none" dirty="0" err="1">
                <a:latin typeface="+mn-ea"/>
                <a:ea typeface="+mn-ea"/>
              </a:rPr>
              <a:t>VSCode</a:t>
            </a:r>
            <a:r>
              <a:rPr lang="en-US" altLang="ko-KR" sz="2000" cap="none" dirty="0">
                <a:latin typeface="+mn-ea"/>
                <a:ea typeface="+mn-ea"/>
              </a:rPr>
              <a:t> </a:t>
            </a:r>
            <a:r>
              <a:rPr lang="ko-KR" altLang="en-US" sz="2000" cap="none" dirty="0">
                <a:latin typeface="+mn-ea"/>
                <a:ea typeface="+mn-ea"/>
              </a:rPr>
              <a:t>설치</a:t>
            </a:r>
            <a:br>
              <a:rPr lang="en-US" altLang="ko-KR" sz="2000" cap="none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	1.2.1 </a:t>
            </a:r>
            <a:r>
              <a:rPr lang="en-US" altLang="ko-KR" sz="1400" dirty="0" err="1">
                <a:latin typeface="+mn-ea"/>
                <a:ea typeface="+mn-ea"/>
              </a:rPr>
              <a:t>VSCode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설정 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	1.2.2 tailwind-</a:t>
            </a:r>
            <a:r>
              <a:rPr lang="en-US" altLang="ko-KR" sz="1400" dirty="0" err="1">
                <a:latin typeface="+mn-ea"/>
                <a:ea typeface="+mn-ea"/>
              </a:rPr>
              <a:t>css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설치</a:t>
            </a:r>
            <a:br>
              <a:rPr lang="ko-KR" altLang="en-US" sz="2000" cap="none" dirty="0">
                <a:latin typeface="+mn-ea"/>
                <a:ea typeface="+mn-ea"/>
              </a:rPr>
            </a:br>
            <a:r>
              <a:rPr lang="en-US" altLang="ko-KR" sz="2000" cap="none" dirty="0">
                <a:latin typeface="+mn-ea"/>
                <a:ea typeface="+mn-ea"/>
              </a:rPr>
              <a:t>1.3 Maria DB</a:t>
            </a:r>
            <a:r>
              <a:rPr lang="ko-KR" altLang="en-US" sz="2000" cap="none" dirty="0">
                <a:latin typeface="+mn-ea"/>
                <a:ea typeface="+mn-ea"/>
              </a:rPr>
              <a:t>설정</a:t>
            </a:r>
            <a:br>
              <a:rPr lang="en-US" altLang="ko-KR" sz="3200" cap="none" dirty="0">
                <a:latin typeface="+mn-ea"/>
                <a:ea typeface="+mn-ea"/>
              </a:rPr>
            </a:br>
            <a:r>
              <a:rPr lang="en-US" altLang="ko-KR" sz="2000" dirty="0">
                <a:latin typeface="+mn-ea"/>
                <a:ea typeface="+mn-ea"/>
              </a:rPr>
              <a:t>	</a:t>
            </a:r>
            <a:r>
              <a:rPr lang="en-US" altLang="ko-KR" sz="1400" dirty="0">
                <a:latin typeface="+mn-ea"/>
                <a:ea typeface="+mn-ea"/>
              </a:rPr>
              <a:t>1.2.1 </a:t>
            </a:r>
            <a:r>
              <a:rPr lang="en-US" altLang="ko-KR" sz="1400" dirty="0" err="1">
                <a:latin typeface="+mn-ea"/>
                <a:ea typeface="+mn-ea"/>
              </a:rPr>
              <a:t>VSCode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설정 </a:t>
            </a:r>
            <a:br>
              <a:rPr lang="en-US" altLang="ko-KR" sz="2000" cap="none" dirty="0">
                <a:latin typeface="+mn-ea"/>
                <a:ea typeface="+mn-ea"/>
              </a:rPr>
            </a:br>
            <a:r>
              <a:rPr lang="en-US" altLang="ko-KR" sz="2000" cap="none" dirty="0">
                <a:latin typeface="+mn-ea"/>
                <a:ea typeface="+mn-ea"/>
              </a:rPr>
              <a:t>1.4 </a:t>
            </a:r>
            <a:r>
              <a:rPr lang="ko-KR" altLang="en-US" sz="2000" cap="none" dirty="0">
                <a:latin typeface="+mn-ea"/>
                <a:ea typeface="+mn-ea"/>
              </a:rPr>
              <a:t>스프링 부트 설정</a:t>
            </a:r>
            <a:br>
              <a:rPr lang="en-US" altLang="ko-KR" sz="3200" cap="none" dirty="0">
                <a:latin typeface="+mn-ea"/>
                <a:ea typeface="+mn-ea"/>
              </a:rPr>
            </a:br>
            <a:r>
              <a:rPr lang="en-US" altLang="ko-KR" sz="2000" dirty="0">
                <a:latin typeface="+mn-ea"/>
                <a:ea typeface="+mn-ea"/>
              </a:rPr>
              <a:t>	</a:t>
            </a:r>
            <a:r>
              <a:rPr lang="en-US" altLang="ko-KR" sz="1400" dirty="0">
                <a:latin typeface="+mn-ea"/>
                <a:ea typeface="+mn-ea"/>
              </a:rPr>
              <a:t>1.2.1 </a:t>
            </a:r>
            <a:r>
              <a:rPr lang="en-US" altLang="ko-KR" sz="1400" dirty="0" err="1">
                <a:latin typeface="+mn-ea"/>
                <a:ea typeface="+mn-ea"/>
              </a:rPr>
              <a:t>VSCode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설정 </a:t>
            </a:r>
            <a:endParaRPr lang="ko-KR" altLang="en-US" sz="2000" cap="none" dirty="0">
              <a:latin typeface="+mn-ea"/>
              <a:ea typeface="+mn-ea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0826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1. </a:t>
            </a:r>
            <a:r>
              <a:rPr lang="ko-KR" altLang="en-US" b="1" dirty="0">
                <a:latin typeface="+mn-ea"/>
                <a:ea typeface="+mn-ea"/>
              </a:rPr>
              <a:t>리액트 환경설정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11154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b="1" dirty="0">
                <a:latin typeface="+mn-ea"/>
                <a:ea typeface="+mn-ea"/>
              </a:rPr>
              <a:t>리액트 환경설정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node.js</a:t>
            </a:r>
            <a:r>
              <a:rPr lang="ko-KR" altLang="en-US" b="1" dirty="0"/>
              <a:t>의 설치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리액트 개발을 위해서는 </a:t>
            </a:r>
            <a:r>
              <a:rPr lang="en-US" altLang="ko-KR" dirty="0">
                <a:sym typeface="Wingdings" panose="05000000000000000000" pitchFamily="2" charset="2"/>
              </a:rPr>
              <a:t>JavaScript </a:t>
            </a:r>
            <a:r>
              <a:rPr lang="ko-KR" altLang="en-US" dirty="0">
                <a:sym typeface="Wingdings" panose="05000000000000000000" pitchFamily="2" charset="2"/>
              </a:rPr>
              <a:t>런타임인 </a:t>
            </a:r>
            <a:r>
              <a:rPr lang="en-US" altLang="ko-KR" dirty="0">
                <a:sym typeface="Wingdings" panose="05000000000000000000" pitchFamily="2" charset="2"/>
              </a:rPr>
              <a:t>node.js </a:t>
            </a:r>
            <a:r>
              <a:rPr lang="ko-KR" altLang="en-US" dirty="0">
                <a:sym typeface="Wingdings" panose="05000000000000000000" pitchFamily="2" charset="2"/>
              </a:rPr>
              <a:t>필요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  <a:hlinkClick r:id="rId3"/>
              </a:rPr>
              <a:t>https://nodejs.org/ko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LTS </a:t>
            </a:r>
            <a:r>
              <a:rPr lang="ko-KR" altLang="en-US" dirty="0">
                <a:sym typeface="Wingdings" panose="05000000000000000000" pitchFamily="2" charset="2"/>
              </a:rPr>
              <a:t>버전 설치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F0B5D2-DE8B-5305-445C-5CB328367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759" y="3078098"/>
            <a:ext cx="7608425" cy="316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4095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b="1" dirty="0">
                <a:latin typeface="+mn-ea"/>
                <a:ea typeface="+mn-ea"/>
              </a:rPr>
              <a:t>리액트 환경설정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node.js</a:t>
            </a:r>
            <a:r>
              <a:rPr lang="ko-KR" altLang="en-US" b="1" dirty="0"/>
              <a:t> 설치</a:t>
            </a:r>
            <a:r>
              <a:rPr lang="en-US" altLang="ko-KR" b="1" dirty="0"/>
              <a:t> </a:t>
            </a:r>
            <a:r>
              <a:rPr lang="ko-KR" altLang="en-US" b="1" dirty="0"/>
              <a:t>확인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명령 프롬프트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터미널 환경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실행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node</a:t>
            </a:r>
            <a:r>
              <a:rPr lang="ko-KR" altLang="en-US" dirty="0">
                <a:sym typeface="Wingdings" panose="05000000000000000000" pitchFamily="2" charset="2"/>
              </a:rPr>
              <a:t> 명령어 입력 후 실행 </a:t>
            </a:r>
            <a:r>
              <a:rPr lang="en-US" altLang="ko-KR" dirty="0">
                <a:sym typeface="Wingdings" panose="05000000000000000000" pitchFamily="2" charset="2"/>
              </a:rPr>
              <a:t>(Vite 18 +, 20+)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E488CC-46A7-778A-C2DB-7BF1E5871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063" y="2963179"/>
            <a:ext cx="50768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69158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b="1" dirty="0">
                <a:latin typeface="+mn-ea"/>
                <a:ea typeface="+mn-ea"/>
              </a:rPr>
              <a:t>리액트 환경설정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프로젝트 폴더 생성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터미널 환경에서 </a:t>
            </a:r>
            <a:r>
              <a:rPr lang="en-US" altLang="ko-KR" dirty="0" err="1">
                <a:sym typeface="Wingdings" panose="05000000000000000000" pitchFamily="2" charset="2"/>
              </a:rPr>
              <a:t>mkdir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명령어 사용 </a:t>
            </a:r>
            <a:r>
              <a:rPr lang="en-US" altLang="ko-KR" dirty="0">
                <a:sym typeface="Wingdings" panose="05000000000000000000" pitchFamily="2" charset="2"/>
              </a:rPr>
              <a:t>–</a:t>
            </a:r>
            <a:r>
              <a:rPr lang="ko-KR" altLang="en-US" dirty="0">
                <a:sym typeface="Wingdings" panose="05000000000000000000" pitchFamily="2" charset="2"/>
              </a:rPr>
              <a:t>한글 경로 주의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3285FF-6D04-2FF7-AAF4-9F576C42B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045" y="2732333"/>
            <a:ext cx="4327955" cy="9993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43205658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b="1" dirty="0">
                <a:latin typeface="+mn-ea"/>
                <a:ea typeface="+mn-ea"/>
              </a:rPr>
              <a:t>리액트 환경설정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681942" y="890383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리액트</a:t>
            </a:r>
            <a:r>
              <a:rPr lang="en-US" altLang="ko-KR" b="1" dirty="0"/>
              <a:t> </a:t>
            </a:r>
            <a:r>
              <a:rPr lang="ko-KR" altLang="en-US" b="1" dirty="0"/>
              <a:t>프로젝트 생성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과거 </a:t>
            </a:r>
            <a:r>
              <a:rPr lang="en-US" altLang="ko-KR" b="1" dirty="0">
                <a:highlight>
                  <a:srgbClr val="FFFF00"/>
                </a:highlight>
                <a:sym typeface="Wingdings" panose="05000000000000000000" pitchFamily="2" charset="2"/>
              </a:rPr>
              <a:t>'CRA(create-react-app)'</a:t>
            </a:r>
            <a:r>
              <a:rPr lang="ko-KR" altLang="en-US" b="1" dirty="0">
                <a:sym typeface="Wingdings" panose="05000000000000000000" pitchFamily="2" charset="2"/>
              </a:rPr>
              <a:t>을 이용해서 생성</a:t>
            </a:r>
            <a:r>
              <a:rPr lang="en-US" altLang="ko-KR" b="1" dirty="0">
                <a:sym typeface="Wingdings" panose="05000000000000000000" pitchFamily="2" charset="2"/>
              </a:rPr>
              <a:t>(</a:t>
            </a:r>
            <a:r>
              <a:rPr lang="ko-KR" altLang="en-US" b="1" dirty="0">
                <a:sym typeface="Wingdings" panose="05000000000000000000" pitchFamily="2" charset="2"/>
              </a:rPr>
              <a:t>더이상 권장되지 않음</a:t>
            </a:r>
            <a:r>
              <a:rPr lang="en-US" altLang="ko-KR" b="1" dirty="0">
                <a:sym typeface="Wingdings" panose="05000000000000000000" pitchFamily="2" charset="2"/>
              </a:rPr>
              <a:t>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최근에는 주로  </a:t>
            </a:r>
            <a:r>
              <a:rPr lang="en-US" altLang="ko-KR" b="1" dirty="0">
                <a:highlight>
                  <a:srgbClr val="FFFF00"/>
                </a:highlight>
                <a:sym typeface="Wingdings" panose="05000000000000000000" pitchFamily="2" charset="2"/>
              </a:rPr>
              <a:t>‘Vite’</a:t>
            </a:r>
            <a:r>
              <a:rPr lang="ko-KR" altLang="en-US" b="1" dirty="0">
                <a:sym typeface="Wingdings" panose="05000000000000000000" pitchFamily="2" charset="2"/>
              </a:rPr>
              <a:t>를 이용해서 프로젝트 생성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endParaRPr lang="en-US" altLang="ko-KR" b="1" dirty="0">
              <a:sym typeface="Wingdings" panose="05000000000000000000" pitchFamily="2" charset="2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D287A2-8321-9BEE-B2EE-5B33BF89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759" y="2662528"/>
            <a:ext cx="6939759" cy="330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98426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258878A-DC3E-C316-CBC3-1EA814DD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" y="665369"/>
            <a:ext cx="6806283" cy="4792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00F9B8-1B21-D4F5-76EB-0D2A27E85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169" y="1210874"/>
            <a:ext cx="5162550" cy="2362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5F22D2-1B5D-072F-3143-46A70846A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010" y="3972069"/>
            <a:ext cx="2810267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5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2. </a:t>
            </a: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VSCode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39882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VSCode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설치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VSCode</a:t>
            </a:r>
            <a:r>
              <a:rPr lang="en-US" altLang="ko-KR" b="1" dirty="0">
                <a:latin typeface="+mn-ea"/>
              </a:rPr>
              <a:t> (Visual Studio Code) </a:t>
            </a:r>
            <a:r>
              <a:rPr lang="ko-KR" altLang="en-US" b="1" dirty="0">
                <a:latin typeface="+mn-ea"/>
              </a:rPr>
              <a:t>설치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en-US" altLang="ko-KR" dirty="0" err="1">
                <a:latin typeface="+mn-ea"/>
                <a:sym typeface="Wingdings" panose="05000000000000000000" pitchFamily="2" charset="2"/>
              </a:rPr>
              <a:t>VSCode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는 마이크로소프트에서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오픈소스로 제공하는 소스코드 편집기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  <a:hlinkClick r:id="rId3"/>
              </a:rPr>
              <a:t>https://code.visualstudio.com/Download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8BAC91-F2F7-81C5-A48E-637176C4E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425" y="3171825"/>
            <a:ext cx="5621599" cy="32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18922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VSCode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설치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VSCode</a:t>
            </a:r>
            <a:r>
              <a:rPr lang="en-US" altLang="ko-KR" b="1" dirty="0">
                <a:latin typeface="+mn-ea"/>
              </a:rPr>
              <a:t> (Visual Studio Code) </a:t>
            </a:r>
            <a:r>
              <a:rPr lang="ko-KR" altLang="en-US" b="1" dirty="0">
                <a:latin typeface="+mn-ea"/>
              </a:rPr>
              <a:t>플러그인 설정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ko-KR" altLang="en-US" dirty="0">
                <a:latin typeface="+mn-ea"/>
              </a:rPr>
              <a:t>리액트 플러그인 설정 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b="1" dirty="0">
                <a:highlight>
                  <a:srgbClr val="FFFF00"/>
                </a:highlight>
              </a:rPr>
              <a:t>'Simple React Snippets’ </a:t>
            </a:r>
            <a:r>
              <a:rPr lang="ko-KR" altLang="en-US" b="1" dirty="0">
                <a:highlight>
                  <a:srgbClr val="FFFF00"/>
                </a:highlight>
              </a:rPr>
              <a:t>설치</a:t>
            </a:r>
          </a:p>
          <a:p>
            <a:pPr marL="457189" lvl="1" indent="0">
              <a:buNone/>
            </a:pPr>
            <a:endParaRPr lang="ko-KR" altLang="en-US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C5619838-B154-F09E-F200-8A09D01E7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88" y="2558415"/>
            <a:ext cx="4677412" cy="33317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BD0D51D-FC2A-322C-1258-7B81D3C1D529}"/>
              </a:ext>
            </a:extLst>
          </p:cNvPr>
          <p:cNvSpPr/>
          <p:nvPr/>
        </p:nvSpPr>
        <p:spPr>
          <a:xfrm>
            <a:off x="1850284" y="4544255"/>
            <a:ext cx="3591292" cy="702339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</p:spTree>
    <p:extLst>
      <p:ext uri="{BB962C8B-B14F-4D97-AF65-F5344CB8AC3E}">
        <p14:creationId xmlns:p14="http://schemas.microsoft.com/office/powerpoint/2010/main" val="362097664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B6F21EF-53B7-3E59-C814-0DC320E28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910" y="3108323"/>
            <a:ext cx="7115175" cy="3162300"/>
          </a:xfrm>
          <a:prstGeom prst="rect">
            <a:avLst/>
          </a:prstGeom>
        </p:spPr>
      </p:pic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VSCode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설치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VSCode</a:t>
            </a:r>
            <a:r>
              <a:rPr lang="en-US" altLang="ko-KR" b="1" dirty="0">
                <a:latin typeface="+mn-ea"/>
              </a:rPr>
              <a:t> (Visual Studio Code) </a:t>
            </a:r>
            <a:r>
              <a:rPr lang="ko-KR" altLang="en-US" b="1" dirty="0">
                <a:latin typeface="+mn-ea"/>
              </a:rPr>
              <a:t>플러그인 설정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en-US" altLang="ko-KR" b="1" dirty="0">
                <a:highlight>
                  <a:srgbClr val="FFFF00"/>
                </a:highlight>
                <a:latin typeface="+mn-ea"/>
              </a:rPr>
              <a:t>Tailwind CSS IntelliSense</a:t>
            </a:r>
            <a:r>
              <a:rPr lang="ko-KR" altLang="en-US" dirty="0">
                <a:latin typeface="+mn-ea"/>
              </a:rPr>
              <a:t> 플러그인 설정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+mn-ea"/>
              </a:rPr>
              <a:t>Tailwind CSS</a:t>
            </a:r>
            <a:r>
              <a:rPr lang="ko-KR" altLang="en-US" dirty="0">
                <a:latin typeface="+mn-ea"/>
              </a:rPr>
              <a:t>코드를 작성할 때 자동완성 기능 지원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D0D51D-FC2A-322C-1258-7B81D3C1D529}"/>
              </a:ext>
            </a:extLst>
          </p:cNvPr>
          <p:cNvSpPr/>
          <p:nvPr/>
        </p:nvSpPr>
        <p:spPr>
          <a:xfrm>
            <a:off x="1878858" y="4203035"/>
            <a:ext cx="6465041" cy="106429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</p:spTree>
    <p:extLst>
      <p:ext uri="{BB962C8B-B14F-4D97-AF65-F5344CB8AC3E}">
        <p14:creationId xmlns:p14="http://schemas.microsoft.com/office/powerpoint/2010/main" val="368714131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VSCode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설치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VSCode</a:t>
            </a:r>
            <a:r>
              <a:rPr lang="en-US" altLang="ko-KR" b="1" dirty="0">
                <a:latin typeface="+mn-ea"/>
              </a:rPr>
              <a:t> (Visual Studio Code) </a:t>
            </a:r>
            <a:r>
              <a:rPr lang="ko-KR" altLang="en-US" b="1" dirty="0">
                <a:latin typeface="+mn-ea"/>
              </a:rPr>
              <a:t>에서 프로젝트 실행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</a:rPr>
              <a:t>프로젝트 폴더 내에서 </a:t>
            </a:r>
            <a:r>
              <a:rPr lang="en-US" altLang="ko-KR" b="1" dirty="0">
                <a:highlight>
                  <a:srgbClr val="FFFF00"/>
                </a:highlight>
                <a:latin typeface="+mn-ea"/>
              </a:rPr>
              <a:t>‘code .’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실행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혹은 </a:t>
            </a:r>
            <a:r>
              <a:rPr lang="en-US" altLang="ko-KR" dirty="0">
                <a:latin typeface="+mn-ea"/>
              </a:rPr>
              <a:t>VSCode</a:t>
            </a:r>
            <a:r>
              <a:rPr lang="ko-KR" altLang="en-US" dirty="0">
                <a:latin typeface="+mn-ea"/>
              </a:rPr>
              <a:t>를 실행한 후에 프로젝트 폴더 열기 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059201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VSCode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설치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VSCode</a:t>
            </a:r>
            <a:r>
              <a:rPr lang="en-US" altLang="ko-KR" b="1" dirty="0">
                <a:latin typeface="+mn-ea"/>
              </a:rPr>
              <a:t> (Visual Studio Code) </a:t>
            </a:r>
            <a:r>
              <a:rPr lang="ko-KR" altLang="en-US" b="1" dirty="0">
                <a:latin typeface="+mn-ea"/>
              </a:rPr>
              <a:t>에서 프로젝트 실행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latin typeface="+mn-ea"/>
              </a:rPr>
              <a:t> 프로젝트 </a:t>
            </a:r>
            <a:r>
              <a:rPr lang="ko-KR" altLang="en-US" dirty="0" err="1">
                <a:latin typeface="+mn-ea"/>
              </a:rPr>
              <a:t>폴터</a:t>
            </a:r>
            <a:r>
              <a:rPr lang="ko-KR" altLang="en-US" dirty="0">
                <a:latin typeface="+mn-ea"/>
              </a:rPr>
              <a:t> 내에서 </a:t>
            </a:r>
            <a:r>
              <a:rPr lang="en-US" altLang="ko-KR" b="1" dirty="0">
                <a:highlight>
                  <a:srgbClr val="FFFF00"/>
                </a:highlight>
                <a:latin typeface="+mn-ea"/>
              </a:rPr>
              <a:t>‘code .’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실행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터미널 실행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‘</a:t>
            </a:r>
            <a:r>
              <a:rPr lang="en-US" altLang="ko-KR" b="1" dirty="0" err="1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npm</a:t>
            </a:r>
            <a:r>
              <a:rPr lang="ko-KR" altLang="en-US" b="1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b="1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install’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>
                <a:latin typeface="+mn-ea"/>
                <a:sym typeface="Wingdings" panose="05000000000000000000" pitchFamily="2" charset="2"/>
              </a:rPr>
              <a:t> ‘</a:t>
            </a:r>
            <a:r>
              <a:rPr lang="en-US" altLang="ko-KR" b="1" dirty="0" err="1">
                <a:latin typeface="+mn-ea"/>
                <a:sym typeface="Wingdings" panose="05000000000000000000" pitchFamily="2" charset="2"/>
              </a:rPr>
              <a:t>npm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 run dev’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를 통해서 실행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– 5173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번 포트로 실행됨</a:t>
            </a:r>
            <a:endParaRPr lang="ko-KR" altLang="en-US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363A81-CCF5-AF9E-F6CA-9EEFD9B39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8" y="3276148"/>
            <a:ext cx="4695825" cy="7334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9FB06B-EA80-6413-CBA4-8A2739325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05" y="4137785"/>
            <a:ext cx="2952750" cy="9525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3899FE-F238-B4E0-C6B0-BE9A902B9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661" y="3094649"/>
            <a:ext cx="4130549" cy="362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79425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b="1" dirty="0">
                <a:latin typeface="+mn-ea"/>
                <a:ea typeface="+mn-ea"/>
              </a:rPr>
              <a:t>리액트 환경설정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77582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VSCode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 err="1">
                <a:sym typeface="Wingdings" panose="05000000000000000000" pitchFamily="2" charset="2"/>
              </a:rPr>
              <a:t>npm</a:t>
            </a:r>
            <a:r>
              <a:rPr lang="en-US" altLang="ko-KR" dirty="0">
                <a:sym typeface="Wingdings" panose="05000000000000000000" pitchFamily="2" charset="2"/>
              </a:rPr>
              <a:t> install </a:t>
            </a:r>
            <a:r>
              <a:rPr lang="ko-KR" altLang="en-US" dirty="0">
                <a:sym typeface="Wingdings" panose="05000000000000000000" pitchFamily="2" charset="2"/>
              </a:rPr>
              <a:t>이 안되는 경우 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endParaRPr lang="en-US" altLang="ko-KR" b="1" dirty="0">
              <a:sym typeface="Wingdings" panose="05000000000000000000" pitchFamily="2" charset="2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83840E-C3EC-6F55-47A0-4DBE4EE86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48" y="1555414"/>
            <a:ext cx="11169316" cy="16390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0A2629D-D725-F0B3-9396-798C329D7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56" y="4154429"/>
            <a:ext cx="7515225" cy="533400"/>
          </a:xfrm>
          <a:prstGeom prst="rect">
            <a:avLst/>
          </a:prstGeom>
        </p:spPr>
      </p:pic>
      <p:sp>
        <p:nvSpPr>
          <p:cNvPr id="8" name="Shape 568">
            <a:extLst>
              <a:ext uri="{FF2B5EF4-FFF2-40B4-BE49-F238E27FC236}">
                <a16:creationId xmlns:a16="http://schemas.microsoft.com/office/drawing/2014/main" id="{B4187A33-623E-EADF-A053-D073462B7199}"/>
              </a:ext>
            </a:extLst>
          </p:cNvPr>
          <p:cNvSpPr txBox="1">
            <a:spLocks/>
          </p:cNvSpPr>
          <p:nvPr/>
        </p:nvSpPr>
        <p:spPr>
          <a:xfrm>
            <a:off x="743356" y="3429546"/>
            <a:ext cx="6803338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dirty="0">
                <a:latin typeface="+mn-ea"/>
                <a:ea typeface="+mn-ea"/>
              </a:rPr>
              <a:t>관리자 권한으로 </a:t>
            </a:r>
            <a:r>
              <a:rPr lang="en-US" altLang="ko-KR" dirty="0" err="1">
                <a:latin typeface="+mn-ea"/>
                <a:ea typeface="+mn-ea"/>
              </a:rPr>
              <a:t>Powershell</a:t>
            </a:r>
            <a:r>
              <a:rPr lang="ko-KR" altLang="en-US" dirty="0">
                <a:latin typeface="+mn-ea"/>
                <a:ea typeface="+mn-ea"/>
              </a:rPr>
              <a:t>을 실행한 후 권한 수정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6707620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tailwind-</a:t>
            </a: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css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설치</a:t>
            </a:r>
            <a:endParaRPr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CE2D1-87C8-BFD5-F85B-8B7E43216017}"/>
              </a:ext>
            </a:extLst>
          </p:cNvPr>
          <p:cNvSpPr txBox="1"/>
          <p:nvPr/>
        </p:nvSpPr>
        <p:spPr>
          <a:xfrm>
            <a:off x="778087" y="877311"/>
            <a:ext cx="98127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https://tailwindcss.com/docs/installation/using-vite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2025</a:t>
            </a:r>
            <a:r>
              <a:rPr lang="ko-KR" altLang="en-US" dirty="0"/>
              <a:t>년 현재 버전은 </a:t>
            </a:r>
            <a:r>
              <a:rPr lang="en-US" altLang="ko-KR" dirty="0"/>
              <a:t>4.0 (</a:t>
            </a:r>
            <a:r>
              <a:rPr lang="ko-KR" altLang="en-US" dirty="0"/>
              <a:t>버전에 따라 설치 방법이 조금씩 다르기 때문에 주의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npm</a:t>
            </a:r>
            <a:r>
              <a:rPr lang="en-US" altLang="ko-KR" dirty="0"/>
              <a:t> install </a:t>
            </a:r>
            <a:r>
              <a:rPr lang="en-US" altLang="ko-KR" dirty="0" err="1"/>
              <a:t>tailwindcss</a:t>
            </a:r>
            <a:r>
              <a:rPr lang="en-US" altLang="ko-KR" dirty="0"/>
              <a:t> @tailwindcss/vite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E8F5032-386E-B438-BEC0-7F609CBB3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676" y="2104687"/>
            <a:ext cx="5839640" cy="152421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95D2E40-E2E8-A084-FC25-33E402BD4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27" y="3591476"/>
            <a:ext cx="2010056" cy="28388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E67B2E-8E39-E008-65CE-11C5C2AFC987}"/>
              </a:ext>
            </a:extLst>
          </p:cNvPr>
          <p:cNvSpPr txBox="1"/>
          <p:nvPr/>
        </p:nvSpPr>
        <p:spPr>
          <a:xfrm>
            <a:off x="3829773" y="3544555"/>
            <a:ext cx="6096964" cy="2931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defineConfig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vite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react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'@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vitejs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/plugin-react'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tailwindcss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'@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tailwindcss</a:t>
            </a:r>
            <a:r>
              <a:rPr lang="en-US" altLang="ko-KR" sz="11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vite</a:t>
            </a:r>
            <a:r>
              <a:rPr lang="en-US" altLang="ko-KR" sz="11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endParaRPr lang="en-US" altLang="ko-KR" sz="11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https://vite.dev/config/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defineConfig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plugins: [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react(),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tailwindcss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9781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7A1A0D-6234-AE41-DE61-7428420F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D099F3-1396-D83E-FFA7-9B51385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10" name="Shape 568">
            <a:extLst>
              <a:ext uri="{FF2B5EF4-FFF2-40B4-BE49-F238E27FC236}">
                <a16:creationId xmlns:a16="http://schemas.microsoft.com/office/drawing/2014/main" id="{A3608D61-888C-9379-14DF-A5348AA7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27" y="136527"/>
            <a:ext cx="11095008" cy="54451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vite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프로젝트에서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en-US" altLang="ko-KR" dirty="0">
                <a:latin typeface="다음_SemiBold" pitchFamily="2" charset="-127"/>
                <a:ea typeface="다음_SemiBold" pitchFamily="2" charset="-127"/>
              </a:rPr>
              <a:t>tailwind-</a:t>
            </a:r>
            <a:r>
              <a:rPr lang="en-US" altLang="ko-KR" dirty="0" err="1">
                <a:latin typeface="다음_SemiBold" pitchFamily="2" charset="-127"/>
                <a:ea typeface="다음_SemiBold" pitchFamily="2" charset="-127"/>
              </a:rPr>
              <a:t>css</a:t>
            </a:r>
            <a:r>
              <a:rPr lang="ko-KR" altLang="en-US" dirty="0">
                <a:latin typeface="다음_SemiBold" pitchFamily="2" charset="-127"/>
                <a:ea typeface="다음_SemiBold" pitchFamily="2" charset="-127"/>
              </a:rPr>
              <a:t> 라이브러리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D1EE88-8B27-CEDB-B12B-925FCEACC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66" y="1037122"/>
            <a:ext cx="1400370" cy="1114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6D1B9E-D252-8D55-97E4-ADE5815B0747}"/>
              </a:ext>
            </a:extLst>
          </p:cNvPr>
          <p:cNvSpPr txBox="1"/>
          <p:nvPr/>
        </p:nvSpPr>
        <p:spPr>
          <a:xfrm>
            <a:off x="2406087" y="1211100"/>
            <a:ext cx="6096964" cy="3152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tailwindcss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2226B1-3533-1235-1D05-C7C6C7387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66" y="3032063"/>
            <a:ext cx="1752845" cy="12574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9F71CCE-4626-97C7-A6B3-295A5BBBC026}"/>
              </a:ext>
            </a:extLst>
          </p:cNvPr>
          <p:cNvSpPr txBox="1"/>
          <p:nvPr/>
        </p:nvSpPr>
        <p:spPr>
          <a:xfrm>
            <a:off x="2406087" y="1786325"/>
            <a:ext cx="6096964" cy="35721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'text-3xl bg-amber-200 border-1 m-3'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Hello World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1650"/>
              </a:lnSpc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</a:t>
            </a:r>
          </a:p>
          <a:p>
            <a:pPr>
              <a:lnSpc>
                <a:spcPts val="165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B656A30-1843-AACD-DF39-B5362FB1A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14" y="4049955"/>
            <a:ext cx="7211431" cy="22767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15143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3. Maria DB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92079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Maria DB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Maria DB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latin typeface="+mn-ea"/>
                <a:sym typeface="Wingdings" panose="05000000000000000000" pitchFamily="2" charset="2"/>
              </a:rPr>
              <a:t> 오픈소스의 관계형 데이터베이스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MySQL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과 동일한 소스코드 기반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hlinkClick r:id="rId3"/>
              </a:rPr>
              <a:t>https://mariadb.org/download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10 </a:t>
            </a:r>
            <a:r>
              <a:rPr lang="ko-KR" altLang="en-US" dirty="0">
                <a:latin typeface="+mn-ea"/>
              </a:rPr>
              <a:t>버전을 다운로드 및 설치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12D847B-8851-D8D2-B44A-4725FD4C1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838" y="3082347"/>
            <a:ext cx="4642418" cy="33450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D7D134-492A-6A7B-A8BF-390D61F0036C}"/>
              </a:ext>
            </a:extLst>
          </p:cNvPr>
          <p:cNvSpPr txBox="1"/>
          <p:nvPr/>
        </p:nvSpPr>
        <p:spPr>
          <a:xfrm>
            <a:off x="6623775" y="3082347"/>
            <a:ext cx="51457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600" dirty="0">
                <a:effectLst/>
                <a:latin typeface="+mn-ea"/>
                <a:cs typeface="Arial" panose="020B0604020202020204" pitchFamily="34" charset="0"/>
              </a:rPr>
              <a:t>데이터베이스 내의 모든 문자셋은 </a:t>
            </a:r>
            <a:r>
              <a:rPr lang="en-US" altLang="ko-KR" sz="1600" dirty="0">
                <a:effectLst/>
                <a:latin typeface="+mn-ea"/>
                <a:cs typeface="Arial" panose="020B0604020202020204" pitchFamily="34" charset="0"/>
              </a:rPr>
              <a:t>‘UTF-8’</a:t>
            </a:r>
            <a:r>
              <a:rPr lang="ko-KR" altLang="ko-KR" sz="1600" dirty="0">
                <a:effectLst/>
                <a:latin typeface="+mn-ea"/>
                <a:cs typeface="Arial" panose="020B0604020202020204" pitchFamily="34" charset="0"/>
              </a:rPr>
              <a:t>로 지정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D0C6D52-90D6-11BC-4C0C-F4BFABD539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52672" y="3437101"/>
            <a:ext cx="3205988" cy="250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991568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Maria DB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스키마</a:t>
            </a:r>
            <a:r>
              <a:rPr lang="en-US" altLang="ko-KR" b="1" dirty="0"/>
              <a:t>/</a:t>
            </a:r>
            <a:r>
              <a:rPr lang="ko-KR" altLang="en-US" b="1" dirty="0"/>
              <a:t>계정 생성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latin typeface="+mn-ea"/>
                <a:sym typeface="Wingdings" panose="05000000000000000000" pitchFamily="2" charset="2"/>
              </a:rPr>
              <a:t> 오픈소스의 관계형 데이터베이스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MySQL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과 동일한 소스코드 기반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hlinkClick r:id="rId3"/>
              </a:rPr>
              <a:t>https://mariadb.org/download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10 </a:t>
            </a:r>
            <a:r>
              <a:rPr lang="ko-KR" altLang="en-US" dirty="0">
                <a:latin typeface="+mn-ea"/>
              </a:rPr>
              <a:t>버전을 다운로드 및 설치</a:t>
            </a:r>
            <a:endParaRPr lang="en-US" altLang="ko-KR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HeidSQL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접속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D7D134-492A-6A7B-A8BF-390D61F0036C}"/>
              </a:ext>
            </a:extLst>
          </p:cNvPr>
          <p:cNvSpPr txBox="1"/>
          <p:nvPr/>
        </p:nvSpPr>
        <p:spPr>
          <a:xfrm>
            <a:off x="6269966" y="3535052"/>
            <a:ext cx="5748069" cy="2893100"/>
          </a:xfrm>
          <a:prstGeom prst="rect">
            <a:avLst/>
          </a:prstGeom>
          <a:noFill/>
          <a:ln w="38100">
            <a:solidFill>
              <a:srgbClr val="66FFFF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DATABASE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808000"/>
                </a:solidFill>
                <a:latin typeface="Courier New" panose="02070309020205020404" pitchFamily="49" charset="0"/>
              </a:rPr>
              <a:t>malldb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ko-KR" altLang="en-US" sz="14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USER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malldbuser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@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'localhost'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IDENTIFIED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malldbuser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ko-KR" altLang="en-US" sz="14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USER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malldbuser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@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'%'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IDENTIFIED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BY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malldbuser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ko-KR" altLang="en-US" sz="14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GRANT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PRIVILEGES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malldb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.*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malldbuser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@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'localhost'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ko-KR" altLang="en-US" sz="14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GRANT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PRIVILEGES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808000"/>
                </a:solidFill>
                <a:latin typeface="Courier New" panose="02070309020205020404" pitchFamily="49" charset="0"/>
              </a:rPr>
              <a:t>malldb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.*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TO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ourier New" panose="02070309020205020404" pitchFamily="49" charset="0"/>
              </a:rPr>
              <a:t>malldbuser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@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'%'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endParaRPr lang="ko-KR" altLang="en-US" sz="14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E40A73-CAFA-25BA-FA6C-DC9B9BA0F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004" y="3535052"/>
            <a:ext cx="4107937" cy="289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11954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4.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스프링 부트 설정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173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설정</a:t>
            </a:r>
            <a:endParaRPr lang="en-US" altLang="ko-KR" b="1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JDK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설치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- 17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이상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latin typeface="+mn-ea"/>
                <a:sym typeface="Wingdings" panose="05000000000000000000" pitchFamily="2" charset="2"/>
              </a:rPr>
              <a:t> STS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플러그인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설치</a:t>
            </a: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056745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JDK </a:t>
            </a:r>
            <a:r>
              <a:rPr lang="ko-KR" altLang="en-US" b="1" dirty="0"/>
              <a:t>설치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ko-KR" altLang="en-US" dirty="0">
                <a:latin typeface="+mn-ea"/>
                <a:sym typeface="Wingdings" panose="05000000000000000000" pitchFamily="2" charset="2"/>
              </a:rPr>
              <a:t>스프링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부트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3.x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이상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버전은 반드시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17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버전 이상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JDK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설치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pPr lvl="1"/>
            <a:r>
              <a:rPr lang="en-US" altLang="ko-KR" b="1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‘AWS</a:t>
            </a:r>
            <a:r>
              <a:rPr lang="ko-KR" altLang="en-US" b="1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의 </a:t>
            </a:r>
            <a:r>
              <a:rPr lang="en-US" altLang="ko-KR" b="1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Amazon </a:t>
            </a:r>
            <a:r>
              <a:rPr lang="en-US" altLang="ko-KR" b="1" dirty="0" err="1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Corretto</a:t>
            </a:r>
            <a:r>
              <a:rPr lang="en-US" altLang="ko-KR" b="1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 17’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Open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JDK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설치 </a:t>
            </a:r>
            <a:br>
              <a:rPr lang="en-US" altLang="ko-KR" b="1" dirty="0">
                <a:latin typeface="+mn-ea"/>
                <a:sym typeface="Wingdings" panose="05000000000000000000" pitchFamily="2" charset="2"/>
              </a:rPr>
            </a:b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+mn-ea"/>
                <a:sym typeface="Wingdings" panose="05000000000000000000" pitchFamily="2" charset="2"/>
                <a:hlinkClick r:id="rId3"/>
              </a:rPr>
              <a:t>https://docs.aws.amazon.com/corretto/latest/corretto-17-ug/downloads-list.html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88294B-21A2-F0BE-4E61-19B26661D0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20"/>
          <a:stretch/>
        </p:blipFill>
        <p:spPr>
          <a:xfrm>
            <a:off x="1885807" y="3429000"/>
            <a:ext cx="8740897" cy="9284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55A986-3D14-76DC-018C-018A9C828D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5037"/>
          <a:stretch/>
        </p:blipFill>
        <p:spPr>
          <a:xfrm>
            <a:off x="1884630" y="4547934"/>
            <a:ext cx="7629525" cy="18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69279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STS </a:t>
            </a:r>
            <a:r>
              <a:rPr lang="ko-KR" altLang="en-US" b="1" dirty="0"/>
              <a:t>플러그인 설치</a:t>
            </a:r>
            <a:endParaRPr lang="en-US" altLang="ko-KR" b="1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latin typeface="+mn-ea"/>
                <a:sym typeface="Wingdings" panose="05000000000000000000" pitchFamily="2" charset="2"/>
              </a:rPr>
              <a:t>VSCode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에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STS(Spring Tool Suites)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를 플러그인으로 설치</a:t>
            </a:r>
            <a:br>
              <a:rPr lang="en-US" altLang="ko-KR" dirty="0">
                <a:latin typeface="+mn-ea"/>
                <a:sym typeface="Wingdings" panose="05000000000000000000" pitchFamily="2" charset="2"/>
              </a:rPr>
            </a:br>
            <a:r>
              <a:rPr lang="en-US" altLang="ko-KR" dirty="0">
                <a:latin typeface="+mn-ea"/>
                <a:sym typeface="Wingdings" panose="05000000000000000000" pitchFamily="2" charset="2"/>
              </a:rPr>
              <a:t>  </a:t>
            </a:r>
            <a:r>
              <a:rPr lang="en-US" altLang="ko-KR" dirty="0">
                <a:latin typeface="+mn-ea"/>
                <a:sym typeface="Wingdings" panose="05000000000000000000" pitchFamily="2" charset="2"/>
                <a:hlinkClick r:id="rId3"/>
              </a:rPr>
              <a:t>https://spring.io/tools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에서 플러그인 제공</a:t>
            </a: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6551E0-E9C5-F6F4-4BB6-26D46BD83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980" y="3087737"/>
            <a:ext cx="2982800" cy="3339638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41B8B2-3FED-C92B-D6DB-D7D7D492C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389" y="3087737"/>
            <a:ext cx="5922035" cy="1617727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2D0046-A689-3588-5AD8-241F816609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6771"/>
          <a:stretch/>
        </p:blipFill>
        <p:spPr>
          <a:xfrm>
            <a:off x="5541388" y="4882714"/>
            <a:ext cx="5922036" cy="1544661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4237443810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생성</a:t>
            </a:r>
            <a:endParaRPr lang="en-US" altLang="ko-KR" b="1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  <a:sym typeface="Wingdings" panose="05000000000000000000" pitchFamily="2" charset="2"/>
              </a:rPr>
              <a:t> 프로젝트 폴더 생성</a:t>
            </a: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93F02F9-A2C2-2D08-ABB2-51374C841E0E}"/>
              </a:ext>
            </a:extLst>
          </p:cNvPr>
          <p:cNvGrpSpPr/>
          <p:nvPr/>
        </p:nvGrpSpPr>
        <p:grpSpPr>
          <a:xfrm>
            <a:off x="1608822" y="2568449"/>
            <a:ext cx="4198364" cy="1510492"/>
            <a:chOff x="2966282" y="5339929"/>
            <a:chExt cx="2924175" cy="105206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5BBAACB-4766-B494-5CF9-8966DDE4EB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7251" b="-3632"/>
            <a:stretch/>
          </p:blipFill>
          <p:spPr>
            <a:xfrm>
              <a:off x="2966282" y="5339929"/>
              <a:ext cx="2924175" cy="39483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9B4C542-DADF-8C94-3691-1DDB08C79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6282" y="5734767"/>
              <a:ext cx="2924175" cy="657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359888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생성</a:t>
            </a:r>
            <a:endParaRPr lang="en-US" altLang="ko-KR" b="1" dirty="0">
              <a:latin typeface="+mn-ea"/>
            </a:endParaRPr>
          </a:p>
          <a:p>
            <a:pPr marL="914389" lvl="1" indent="-457200">
              <a:buFont typeface="+mj-lt"/>
              <a:buAutoNum type="arabicPeriod"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Ctrl + Shift + P 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'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명령 팔레트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’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메뉴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pPr marL="914389" lvl="1" indent="-457200">
              <a:buFont typeface="+mj-lt"/>
              <a:buAutoNum type="arabicPeriod"/>
            </a:pPr>
            <a:r>
              <a:rPr lang="en-US" altLang="ko-KR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'Spring'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으로 검색하거나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Spring Boot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메뉴를 이용해서 프로젝트 생성</a:t>
            </a: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2A9156-76F8-D365-5A2D-0CDDBFAF6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62" y="3074010"/>
            <a:ext cx="85248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04047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F8BBB378-966F-FDDF-3756-EB038721B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24" y="3228390"/>
            <a:ext cx="3355082" cy="1283042"/>
          </a:xfrm>
          <a:prstGeom prst="rect">
            <a:avLst/>
          </a:prstGeom>
        </p:spPr>
      </p:pic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생성 </a:t>
            </a:r>
            <a:r>
              <a:rPr lang="en-US" altLang="ko-KR" b="1" dirty="0"/>
              <a:t>– 2025</a:t>
            </a:r>
            <a:r>
              <a:rPr lang="ko-KR" altLang="en-US" b="1" dirty="0"/>
              <a:t>년 </a:t>
            </a:r>
            <a:r>
              <a:rPr lang="en-US" altLang="ko-KR" b="1" dirty="0"/>
              <a:t>3</a:t>
            </a:r>
            <a:r>
              <a:rPr lang="ko-KR" altLang="en-US" b="1" dirty="0"/>
              <a:t>월 현재 </a:t>
            </a:r>
            <a:r>
              <a:rPr lang="en-US" altLang="ko-KR" b="1" dirty="0"/>
              <a:t>3.4.3</a:t>
            </a:r>
            <a:r>
              <a:rPr lang="ko-KR" altLang="en-US" b="1" dirty="0"/>
              <a:t> </a:t>
            </a:r>
            <a:endParaRPr lang="en-US" altLang="ko-KR" b="1" dirty="0">
              <a:latin typeface="+mn-ea"/>
            </a:endParaRPr>
          </a:p>
          <a:p>
            <a:pPr marL="914389" lvl="1" indent="-457200">
              <a:buFont typeface="+mj-lt"/>
              <a:buAutoNum type="arabicPeriod"/>
            </a:pP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4E7C09-2A95-37F8-6E9C-4F522E2141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45" r="1892" b="8502"/>
          <a:stretch/>
        </p:blipFill>
        <p:spPr>
          <a:xfrm>
            <a:off x="892404" y="3718723"/>
            <a:ext cx="5203596" cy="144194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F002AEA-244C-9F65-176E-69A0B1F022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64" r="3458" b="14968"/>
          <a:stretch/>
        </p:blipFill>
        <p:spPr>
          <a:xfrm>
            <a:off x="892404" y="5307355"/>
            <a:ext cx="5203596" cy="10969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893CD45-952D-3B81-5690-B747C5A99CE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534" r="5796" b="28564"/>
          <a:stretch/>
        </p:blipFill>
        <p:spPr>
          <a:xfrm>
            <a:off x="6264161" y="2010039"/>
            <a:ext cx="5203596" cy="11058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893C827-D403-23B6-9A82-90650D59F23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445" r="38398" b="23855"/>
          <a:stretch/>
        </p:blipFill>
        <p:spPr>
          <a:xfrm>
            <a:off x="6264161" y="3240058"/>
            <a:ext cx="2488677" cy="12597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1C54027-31AD-BFAE-1010-A5EE8D4B68F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544" r="7892" b="50309"/>
          <a:stretch/>
        </p:blipFill>
        <p:spPr>
          <a:xfrm>
            <a:off x="6264161" y="4918333"/>
            <a:ext cx="5203596" cy="1485971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5AEF4BF-6C8C-6313-E785-D4C0D03F0193}"/>
              </a:ext>
            </a:extLst>
          </p:cNvPr>
          <p:cNvSpPr/>
          <p:nvPr/>
        </p:nvSpPr>
        <p:spPr>
          <a:xfrm>
            <a:off x="923027" y="3718723"/>
            <a:ext cx="346869" cy="3468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94941EA-218F-3D92-93A9-4B1F0BD289C4}"/>
              </a:ext>
            </a:extLst>
          </p:cNvPr>
          <p:cNvSpPr/>
          <p:nvPr/>
        </p:nvSpPr>
        <p:spPr>
          <a:xfrm>
            <a:off x="923027" y="5303052"/>
            <a:ext cx="346869" cy="3468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B76B978-2228-4B64-E671-019EA69D24B5}"/>
              </a:ext>
            </a:extLst>
          </p:cNvPr>
          <p:cNvSpPr/>
          <p:nvPr/>
        </p:nvSpPr>
        <p:spPr>
          <a:xfrm>
            <a:off x="6297096" y="2013532"/>
            <a:ext cx="346869" cy="3468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</a:t>
            </a:r>
            <a:endParaRPr lang="ko-KR" altLang="en-US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A335224-BAD0-9EA3-0F85-AC002EE98A7B}"/>
              </a:ext>
            </a:extLst>
          </p:cNvPr>
          <p:cNvSpPr/>
          <p:nvPr/>
        </p:nvSpPr>
        <p:spPr>
          <a:xfrm>
            <a:off x="6297096" y="3243758"/>
            <a:ext cx="346869" cy="3468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5</a:t>
            </a:r>
            <a:endParaRPr lang="ko-KR" altLang="en-US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9786121-7017-4288-6896-0D8CE647A4BD}"/>
              </a:ext>
            </a:extLst>
          </p:cNvPr>
          <p:cNvSpPr/>
          <p:nvPr/>
        </p:nvSpPr>
        <p:spPr>
          <a:xfrm>
            <a:off x="9191124" y="3243758"/>
            <a:ext cx="346869" cy="3468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6</a:t>
            </a:r>
            <a:endParaRPr lang="ko-KR" altLang="en-US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D55F6A5-4F9D-04ED-E288-88952EDAC06F}"/>
              </a:ext>
            </a:extLst>
          </p:cNvPr>
          <p:cNvSpPr/>
          <p:nvPr/>
        </p:nvSpPr>
        <p:spPr>
          <a:xfrm>
            <a:off x="6297096" y="4955198"/>
            <a:ext cx="346869" cy="3468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7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569791B-503D-7474-8F7F-914AED857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503" y="1947744"/>
            <a:ext cx="2193078" cy="1175840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96602AD5-D46A-1788-C9BB-F30E61DB65FF}"/>
              </a:ext>
            </a:extLst>
          </p:cNvPr>
          <p:cNvSpPr/>
          <p:nvPr/>
        </p:nvSpPr>
        <p:spPr>
          <a:xfrm>
            <a:off x="929968" y="1986065"/>
            <a:ext cx="346869" cy="3468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BA8D801-D5F6-7D8A-AB10-4FB16DCCA6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0765" y="2463833"/>
            <a:ext cx="4829316" cy="101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30487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566195" y="824375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생성</a:t>
            </a:r>
            <a:endParaRPr lang="en-US" altLang="ko-KR" b="1" dirty="0">
              <a:latin typeface="+mn-ea"/>
            </a:endParaRPr>
          </a:p>
          <a:p>
            <a:pPr marL="914389" lvl="1" indent="-457200">
              <a:buFont typeface="+mj-lt"/>
              <a:buAutoNum type="arabicPeriod"/>
            </a:pP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F5BB522-DD99-0A4D-2120-98F7597D6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012" y="2048082"/>
            <a:ext cx="5832200" cy="4374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BB96E1-E0AB-3721-6DDE-7C785E3D3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95" y="1904746"/>
            <a:ext cx="4845406" cy="240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1608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생성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Spring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라이브러리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설정</a:t>
            </a:r>
            <a:br>
              <a:rPr lang="en-US" altLang="ko-KR" dirty="0">
                <a:latin typeface="+mn-ea"/>
                <a:sym typeface="Wingdings" panose="05000000000000000000" pitchFamily="2" charset="2"/>
              </a:rPr>
            </a:b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latin typeface="+mn-ea"/>
                <a:sym typeface="Wingdings" panose="05000000000000000000" pitchFamily="2" charset="2"/>
              </a:rPr>
              <a:t>build.gradle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파일의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dependencies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항목은 다음과 같이 작성되었는지 확인</a:t>
            </a: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D5D66-0AC7-FE83-71C4-36C0D5780600}"/>
              </a:ext>
            </a:extLst>
          </p:cNvPr>
          <p:cNvSpPr txBox="1"/>
          <p:nvPr/>
        </p:nvSpPr>
        <p:spPr>
          <a:xfrm>
            <a:off x="1715678" y="3028075"/>
            <a:ext cx="9775596" cy="2713307"/>
          </a:xfrm>
          <a:prstGeom prst="rect">
            <a:avLst/>
          </a:prstGeom>
          <a:noFill/>
          <a:ln w="38100">
            <a:solidFill>
              <a:srgbClr val="66FFF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dependencies {</a:t>
            </a: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implementation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org.springframework.boot:spring-boot-starter-data-jpa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implementation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org.springframework.boot:spring-boot-starter-web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compileOnly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org.projectlombok:lombok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developmentOnly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org.springframework.boot:spring-boot-devtools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runtimeOnly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org.mariadb.jdbc:mariadb-java-client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annotationProcessor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org.projectlombok:lombok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testImplementation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org.springframework.boot:spring-boot-starter-test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testRuntimeOnly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org.junit.platform:junit-platform-launcher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660929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실행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latin typeface="+mn-ea"/>
                <a:sym typeface="Wingdings" panose="05000000000000000000" pitchFamily="2" charset="2"/>
              </a:rPr>
              <a:t>src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&gt;main&gt;java&gt;MallapiApplication.java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파일 실행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: </a:t>
            </a:r>
            <a:r>
              <a:rPr lang="en-US" altLang="ko-KR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‘Start Debugging’ </a:t>
            </a:r>
            <a:r>
              <a:rPr lang="ko-KR" altLang="en-US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또는 </a:t>
            </a:r>
            <a:r>
              <a:rPr lang="en-US" altLang="ko-KR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F11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1924AC-4C04-DBC4-3B57-086CDB85C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341" y="2528760"/>
            <a:ext cx="10090107" cy="353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82690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실행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latin typeface="+mn-ea"/>
                <a:sym typeface="Wingdings" panose="05000000000000000000" pitchFamily="2" charset="2"/>
              </a:rPr>
              <a:t>src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&gt;main&gt;java&gt;MallapiApplication.java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파일 실행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: </a:t>
            </a:r>
            <a:r>
              <a:rPr lang="en-US" altLang="ko-KR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‘Start Debugging’ </a:t>
            </a:r>
            <a:r>
              <a:rPr lang="ko-KR" altLang="en-US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또는 </a:t>
            </a:r>
            <a:r>
              <a:rPr lang="en-US" altLang="ko-KR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F11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0C8EB8-9DC6-224E-A8C4-9983AA91E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99" y="2630869"/>
            <a:ext cx="7924800" cy="234315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3263517902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실행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ko-KR" altLang="en-US" b="1" dirty="0">
                <a:latin typeface="+mn-ea"/>
                <a:sym typeface="Wingdings" panose="05000000000000000000" pitchFamily="2" charset="2"/>
              </a:rPr>
              <a:t>데이터베이스 설정 및 확인</a:t>
            </a:r>
            <a:endParaRPr lang="en-US" altLang="ko-KR" b="1" dirty="0">
              <a:latin typeface="+mn-ea"/>
              <a:sym typeface="Wingdings" panose="05000000000000000000" pitchFamily="2" charset="2"/>
            </a:endParaRPr>
          </a:p>
          <a:p>
            <a:pPr marL="457189" lvl="1" indent="0">
              <a:buNone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 main/resources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폴더 내 </a:t>
            </a:r>
            <a:r>
              <a:rPr lang="en-US" altLang="ko-KR" dirty="0" err="1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application.properties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파일에서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설정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6A385F-F7CA-AF1B-B1C7-FB68A89AD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34" y="3226069"/>
            <a:ext cx="2581275" cy="2019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A86090-CAF1-B2F8-14CA-51827D309381}"/>
              </a:ext>
            </a:extLst>
          </p:cNvPr>
          <p:cNvSpPr txBox="1"/>
          <p:nvPr/>
        </p:nvSpPr>
        <p:spPr>
          <a:xfrm>
            <a:off x="2922608" y="3226069"/>
            <a:ext cx="9095427" cy="3149324"/>
          </a:xfrm>
          <a:prstGeom prst="rect">
            <a:avLst/>
          </a:prstGeom>
          <a:noFill/>
          <a:ln w="38100">
            <a:solidFill>
              <a:srgbClr val="66FFF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spring.application.name=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mallapi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spring.datasource.driver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-class-name=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org.mariadb.jdbc.Driver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spring.datasource.url=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jdbc:mariadb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malldb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spring.datasource.username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malldbuser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spring.datasource.password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malldbuser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spring.jpa.hibernate.ddl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-auto=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update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spring.jpa.properties.hibernate.format_sql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spring.jpa.show-sql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43774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스프링 부트 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스프링 부트 프로젝트 재 실행</a:t>
            </a:r>
            <a:endParaRPr lang="en-US" altLang="ko-KR" b="1" dirty="0">
              <a:latin typeface="+mn-ea"/>
            </a:endParaRPr>
          </a:p>
          <a:p>
            <a:pPr marL="457189" lvl="1" indent="0">
              <a:buNone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latin typeface="+mn-ea"/>
                <a:sym typeface="Wingdings" panose="05000000000000000000" pitchFamily="2" charset="2"/>
              </a:rPr>
              <a:t>src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&gt;main&gt;java&gt;MallapiApplication.java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파일 실행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: </a:t>
            </a:r>
            <a:r>
              <a:rPr lang="en-US" altLang="ko-KR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‘Start Debugging’ </a:t>
            </a:r>
            <a:r>
              <a:rPr lang="ko-KR" altLang="en-US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또는 </a:t>
            </a:r>
            <a:r>
              <a:rPr lang="en-US" altLang="ko-KR" dirty="0">
                <a:highlight>
                  <a:srgbClr val="FFFF00"/>
                </a:highlight>
                <a:latin typeface="+mn-ea"/>
                <a:sym typeface="Wingdings" panose="05000000000000000000" pitchFamily="2" charset="2"/>
              </a:rPr>
              <a:t>F11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B2BFC2-1B60-969F-E74D-B90AAC4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70F5E-2DFD-9473-077E-1819E5A5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2D570F-0CE4-0D4B-7074-E5929A611427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B440F8-D2D7-5FCD-B4B5-67597D617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593974"/>
            <a:ext cx="8900671" cy="255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07841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07CD24CB-ADB7-42D5-B7CA-D6B8E1847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7534439-A97B-B4DA-2F3B-8929FCB88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57" y="1716834"/>
            <a:ext cx="7414727" cy="2084068"/>
          </a:xfrm>
        </p:spPr>
        <p:txBody>
          <a:bodyPr>
            <a:normAutofit/>
          </a:bodyPr>
          <a:lstStyle/>
          <a:p>
            <a:r>
              <a:rPr lang="ko-KR" alt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감사합니다</a:t>
            </a:r>
            <a:r>
              <a:rPr lang="en-US" altLang="ko-KR" sz="44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sz="4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BDFA11BA-59A2-6FCF-870A-850913B58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8836" y="4220626"/>
            <a:ext cx="6074328" cy="1019427"/>
          </a:xfrm>
        </p:spPr>
        <p:txBody>
          <a:bodyPr>
            <a:normAutofit/>
          </a:bodyPr>
          <a:lstStyle/>
          <a:p>
            <a:endParaRPr lang="ko-KR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Freeform: Shape 45">
            <a:extLst>
              <a:ext uri="{FF2B5EF4-FFF2-40B4-BE49-F238E27FC236}">
                <a16:creationId xmlns:a16="http://schemas.microsoft.com/office/drawing/2014/main" id="{3D916803-DB5B-41EA-A592-86425F415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00501"/>
            <a:ext cx="12192000" cy="1157500"/>
          </a:xfrm>
          <a:custGeom>
            <a:avLst/>
            <a:gdLst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05350 w 12192000"/>
              <a:gd name="connsiteY91" fmla="*/ 106344 h 1163932"/>
              <a:gd name="connsiteX92" fmla="*/ 8228227 w 12192000"/>
              <a:gd name="connsiteY92" fmla="*/ 112404 h 1163932"/>
              <a:gd name="connsiteX93" fmla="*/ 8229109 w 12192000"/>
              <a:gd name="connsiteY93" fmla="*/ 109777 h 1163932"/>
              <a:gd name="connsiteX94" fmla="*/ 8237963 w 12192000"/>
              <a:gd name="connsiteY94" fmla="*/ 113428 h 1163932"/>
              <a:gd name="connsiteX95" fmla="*/ 8248358 w 12192000"/>
              <a:gd name="connsiteY95" fmla="*/ 112494 h 1163932"/>
              <a:gd name="connsiteX96" fmla="*/ 8249309 w 12192000"/>
              <a:gd name="connsiteY96" fmla="*/ 113130 h 1163932"/>
              <a:gd name="connsiteX97" fmla="*/ 8249997 w 12192000"/>
              <a:gd name="connsiteY97" fmla="*/ 112347 h 1163932"/>
              <a:gd name="connsiteX98" fmla="*/ 8272162 w 12192000"/>
              <a:gd name="connsiteY98" fmla="*/ 110356 h 1163932"/>
              <a:gd name="connsiteX99" fmla="*/ 8292349 w 12192000"/>
              <a:gd name="connsiteY99" fmla="*/ 103912 h 1163932"/>
              <a:gd name="connsiteX100" fmla="*/ 8292491 w 12192000"/>
              <a:gd name="connsiteY100" fmla="*/ 103935 h 1163932"/>
              <a:gd name="connsiteX101" fmla="*/ 8307239 w 12192000"/>
              <a:gd name="connsiteY101" fmla="*/ 101023 h 1163932"/>
              <a:gd name="connsiteX102" fmla="*/ 8339282 w 12192000"/>
              <a:gd name="connsiteY102" fmla="*/ 115374 h 1163932"/>
              <a:gd name="connsiteX103" fmla="*/ 8346156 w 12192000"/>
              <a:gd name="connsiteY103" fmla="*/ 117659 h 1163932"/>
              <a:gd name="connsiteX104" fmla="*/ 8346467 w 12192000"/>
              <a:gd name="connsiteY104" fmla="*/ 117456 h 1163932"/>
              <a:gd name="connsiteX105" fmla="*/ 8354069 w 12192000"/>
              <a:gd name="connsiteY105" fmla="*/ 119374 h 1163932"/>
              <a:gd name="connsiteX106" fmla="*/ 8358687 w 12192000"/>
              <a:gd name="connsiteY106" fmla="*/ 121825 h 1163932"/>
              <a:gd name="connsiteX107" fmla="*/ 8433385 w 12192000"/>
              <a:gd name="connsiteY107" fmla="*/ 106101 h 1163932"/>
              <a:gd name="connsiteX108" fmla="*/ 8533779 w 12192000"/>
              <a:gd name="connsiteY108" fmla="*/ 104806 h 1163932"/>
              <a:gd name="connsiteX109" fmla="*/ 8632833 w 12192000"/>
              <a:gd name="connsiteY109" fmla="*/ 106964 h 1163932"/>
              <a:gd name="connsiteX110" fmla="*/ 8668523 w 12192000"/>
              <a:gd name="connsiteY110" fmla="*/ 109411 h 1163932"/>
              <a:gd name="connsiteX111" fmla="*/ 8732893 w 12192000"/>
              <a:gd name="connsiteY111" fmla="*/ 106423 h 1163932"/>
              <a:gd name="connsiteX112" fmla="*/ 8764071 w 12192000"/>
              <a:gd name="connsiteY112" fmla="*/ 101019 h 1163932"/>
              <a:gd name="connsiteX113" fmla="*/ 8767004 w 12192000"/>
              <a:gd name="connsiteY113" fmla="*/ 97951 h 1163932"/>
              <a:gd name="connsiteX114" fmla="*/ 8772553 w 12192000"/>
              <a:gd name="connsiteY114" fmla="*/ 96746 h 1163932"/>
              <a:gd name="connsiteX115" fmla="*/ 8787201 w 12192000"/>
              <a:gd name="connsiteY115" fmla="*/ 98465 h 1163932"/>
              <a:gd name="connsiteX116" fmla="*/ 8792624 w 12192000"/>
              <a:gd name="connsiteY116" fmla="*/ 99935 h 1163932"/>
              <a:gd name="connsiteX117" fmla="*/ 8800741 w 12192000"/>
              <a:gd name="connsiteY117" fmla="*/ 100329 h 1163932"/>
              <a:gd name="connsiteX118" fmla="*/ 8800966 w 12192000"/>
              <a:gd name="connsiteY118" fmla="*/ 100077 h 1163932"/>
              <a:gd name="connsiteX119" fmla="*/ 8808513 w 12192000"/>
              <a:gd name="connsiteY119" fmla="*/ 100962 h 1163932"/>
              <a:gd name="connsiteX120" fmla="*/ 8845110 w 12192000"/>
              <a:gd name="connsiteY120" fmla="*/ 108611 h 1163932"/>
              <a:gd name="connsiteX121" fmla="*/ 8896773 w 12192000"/>
              <a:gd name="connsiteY121" fmla="*/ 86101 h 1163932"/>
              <a:gd name="connsiteX122" fmla="*/ 8917529 w 12192000"/>
              <a:gd name="connsiteY122" fmla="*/ 82805 h 1163932"/>
              <a:gd name="connsiteX123" fmla="*/ 8929546 w 12192000"/>
              <a:gd name="connsiteY123" fmla="*/ 78543 h 1163932"/>
              <a:gd name="connsiteX124" fmla="*/ 9026654 w 12192000"/>
              <a:gd name="connsiteY124" fmla="*/ 99852 h 1163932"/>
              <a:gd name="connsiteX125" fmla="*/ 9040737 w 12192000"/>
              <a:gd name="connsiteY125" fmla="*/ 105786 h 1163932"/>
              <a:gd name="connsiteX126" fmla="*/ 9052026 w 12192000"/>
              <a:gd name="connsiteY126" fmla="*/ 115808 h 1163932"/>
              <a:gd name="connsiteX127" fmla="*/ 9203241 w 12192000"/>
              <a:gd name="connsiteY127" fmla="*/ 118145 h 1163932"/>
              <a:gd name="connsiteX128" fmla="*/ 9415584 w 12192000"/>
              <a:gd name="connsiteY128" fmla="*/ 163588 h 1163932"/>
              <a:gd name="connsiteX129" fmla="*/ 9505102 w 12192000"/>
              <a:gd name="connsiteY129" fmla="*/ 147474 h 1163932"/>
              <a:gd name="connsiteX130" fmla="*/ 9643040 w 12192000"/>
              <a:gd name="connsiteY130" fmla="*/ 164665 h 1163932"/>
              <a:gd name="connsiteX131" fmla="*/ 9762999 w 12192000"/>
              <a:gd name="connsiteY131" fmla="*/ 169055 h 1163932"/>
              <a:gd name="connsiteX132" fmla="*/ 9776183 w 12192000"/>
              <a:gd name="connsiteY132" fmla="*/ 168623 h 1163932"/>
              <a:gd name="connsiteX133" fmla="*/ 9780532 w 12192000"/>
              <a:gd name="connsiteY133" fmla="*/ 162255 h 1163932"/>
              <a:gd name="connsiteX134" fmla="*/ 9824924 w 12192000"/>
              <a:gd name="connsiteY134" fmla="*/ 158079 h 1163932"/>
              <a:gd name="connsiteX135" fmla="*/ 9910588 w 12192000"/>
              <a:gd name="connsiteY135" fmla="*/ 160759 h 1163932"/>
              <a:gd name="connsiteX136" fmla="*/ 9924173 w 12192000"/>
              <a:gd name="connsiteY136" fmla="*/ 165023 h 1163932"/>
              <a:gd name="connsiteX137" fmla="*/ 10010969 w 12192000"/>
              <a:gd name="connsiteY137" fmla="*/ 162234 h 1163932"/>
              <a:gd name="connsiteX138" fmla="*/ 10070699 w 12192000"/>
              <a:gd name="connsiteY138" fmla="*/ 164286 h 1163932"/>
              <a:gd name="connsiteX139" fmla="*/ 10083825 w 12192000"/>
              <a:gd name="connsiteY139" fmla="*/ 168444 h 1163932"/>
              <a:gd name="connsiteX140" fmla="*/ 10097932 w 12192000"/>
              <a:gd name="connsiteY140" fmla="*/ 161160 h 1163932"/>
              <a:gd name="connsiteX141" fmla="*/ 10101779 w 12192000"/>
              <a:gd name="connsiteY141" fmla="*/ 155488 h 1163932"/>
              <a:gd name="connsiteX142" fmla="*/ 10149437 w 12192000"/>
              <a:gd name="connsiteY142" fmla="*/ 158598 h 1163932"/>
              <a:gd name="connsiteX143" fmla="*/ 10155104 w 12192000"/>
              <a:gd name="connsiteY143" fmla="*/ 158045 h 1163932"/>
              <a:gd name="connsiteX144" fmla="*/ 10250982 w 12192000"/>
              <a:gd name="connsiteY144" fmla="*/ 135074 h 1163932"/>
              <a:gd name="connsiteX145" fmla="*/ 10343301 w 12192000"/>
              <a:gd name="connsiteY145" fmla="*/ 97316 h 1163932"/>
              <a:gd name="connsiteX146" fmla="*/ 10366625 w 12192000"/>
              <a:gd name="connsiteY146" fmla="*/ 85860 h 1163932"/>
              <a:gd name="connsiteX147" fmla="*/ 10433505 w 12192000"/>
              <a:gd name="connsiteY147" fmla="*/ 71432 h 1163932"/>
              <a:gd name="connsiteX148" fmla="*/ 10547510 w 12192000"/>
              <a:gd name="connsiteY148" fmla="*/ 53678 h 1163932"/>
              <a:gd name="connsiteX149" fmla="*/ 10588150 w 12192000"/>
              <a:gd name="connsiteY149" fmla="*/ 38719 h 1163932"/>
              <a:gd name="connsiteX150" fmla="*/ 10589457 w 12192000"/>
              <a:gd name="connsiteY150" fmla="*/ 31728 h 1163932"/>
              <a:gd name="connsiteX151" fmla="*/ 10699976 w 12192000"/>
              <a:gd name="connsiteY151" fmla="*/ 49777 h 1163932"/>
              <a:gd name="connsiteX152" fmla="*/ 10812237 w 12192000"/>
              <a:gd name="connsiteY152" fmla="*/ 52759 h 1163932"/>
              <a:gd name="connsiteX153" fmla="*/ 10869837 w 12192000"/>
              <a:gd name="connsiteY153" fmla="*/ 72227 h 1163932"/>
              <a:gd name="connsiteX154" fmla="*/ 10881770 w 12192000"/>
              <a:gd name="connsiteY154" fmla="*/ 80104 h 1163932"/>
              <a:gd name="connsiteX155" fmla="*/ 10896899 w 12192000"/>
              <a:gd name="connsiteY155" fmla="*/ 77163 h 1163932"/>
              <a:gd name="connsiteX156" fmla="*/ 10901748 w 12192000"/>
              <a:gd name="connsiteY156" fmla="*/ 72784 h 1163932"/>
              <a:gd name="connsiteX157" fmla="*/ 10947419 w 12192000"/>
              <a:gd name="connsiteY157" fmla="*/ 89748 h 1163932"/>
              <a:gd name="connsiteX158" fmla="*/ 10953034 w 12192000"/>
              <a:gd name="connsiteY158" fmla="*/ 90870 h 1163932"/>
              <a:gd name="connsiteX159" fmla="*/ 10992070 w 12192000"/>
              <a:gd name="connsiteY159" fmla="*/ 95273 h 1163932"/>
              <a:gd name="connsiteX160" fmla="*/ 11112372 w 12192000"/>
              <a:gd name="connsiteY160" fmla="*/ 88679 h 1163932"/>
              <a:gd name="connsiteX161" fmla="*/ 11147719 w 12192000"/>
              <a:gd name="connsiteY161" fmla="*/ 86992 h 1163932"/>
              <a:gd name="connsiteX162" fmla="*/ 11172617 w 12192000"/>
              <a:gd name="connsiteY162" fmla="*/ 82697 h 1163932"/>
              <a:gd name="connsiteX163" fmla="*/ 11240397 w 12192000"/>
              <a:gd name="connsiteY163" fmla="*/ 88262 h 1163932"/>
              <a:gd name="connsiteX164" fmla="*/ 11270034 w 12192000"/>
              <a:gd name="connsiteY164" fmla="*/ 98379 h 1163932"/>
              <a:gd name="connsiteX165" fmla="*/ 11293091 w 12192000"/>
              <a:gd name="connsiteY165" fmla="*/ 98474 h 1163932"/>
              <a:gd name="connsiteX166" fmla="*/ 11310949 w 12192000"/>
              <a:gd name="connsiteY166" fmla="*/ 104274 h 1163932"/>
              <a:gd name="connsiteX167" fmla="*/ 11345279 w 12192000"/>
              <a:gd name="connsiteY167" fmla="*/ 101883 h 1163932"/>
              <a:gd name="connsiteX168" fmla="*/ 11354597 w 12192000"/>
              <a:gd name="connsiteY168" fmla="*/ 104385 h 1163932"/>
              <a:gd name="connsiteX169" fmla="*/ 11367725 w 12192000"/>
              <a:gd name="connsiteY169" fmla="*/ 104431 h 1163932"/>
              <a:gd name="connsiteX170" fmla="*/ 11399832 w 12192000"/>
              <a:gd name="connsiteY170" fmla="*/ 117048 h 1163932"/>
              <a:gd name="connsiteX171" fmla="*/ 11487595 w 12192000"/>
              <a:gd name="connsiteY171" fmla="*/ 158754 h 1163932"/>
              <a:gd name="connsiteX172" fmla="*/ 11590850 w 12192000"/>
              <a:gd name="connsiteY172" fmla="*/ 244984 h 1163932"/>
              <a:gd name="connsiteX173" fmla="*/ 11736204 w 12192000"/>
              <a:gd name="connsiteY173" fmla="*/ 283941 h 1163932"/>
              <a:gd name="connsiteX174" fmla="*/ 11760331 w 12192000"/>
              <a:gd name="connsiteY174" fmla="*/ 298368 h 1163932"/>
              <a:gd name="connsiteX175" fmla="*/ 11819139 w 12192000"/>
              <a:gd name="connsiteY175" fmla="*/ 310575 h 1163932"/>
              <a:gd name="connsiteX176" fmla="*/ 11821967 w 12192000"/>
              <a:gd name="connsiteY176" fmla="*/ 312222 h 1163932"/>
              <a:gd name="connsiteX177" fmla="*/ 11847125 w 12192000"/>
              <a:gd name="connsiteY177" fmla="*/ 303833 h 1163932"/>
              <a:gd name="connsiteX178" fmla="*/ 11980134 w 12192000"/>
              <a:gd name="connsiteY178" fmla="*/ 328343 h 1163932"/>
              <a:gd name="connsiteX179" fmla="*/ 12174576 w 12192000"/>
              <a:gd name="connsiteY179" fmla="*/ 382540 h 1163932"/>
              <a:gd name="connsiteX180" fmla="*/ 12192000 w 12192000"/>
              <a:gd name="connsiteY180" fmla="*/ 385665 h 1163932"/>
              <a:gd name="connsiteX181" fmla="*/ 12192000 w 12192000"/>
              <a:gd name="connsiteY181" fmla="*/ 1163932 h 1163932"/>
              <a:gd name="connsiteX182" fmla="*/ 0 w 12192000"/>
              <a:gd name="connsiteY182" fmla="*/ 1163932 h 1163932"/>
              <a:gd name="connsiteX183" fmla="*/ 0 w 12192000"/>
              <a:gd name="connsiteY183" fmla="*/ 489977 h 1163932"/>
              <a:gd name="connsiteX184" fmla="*/ 5331 w 12192000"/>
              <a:gd name="connsiteY184" fmla="*/ 489229 h 1163932"/>
              <a:gd name="connsiteX185" fmla="*/ 39902 w 12192000"/>
              <a:gd name="connsiteY185" fmla="*/ 478716 h 1163932"/>
              <a:gd name="connsiteX186" fmla="*/ 117880 w 12192000"/>
              <a:gd name="connsiteY186" fmla="*/ 427388 h 1163932"/>
              <a:gd name="connsiteX187" fmla="*/ 238140 w 12192000"/>
              <a:gd name="connsiteY187" fmla="*/ 385729 h 1163932"/>
              <a:gd name="connsiteX188" fmla="*/ 249589 w 12192000"/>
              <a:gd name="connsiteY188" fmla="*/ 385949 h 1163932"/>
              <a:gd name="connsiteX189" fmla="*/ 296963 w 12192000"/>
              <a:gd name="connsiteY189" fmla="*/ 362534 h 1163932"/>
              <a:gd name="connsiteX190" fmla="*/ 339235 w 12192000"/>
              <a:gd name="connsiteY190" fmla="*/ 330857 h 1163932"/>
              <a:gd name="connsiteX191" fmla="*/ 447152 w 12192000"/>
              <a:gd name="connsiteY191" fmla="*/ 333855 h 1163932"/>
              <a:gd name="connsiteX192" fmla="*/ 475247 w 12192000"/>
              <a:gd name="connsiteY192" fmla="*/ 343146 h 1163932"/>
              <a:gd name="connsiteX193" fmla="*/ 477967 w 12192000"/>
              <a:gd name="connsiteY193" fmla="*/ 344392 h 1163932"/>
              <a:gd name="connsiteX194" fmla="*/ 527683 w 12192000"/>
              <a:gd name="connsiteY194" fmla="*/ 339655 h 1163932"/>
              <a:gd name="connsiteX195" fmla="*/ 703732 w 12192000"/>
              <a:gd name="connsiteY195" fmla="*/ 323031 h 1163932"/>
              <a:gd name="connsiteX196" fmla="*/ 853391 w 12192000"/>
              <a:gd name="connsiteY196" fmla="*/ 310023 h 1163932"/>
              <a:gd name="connsiteX197" fmla="*/ 925332 w 12192000"/>
              <a:gd name="connsiteY197" fmla="*/ 305118 h 1163932"/>
              <a:gd name="connsiteX198" fmla="*/ 941286 w 12192000"/>
              <a:gd name="connsiteY198" fmla="*/ 295364 h 1163932"/>
              <a:gd name="connsiteX199" fmla="*/ 950845 w 12192000"/>
              <a:gd name="connsiteY199" fmla="*/ 293027 h 1163932"/>
              <a:gd name="connsiteX200" fmla="*/ 953292 w 12192000"/>
              <a:gd name="connsiteY200" fmla="*/ 287324 h 1163932"/>
              <a:gd name="connsiteX201" fmla="*/ 967499 w 12192000"/>
              <a:gd name="connsiteY201" fmla="*/ 280192 h 1163932"/>
              <a:gd name="connsiteX202" fmla="*/ 985161 w 12192000"/>
              <a:gd name="connsiteY202" fmla="*/ 277297 h 1163932"/>
              <a:gd name="connsiteX203" fmla="*/ 1069267 w 12192000"/>
              <a:gd name="connsiteY203" fmla="*/ 269198 h 1163932"/>
              <a:gd name="connsiteX204" fmla="*/ 1138407 w 12192000"/>
              <a:gd name="connsiteY204" fmla="*/ 252999 h 1163932"/>
              <a:gd name="connsiteX205" fmla="*/ 1164931 w 12192000"/>
              <a:gd name="connsiteY205" fmla="*/ 245054 h 1163932"/>
              <a:gd name="connsiteX206" fmla="*/ 1211622 w 12192000"/>
              <a:gd name="connsiteY206" fmla="*/ 227108 h 1163932"/>
              <a:gd name="connsiteX207" fmla="*/ 1274567 w 12192000"/>
              <a:gd name="connsiteY207" fmla="*/ 209812 h 1163932"/>
              <a:gd name="connsiteX208" fmla="*/ 1325029 w 12192000"/>
              <a:gd name="connsiteY208" fmla="*/ 214369 h 1163932"/>
              <a:gd name="connsiteX209" fmla="*/ 1356805 w 12192000"/>
              <a:gd name="connsiteY209" fmla="*/ 210054 h 1163932"/>
              <a:gd name="connsiteX210" fmla="*/ 1468752 w 12192000"/>
              <a:gd name="connsiteY210" fmla="*/ 221036 h 1163932"/>
              <a:gd name="connsiteX211" fmla="*/ 1650750 w 12192000"/>
              <a:gd name="connsiteY211" fmla="*/ 171522 h 1163932"/>
              <a:gd name="connsiteX212" fmla="*/ 1655056 w 12192000"/>
              <a:gd name="connsiteY212" fmla="*/ 178538 h 1163932"/>
              <a:gd name="connsiteX213" fmla="*/ 1683220 w 12192000"/>
              <a:gd name="connsiteY213" fmla="*/ 176084 h 1163932"/>
              <a:gd name="connsiteX214" fmla="*/ 1685599 w 12192000"/>
              <a:gd name="connsiteY214" fmla="*/ 171820 h 1163932"/>
              <a:gd name="connsiteX215" fmla="*/ 1689230 w 12192000"/>
              <a:gd name="connsiteY215" fmla="*/ 171091 h 1163932"/>
              <a:gd name="connsiteX216" fmla="*/ 1691052 w 12192000"/>
              <a:gd name="connsiteY216" fmla="*/ 175010 h 1163932"/>
              <a:gd name="connsiteX217" fmla="*/ 1735783 w 12192000"/>
              <a:gd name="connsiteY217" fmla="*/ 183832 h 1163932"/>
              <a:gd name="connsiteX218" fmla="*/ 1797102 w 12192000"/>
              <a:gd name="connsiteY218" fmla="*/ 188721 h 1163932"/>
              <a:gd name="connsiteX219" fmla="*/ 1845638 w 12192000"/>
              <a:gd name="connsiteY219" fmla="*/ 170206 h 1163932"/>
              <a:gd name="connsiteX220" fmla="*/ 1848980 w 12192000"/>
              <a:gd name="connsiteY220" fmla="*/ 173948 h 1163932"/>
              <a:gd name="connsiteX221" fmla="*/ 1880587 w 12192000"/>
              <a:gd name="connsiteY221" fmla="*/ 171938 h 1163932"/>
              <a:gd name="connsiteX222" fmla="*/ 1995803 w 12192000"/>
              <a:gd name="connsiteY222" fmla="*/ 138279 h 1163932"/>
              <a:gd name="connsiteX223" fmla="*/ 2057448 w 12192000"/>
              <a:gd name="connsiteY223" fmla="*/ 135082 h 1163932"/>
              <a:gd name="connsiteX224" fmla="*/ 2119088 w 12192000"/>
              <a:gd name="connsiteY224" fmla="*/ 119940 h 1163932"/>
              <a:gd name="connsiteX225" fmla="*/ 2138831 w 12192000"/>
              <a:gd name="connsiteY225" fmla="*/ 122626 h 1163932"/>
              <a:gd name="connsiteX226" fmla="*/ 2174180 w 12192000"/>
              <a:gd name="connsiteY226" fmla="*/ 117121 h 1163932"/>
              <a:gd name="connsiteX227" fmla="*/ 2214259 w 12192000"/>
              <a:gd name="connsiteY227" fmla="*/ 116974 h 1163932"/>
              <a:gd name="connsiteX228" fmla="*/ 2264911 w 12192000"/>
              <a:gd name="connsiteY228" fmla="*/ 108071 h 1163932"/>
              <a:gd name="connsiteX229" fmla="*/ 2298963 w 12192000"/>
              <a:gd name="connsiteY229" fmla="*/ 107788 h 1163932"/>
              <a:gd name="connsiteX230" fmla="*/ 2454058 w 12192000"/>
              <a:gd name="connsiteY230" fmla="*/ 73698 h 1163932"/>
              <a:gd name="connsiteX231" fmla="*/ 2534188 w 12192000"/>
              <a:gd name="connsiteY231" fmla="*/ 70162 h 1163932"/>
              <a:gd name="connsiteX232" fmla="*/ 2616912 w 12192000"/>
              <a:gd name="connsiteY232" fmla="*/ 51189 h 1163932"/>
              <a:gd name="connsiteX233" fmla="*/ 2698592 w 12192000"/>
              <a:gd name="connsiteY233" fmla="*/ 42305 h 1163932"/>
              <a:gd name="connsiteX234" fmla="*/ 2891953 w 12192000"/>
              <a:gd name="connsiteY234" fmla="*/ 34973 h 1163932"/>
              <a:gd name="connsiteX235" fmla="*/ 2955508 w 12192000"/>
              <a:gd name="connsiteY235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29109 w 12192000"/>
              <a:gd name="connsiteY92" fmla="*/ 109777 h 1163932"/>
              <a:gd name="connsiteX93" fmla="*/ 8237963 w 12192000"/>
              <a:gd name="connsiteY93" fmla="*/ 113428 h 1163932"/>
              <a:gd name="connsiteX94" fmla="*/ 8248358 w 12192000"/>
              <a:gd name="connsiteY94" fmla="*/ 112494 h 1163932"/>
              <a:gd name="connsiteX95" fmla="*/ 8249309 w 12192000"/>
              <a:gd name="connsiteY95" fmla="*/ 113130 h 1163932"/>
              <a:gd name="connsiteX96" fmla="*/ 8249997 w 12192000"/>
              <a:gd name="connsiteY96" fmla="*/ 112347 h 1163932"/>
              <a:gd name="connsiteX97" fmla="*/ 8272162 w 12192000"/>
              <a:gd name="connsiteY97" fmla="*/ 110356 h 1163932"/>
              <a:gd name="connsiteX98" fmla="*/ 8292349 w 12192000"/>
              <a:gd name="connsiteY98" fmla="*/ 103912 h 1163932"/>
              <a:gd name="connsiteX99" fmla="*/ 8292491 w 12192000"/>
              <a:gd name="connsiteY99" fmla="*/ 103935 h 1163932"/>
              <a:gd name="connsiteX100" fmla="*/ 8307239 w 12192000"/>
              <a:gd name="connsiteY100" fmla="*/ 101023 h 1163932"/>
              <a:gd name="connsiteX101" fmla="*/ 8339282 w 12192000"/>
              <a:gd name="connsiteY101" fmla="*/ 115374 h 1163932"/>
              <a:gd name="connsiteX102" fmla="*/ 8346156 w 12192000"/>
              <a:gd name="connsiteY102" fmla="*/ 117659 h 1163932"/>
              <a:gd name="connsiteX103" fmla="*/ 8346467 w 12192000"/>
              <a:gd name="connsiteY103" fmla="*/ 117456 h 1163932"/>
              <a:gd name="connsiteX104" fmla="*/ 8354069 w 12192000"/>
              <a:gd name="connsiteY104" fmla="*/ 119374 h 1163932"/>
              <a:gd name="connsiteX105" fmla="*/ 8358687 w 12192000"/>
              <a:gd name="connsiteY105" fmla="*/ 121825 h 1163932"/>
              <a:gd name="connsiteX106" fmla="*/ 8433385 w 12192000"/>
              <a:gd name="connsiteY106" fmla="*/ 106101 h 1163932"/>
              <a:gd name="connsiteX107" fmla="*/ 8533779 w 12192000"/>
              <a:gd name="connsiteY107" fmla="*/ 104806 h 1163932"/>
              <a:gd name="connsiteX108" fmla="*/ 8632833 w 12192000"/>
              <a:gd name="connsiteY108" fmla="*/ 106964 h 1163932"/>
              <a:gd name="connsiteX109" fmla="*/ 8668523 w 12192000"/>
              <a:gd name="connsiteY109" fmla="*/ 109411 h 1163932"/>
              <a:gd name="connsiteX110" fmla="*/ 8732893 w 12192000"/>
              <a:gd name="connsiteY110" fmla="*/ 106423 h 1163932"/>
              <a:gd name="connsiteX111" fmla="*/ 8764071 w 12192000"/>
              <a:gd name="connsiteY111" fmla="*/ 101019 h 1163932"/>
              <a:gd name="connsiteX112" fmla="*/ 8767004 w 12192000"/>
              <a:gd name="connsiteY112" fmla="*/ 97951 h 1163932"/>
              <a:gd name="connsiteX113" fmla="*/ 8772553 w 12192000"/>
              <a:gd name="connsiteY113" fmla="*/ 96746 h 1163932"/>
              <a:gd name="connsiteX114" fmla="*/ 8787201 w 12192000"/>
              <a:gd name="connsiteY114" fmla="*/ 98465 h 1163932"/>
              <a:gd name="connsiteX115" fmla="*/ 8792624 w 12192000"/>
              <a:gd name="connsiteY115" fmla="*/ 99935 h 1163932"/>
              <a:gd name="connsiteX116" fmla="*/ 8800741 w 12192000"/>
              <a:gd name="connsiteY116" fmla="*/ 100329 h 1163932"/>
              <a:gd name="connsiteX117" fmla="*/ 8800966 w 12192000"/>
              <a:gd name="connsiteY117" fmla="*/ 100077 h 1163932"/>
              <a:gd name="connsiteX118" fmla="*/ 8808513 w 12192000"/>
              <a:gd name="connsiteY118" fmla="*/ 100962 h 1163932"/>
              <a:gd name="connsiteX119" fmla="*/ 8845110 w 12192000"/>
              <a:gd name="connsiteY119" fmla="*/ 108611 h 1163932"/>
              <a:gd name="connsiteX120" fmla="*/ 8896773 w 12192000"/>
              <a:gd name="connsiteY120" fmla="*/ 86101 h 1163932"/>
              <a:gd name="connsiteX121" fmla="*/ 8917529 w 12192000"/>
              <a:gd name="connsiteY121" fmla="*/ 82805 h 1163932"/>
              <a:gd name="connsiteX122" fmla="*/ 8929546 w 12192000"/>
              <a:gd name="connsiteY122" fmla="*/ 78543 h 1163932"/>
              <a:gd name="connsiteX123" fmla="*/ 9026654 w 12192000"/>
              <a:gd name="connsiteY123" fmla="*/ 99852 h 1163932"/>
              <a:gd name="connsiteX124" fmla="*/ 9040737 w 12192000"/>
              <a:gd name="connsiteY124" fmla="*/ 105786 h 1163932"/>
              <a:gd name="connsiteX125" fmla="*/ 9052026 w 12192000"/>
              <a:gd name="connsiteY125" fmla="*/ 115808 h 1163932"/>
              <a:gd name="connsiteX126" fmla="*/ 9203241 w 12192000"/>
              <a:gd name="connsiteY126" fmla="*/ 118145 h 1163932"/>
              <a:gd name="connsiteX127" fmla="*/ 9415584 w 12192000"/>
              <a:gd name="connsiteY127" fmla="*/ 163588 h 1163932"/>
              <a:gd name="connsiteX128" fmla="*/ 9505102 w 12192000"/>
              <a:gd name="connsiteY128" fmla="*/ 147474 h 1163932"/>
              <a:gd name="connsiteX129" fmla="*/ 9643040 w 12192000"/>
              <a:gd name="connsiteY129" fmla="*/ 164665 h 1163932"/>
              <a:gd name="connsiteX130" fmla="*/ 9762999 w 12192000"/>
              <a:gd name="connsiteY130" fmla="*/ 169055 h 1163932"/>
              <a:gd name="connsiteX131" fmla="*/ 9776183 w 12192000"/>
              <a:gd name="connsiteY131" fmla="*/ 168623 h 1163932"/>
              <a:gd name="connsiteX132" fmla="*/ 9780532 w 12192000"/>
              <a:gd name="connsiteY132" fmla="*/ 162255 h 1163932"/>
              <a:gd name="connsiteX133" fmla="*/ 9824924 w 12192000"/>
              <a:gd name="connsiteY133" fmla="*/ 158079 h 1163932"/>
              <a:gd name="connsiteX134" fmla="*/ 9910588 w 12192000"/>
              <a:gd name="connsiteY134" fmla="*/ 160759 h 1163932"/>
              <a:gd name="connsiteX135" fmla="*/ 9924173 w 12192000"/>
              <a:gd name="connsiteY135" fmla="*/ 165023 h 1163932"/>
              <a:gd name="connsiteX136" fmla="*/ 10010969 w 12192000"/>
              <a:gd name="connsiteY136" fmla="*/ 162234 h 1163932"/>
              <a:gd name="connsiteX137" fmla="*/ 10070699 w 12192000"/>
              <a:gd name="connsiteY137" fmla="*/ 164286 h 1163932"/>
              <a:gd name="connsiteX138" fmla="*/ 10083825 w 12192000"/>
              <a:gd name="connsiteY138" fmla="*/ 168444 h 1163932"/>
              <a:gd name="connsiteX139" fmla="*/ 10097932 w 12192000"/>
              <a:gd name="connsiteY139" fmla="*/ 161160 h 1163932"/>
              <a:gd name="connsiteX140" fmla="*/ 10101779 w 12192000"/>
              <a:gd name="connsiteY140" fmla="*/ 155488 h 1163932"/>
              <a:gd name="connsiteX141" fmla="*/ 10149437 w 12192000"/>
              <a:gd name="connsiteY141" fmla="*/ 158598 h 1163932"/>
              <a:gd name="connsiteX142" fmla="*/ 10155104 w 12192000"/>
              <a:gd name="connsiteY142" fmla="*/ 158045 h 1163932"/>
              <a:gd name="connsiteX143" fmla="*/ 10250982 w 12192000"/>
              <a:gd name="connsiteY143" fmla="*/ 135074 h 1163932"/>
              <a:gd name="connsiteX144" fmla="*/ 10343301 w 12192000"/>
              <a:gd name="connsiteY144" fmla="*/ 97316 h 1163932"/>
              <a:gd name="connsiteX145" fmla="*/ 10366625 w 12192000"/>
              <a:gd name="connsiteY145" fmla="*/ 85860 h 1163932"/>
              <a:gd name="connsiteX146" fmla="*/ 10433505 w 12192000"/>
              <a:gd name="connsiteY146" fmla="*/ 71432 h 1163932"/>
              <a:gd name="connsiteX147" fmla="*/ 10547510 w 12192000"/>
              <a:gd name="connsiteY147" fmla="*/ 53678 h 1163932"/>
              <a:gd name="connsiteX148" fmla="*/ 10588150 w 12192000"/>
              <a:gd name="connsiteY148" fmla="*/ 38719 h 1163932"/>
              <a:gd name="connsiteX149" fmla="*/ 10589457 w 12192000"/>
              <a:gd name="connsiteY149" fmla="*/ 31728 h 1163932"/>
              <a:gd name="connsiteX150" fmla="*/ 10699976 w 12192000"/>
              <a:gd name="connsiteY150" fmla="*/ 49777 h 1163932"/>
              <a:gd name="connsiteX151" fmla="*/ 10812237 w 12192000"/>
              <a:gd name="connsiteY151" fmla="*/ 52759 h 1163932"/>
              <a:gd name="connsiteX152" fmla="*/ 10869837 w 12192000"/>
              <a:gd name="connsiteY152" fmla="*/ 72227 h 1163932"/>
              <a:gd name="connsiteX153" fmla="*/ 10881770 w 12192000"/>
              <a:gd name="connsiteY153" fmla="*/ 80104 h 1163932"/>
              <a:gd name="connsiteX154" fmla="*/ 10896899 w 12192000"/>
              <a:gd name="connsiteY154" fmla="*/ 77163 h 1163932"/>
              <a:gd name="connsiteX155" fmla="*/ 10901748 w 12192000"/>
              <a:gd name="connsiteY155" fmla="*/ 72784 h 1163932"/>
              <a:gd name="connsiteX156" fmla="*/ 10947419 w 12192000"/>
              <a:gd name="connsiteY156" fmla="*/ 89748 h 1163932"/>
              <a:gd name="connsiteX157" fmla="*/ 10953034 w 12192000"/>
              <a:gd name="connsiteY157" fmla="*/ 90870 h 1163932"/>
              <a:gd name="connsiteX158" fmla="*/ 10992070 w 12192000"/>
              <a:gd name="connsiteY158" fmla="*/ 95273 h 1163932"/>
              <a:gd name="connsiteX159" fmla="*/ 11112372 w 12192000"/>
              <a:gd name="connsiteY159" fmla="*/ 88679 h 1163932"/>
              <a:gd name="connsiteX160" fmla="*/ 11147719 w 12192000"/>
              <a:gd name="connsiteY160" fmla="*/ 86992 h 1163932"/>
              <a:gd name="connsiteX161" fmla="*/ 11172617 w 12192000"/>
              <a:gd name="connsiteY161" fmla="*/ 82697 h 1163932"/>
              <a:gd name="connsiteX162" fmla="*/ 11240397 w 12192000"/>
              <a:gd name="connsiteY162" fmla="*/ 88262 h 1163932"/>
              <a:gd name="connsiteX163" fmla="*/ 11270034 w 12192000"/>
              <a:gd name="connsiteY163" fmla="*/ 98379 h 1163932"/>
              <a:gd name="connsiteX164" fmla="*/ 11293091 w 12192000"/>
              <a:gd name="connsiteY164" fmla="*/ 98474 h 1163932"/>
              <a:gd name="connsiteX165" fmla="*/ 11310949 w 12192000"/>
              <a:gd name="connsiteY165" fmla="*/ 104274 h 1163932"/>
              <a:gd name="connsiteX166" fmla="*/ 11345279 w 12192000"/>
              <a:gd name="connsiteY166" fmla="*/ 101883 h 1163932"/>
              <a:gd name="connsiteX167" fmla="*/ 11354597 w 12192000"/>
              <a:gd name="connsiteY167" fmla="*/ 104385 h 1163932"/>
              <a:gd name="connsiteX168" fmla="*/ 11367725 w 12192000"/>
              <a:gd name="connsiteY168" fmla="*/ 104431 h 1163932"/>
              <a:gd name="connsiteX169" fmla="*/ 11399832 w 12192000"/>
              <a:gd name="connsiteY169" fmla="*/ 117048 h 1163932"/>
              <a:gd name="connsiteX170" fmla="*/ 11487595 w 12192000"/>
              <a:gd name="connsiteY170" fmla="*/ 158754 h 1163932"/>
              <a:gd name="connsiteX171" fmla="*/ 11590850 w 12192000"/>
              <a:gd name="connsiteY171" fmla="*/ 244984 h 1163932"/>
              <a:gd name="connsiteX172" fmla="*/ 11736204 w 12192000"/>
              <a:gd name="connsiteY172" fmla="*/ 283941 h 1163932"/>
              <a:gd name="connsiteX173" fmla="*/ 11760331 w 12192000"/>
              <a:gd name="connsiteY173" fmla="*/ 298368 h 1163932"/>
              <a:gd name="connsiteX174" fmla="*/ 11819139 w 12192000"/>
              <a:gd name="connsiteY174" fmla="*/ 310575 h 1163932"/>
              <a:gd name="connsiteX175" fmla="*/ 11821967 w 12192000"/>
              <a:gd name="connsiteY175" fmla="*/ 312222 h 1163932"/>
              <a:gd name="connsiteX176" fmla="*/ 11847125 w 12192000"/>
              <a:gd name="connsiteY176" fmla="*/ 303833 h 1163932"/>
              <a:gd name="connsiteX177" fmla="*/ 11980134 w 12192000"/>
              <a:gd name="connsiteY177" fmla="*/ 328343 h 1163932"/>
              <a:gd name="connsiteX178" fmla="*/ 12174576 w 12192000"/>
              <a:gd name="connsiteY178" fmla="*/ 382540 h 1163932"/>
              <a:gd name="connsiteX179" fmla="*/ 12192000 w 12192000"/>
              <a:gd name="connsiteY179" fmla="*/ 385665 h 1163932"/>
              <a:gd name="connsiteX180" fmla="*/ 12192000 w 12192000"/>
              <a:gd name="connsiteY180" fmla="*/ 1163932 h 1163932"/>
              <a:gd name="connsiteX181" fmla="*/ 0 w 12192000"/>
              <a:gd name="connsiteY181" fmla="*/ 1163932 h 1163932"/>
              <a:gd name="connsiteX182" fmla="*/ 0 w 12192000"/>
              <a:gd name="connsiteY182" fmla="*/ 489977 h 1163932"/>
              <a:gd name="connsiteX183" fmla="*/ 5331 w 12192000"/>
              <a:gd name="connsiteY183" fmla="*/ 489229 h 1163932"/>
              <a:gd name="connsiteX184" fmla="*/ 39902 w 12192000"/>
              <a:gd name="connsiteY184" fmla="*/ 478716 h 1163932"/>
              <a:gd name="connsiteX185" fmla="*/ 117880 w 12192000"/>
              <a:gd name="connsiteY185" fmla="*/ 427388 h 1163932"/>
              <a:gd name="connsiteX186" fmla="*/ 238140 w 12192000"/>
              <a:gd name="connsiteY186" fmla="*/ 385729 h 1163932"/>
              <a:gd name="connsiteX187" fmla="*/ 249589 w 12192000"/>
              <a:gd name="connsiteY187" fmla="*/ 385949 h 1163932"/>
              <a:gd name="connsiteX188" fmla="*/ 296963 w 12192000"/>
              <a:gd name="connsiteY188" fmla="*/ 362534 h 1163932"/>
              <a:gd name="connsiteX189" fmla="*/ 339235 w 12192000"/>
              <a:gd name="connsiteY189" fmla="*/ 330857 h 1163932"/>
              <a:gd name="connsiteX190" fmla="*/ 447152 w 12192000"/>
              <a:gd name="connsiteY190" fmla="*/ 333855 h 1163932"/>
              <a:gd name="connsiteX191" fmla="*/ 475247 w 12192000"/>
              <a:gd name="connsiteY191" fmla="*/ 343146 h 1163932"/>
              <a:gd name="connsiteX192" fmla="*/ 477967 w 12192000"/>
              <a:gd name="connsiteY192" fmla="*/ 344392 h 1163932"/>
              <a:gd name="connsiteX193" fmla="*/ 527683 w 12192000"/>
              <a:gd name="connsiteY193" fmla="*/ 339655 h 1163932"/>
              <a:gd name="connsiteX194" fmla="*/ 703732 w 12192000"/>
              <a:gd name="connsiteY194" fmla="*/ 323031 h 1163932"/>
              <a:gd name="connsiteX195" fmla="*/ 853391 w 12192000"/>
              <a:gd name="connsiteY195" fmla="*/ 310023 h 1163932"/>
              <a:gd name="connsiteX196" fmla="*/ 925332 w 12192000"/>
              <a:gd name="connsiteY196" fmla="*/ 305118 h 1163932"/>
              <a:gd name="connsiteX197" fmla="*/ 941286 w 12192000"/>
              <a:gd name="connsiteY197" fmla="*/ 295364 h 1163932"/>
              <a:gd name="connsiteX198" fmla="*/ 950845 w 12192000"/>
              <a:gd name="connsiteY198" fmla="*/ 293027 h 1163932"/>
              <a:gd name="connsiteX199" fmla="*/ 953292 w 12192000"/>
              <a:gd name="connsiteY199" fmla="*/ 287324 h 1163932"/>
              <a:gd name="connsiteX200" fmla="*/ 967499 w 12192000"/>
              <a:gd name="connsiteY200" fmla="*/ 280192 h 1163932"/>
              <a:gd name="connsiteX201" fmla="*/ 985161 w 12192000"/>
              <a:gd name="connsiteY201" fmla="*/ 277297 h 1163932"/>
              <a:gd name="connsiteX202" fmla="*/ 1069267 w 12192000"/>
              <a:gd name="connsiteY202" fmla="*/ 269198 h 1163932"/>
              <a:gd name="connsiteX203" fmla="*/ 1138407 w 12192000"/>
              <a:gd name="connsiteY203" fmla="*/ 252999 h 1163932"/>
              <a:gd name="connsiteX204" fmla="*/ 1164931 w 12192000"/>
              <a:gd name="connsiteY204" fmla="*/ 245054 h 1163932"/>
              <a:gd name="connsiteX205" fmla="*/ 1211622 w 12192000"/>
              <a:gd name="connsiteY205" fmla="*/ 227108 h 1163932"/>
              <a:gd name="connsiteX206" fmla="*/ 1274567 w 12192000"/>
              <a:gd name="connsiteY206" fmla="*/ 209812 h 1163932"/>
              <a:gd name="connsiteX207" fmla="*/ 1325029 w 12192000"/>
              <a:gd name="connsiteY207" fmla="*/ 214369 h 1163932"/>
              <a:gd name="connsiteX208" fmla="*/ 1356805 w 12192000"/>
              <a:gd name="connsiteY208" fmla="*/ 210054 h 1163932"/>
              <a:gd name="connsiteX209" fmla="*/ 1468752 w 12192000"/>
              <a:gd name="connsiteY209" fmla="*/ 221036 h 1163932"/>
              <a:gd name="connsiteX210" fmla="*/ 1650750 w 12192000"/>
              <a:gd name="connsiteY210" fmla="*/ 171522 h 1163932"/>
              <a:gd name="connsiteX211" fmla="*/ 1655056 w 12192000"/>
              <a:gd name="connsiteY211" fmla="*/ 178538 h 1163932"/>
              <a:gd name="connsiteX212" fmla="*/ 1683220 w 12192000"/>
              <a:gd name="connsiteY212" fmla="*/ 176084 h 1163932"/>
              <a:gd name="connsiteX213" fmla="*/ 1685599 w 12192000"/>
              <a:gd name="connsiteY213" fmla="*/ 171820 h 1163932"/>
              <a:gd name="connsiteX214" fmla="*/ 1689230 w 12192000"/>
              <a:gd name="connsiteY214" fmla="*/ 171091 h 1163932"/>
              <a:gd name="connsiteX215" fmla="*/ 1691052 w 12192000"/>
              <a:gd name="connsiteY215" fmla="*/ 175010 h 1163932"/>
              <a:gd name="connsiteX216" fmla="*/ 1735783 w 12192000"/>
              <a:gd name="connsiteY216" fmla="*/ 183832 h 1163932"/>
              <a:gd name="connsiteX217" fmla="*/ 1797102 w 12192000"/>
              <a:gd name="connsiteY217" fmla="*/ 188721 h 1163932"/>
              <a:gd name="connsiteX218" fmla="*/ 1845638 w 12192000"/>
              <a:gd name="connsiteY218" fmla="*/ 170206 h 1163932"/>
              <a:gd name="connsiteX219" fmla="*/ 1848980 w 12192000"/>
              <a:gd name="connsiteY219" fmla="*/ 173948 h 1163932"/>
              <a:gd name="connsiteX220" fmla="*/ 1880587 w 12192000"/>
              <a:gd name="connsiteY220" fmla="*/ 171938 h 1163932"/>
              <a:gd name="connsiteX221" fmla="*/ 1995803 w 12192000"/>
              <a:gd name="connsiteY221" fmla="*/ 138279 h 1163932"/>
              <a:gd name="connsiteX222" fmla="*/ 2057448 w 12192000"/>
              <a:gd name="connsiteY222" fmla="*/ 135082 h 1163932"/>
              <a:gd name="connsiteX223" fmla="*/ 2119088 w 12192000"/>
              <a:gd name="connsiteY223" fmla="*/ 119940 h 1163932"/>
              <a:gd name="connsiteX224" fmla="*/ 2138831 w 12192000"/>
              <a:gd name="connsiteY224" fmla="*/ 122626 h 1163932"/>
              <a:gd name="connsiteX225" fmla="*/ 2174180 w 12192000"/>
              <a:gd name="connsiteY225" fmla="*/ 117121 h 1163932"/>
              <a:gd name="connsiteX226" fmla="*/ 2214259 w 12192000"/>
              <a:gd name="connsiteY226" fmla="*/ 116974 h 1163932"/>
              <a:gd name="connsiteX227" fmla="*/ 2264911 w 12192000"/>
              <a:gd name="connsiteY227" fmla="*/ 108071 h 1163932"/>
              <a:gd name="connsiteX228" fmla="*/ 2298963 w 12192000"/>
              <a:gd name="connsiteY228" fmla="*/ 107788 h 1163932"/>
              <a:gd name="connsiteX229" fmla="*/ 2454058 w 12192000"/>
              <a:gd name="connsiteY229" fmla="*/ 73698 h 1163932"/>
              <a:gd name="connsiteX230" fmla="*/ 2534188 w 12192000"/>
              <a:gd name="connsiteY230" fmla="*/ 70162 h 1163932"/>
              <a:gd name="connsiteX231" fmla="*/ 2616912 w 12192000"/>
              <a:gd name="connsiteY231" fmla="*/ 51189 h 1163932"/>
              <a:gd name="connsiteX232" fmla="*/ 2698592 w 12192000"/>
              <a:gd name="connsiteY232" fmla="*/ 42305 h 1163932"/>
              <a:gd name="connsiteX233" fmla="*/ 2891953 w 12192000"/>
              <a:gd name="connsiteY233" fmla="*/ 34973 h 1163932"/>
              <a:gd name="connsiteX234" fmla="*/ 2955508 w 12192000"/>
              <a:gd name="connsiteY234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8929546 w 12192000"/>
              <a:gd name="connsiteY121" fmla="*/ 78543 h 1163932"/>
              <a:gd name="connsiteX122" fmla="*/ 9026654 w 12192000"/>
              <a:gd name="connsiteY122" fmla="*/ 99852 h 1163932"/>
              <a:gd name="connsiteX123" fmla="*/ 9040737 w 12192000"/>
              <a:gd name="connsiteY123" fmla="*/ 105786 h 1163932"/>
              <a:gd name="connsiteX124" fmla="*/ 9052026 w 12192000"/>
              <a:gd name="connsiteY124" fmla="*/ 115808 h 1163932"/>
              <a:gd name="connsiteX125" fmla="*/ 9203241 w 12192000"/>
              <a:gd name="connsiteY125" fmla="*/ 118145 h 1163932"/>
              <a:gd name="connsiteX126" fmla="*/ 9415584 w 12192000"/>
              <a:gd name="connsiteY126" fmla="*/ 163588 h 1163932"/>
              <a:gd name="connsiteX127" fmla="*/ 9505102 w 12192000"/>
              <a:gd name="connsiteY127" fmla="*/ 147474 h 1163932"/>
              <a:gd name="connsiteX128" fmla="*/ 9643040 w 12192000"/>
              <a:gd name="connsiteY128" fmla="*/ 164665 h 1163932"/>
              <a:gd name="connsiteX129" fmla="*/ 9762999 w 12192000"/>
              <a:gd name="connsiteY129" fmla="*/ 169055 h 1163932"/>
              <a:gd name="connsiteX130" fmla="*/ 9776183 w 12192000"/>
              <a:gd name="connsiteY130" fmla="*/ 168623 h 1163932"/>
              <a:gd name="connsiteX131" fmla="*/ 9780532 w 12192000"/>
              <a:gd name="connsiteY131" fmla="*/ 162255 h 1163932"/>
              <a:gd name="connsiteX132" fmla="*/ 9824924 w 12192000"/>
              <a:gd name="connsiteY132" fmla="*/ 158079 h 1163932"/>
              <a:gd name="connsiteX133" fmla="*/ 9910588 w 12192000"/>
              <a:gd name="connsiteY133" fmla="*/ 160759 h 1163932"/>
              <a:gd name="connsiteX134" fmla="*/ 9924173 w 12192000"/>
              <a:gd name="connsiteY134" fmla="*/ 165023 h 1163932"/>
              <a:gd name="connsiteX135" fmla="*/ 10010969 w 12192000"/>
              <a:gd name="connsiteY135" fmla="*/ 162234 h 1163932"/>
              <a:gd name="connsiteX136" fmla="*/ 10070699 w 12192000"/>
              <a:gd name="connsiteY136" fmla="*/ 164286 h 1163932"/>
              <a:gd name="connsiteX137" fmla="*/ 10083825 w 12192000"/>
              <a:gd name="connsiteY137" fmla="*/ 168444 h 1163932"/>
              <a:gd name="connsiteX138" fmla="*/ 10097932 w 12192000"/>
              <a:gd name="connsiteY138" fmla="*/ 161160 h 1163932"/>
              <a:gd name="connsiteX139" fmla="*/ 10101779 w 12192000"/>
              <a:gd name="connsiteY139" fmla="*/ 155488 h 1163932"/>
              <a:gd name="connsiteX140" fmla="*/ 10149437 w 12192000"/>
              <a:gd name="connsiteY140" fmla="*/ 158598 h 1163932"/>
              <a:gd name="connsiteX141" fmla="*/ 10155104 w 12192000"/>
              <a:gd name="connsiteY141" fmla="*/ 158045 h 1163932"/>
              <a:gd name="connsiteX142" fmla="*/ 10250982 w 12192000"/>
              <a:gd name="connsiteY142" fmla="*/ 135074 h 1163932"/>
              <a:gd name="connsiteX143" fmla="*/ 10343301 w 12192000"/>
              <a:gd name="connsiteY143" fmla="*/ 97316 h 1163932"/>
              <a:gd name="connsiteX144" fmla="*/ 10366625 w 12192000"/>
              <a:gd name="connsiteY144" fmla="*/ 85860 h 1163932"/>
              <a:gd name="connsiteX145" fmla="*/ 10433505 w 12192000"/>
              <a:gd name="connsiteY145" fmla="*/ 71432 h 1163932"/>
              <a:gd name="connsiteX146" fmla="*/ 10547510 w 12192000"/>
              <a:gd name="connsiteY146" fmla="*/ 53678 h 1163932"/>
              <a:gd name="connsiteX147" fmla="*/ 10588150 w 12192000"/>
              <a:gd name="connsiteY147" fmla="*/ 38719 h 1163932"/>
              <a:gd name="connsiteX148" fmla="*/ 10589457 w 12192000"/>
              <a:gd name="connsiteY148" fmla="*/ 31728 h 1163932"/>
              <a:gd name="connsiteX149" fmla="*/ 10699976 w 12192000"/>
              <a:gd name="connsiteY149" fmla="*/ 49777 h 1163932"/>
              <a:gd name="connsiteX150" fmla="*/ 10812237 w 12192000"/>
              <a:gd name="connsiteY150" fmla="*/ 52759 h 1163932"/>
              <a:gd name="connsiteX151" fmla="*/ 10869837 w 12192000"/>
              <a:gd name="connsiteY151" fmla="*/ 72227 h 1163932"/>
              <a:gd name="connsiteX152" fmla="*/ 10881770 w 12192000"/>
              <a:gd name="connsiteY152" fmla="*/ 80104 h 1163932"/>
              <a:gd name="connsiteX153" fmla="*/ 10896899 w 12192000"/>
              <a:gd name="connsiteY153" fmla="*/ 77163 h 1163932"/>
              <a:gd name="connsiteX154" fmla="*/ 10901748 w 12192000"/>
              <a:gd name="connsiteY154" fmla="*/ 72784 h 1163932"/>
              <a:gd name="connsiteX155" fmla="*/ 10947419 w 12192000"/>
              <a:gd name="connsiteY155" fmla="*/ 89748 h 1163932"/>
              <a:gd name="connsiteX156" fmla="*/ 10953034 w 12192000"/>
              <a:gd name="connsiteY156" fmla="*/ 90870 h 1163932"/>
              <a:gd name="connsiteX157" fmla="*/ 10992070 w 12192000"/>
              <a:gd name="connsiteY157" fmla="*/ 95273 h 1163932"/>
              <a:gd name="connsiteX158" fmla="*/ 11112372 w 12192000"/>
              <a:gd name="connsiteY158" fmla="*/ 88679 h 1163932"/>
              <a:gd name="connsiteX159" fmla="*/ 11147719 w 12192000"/>
              <a:gd name="connsiteY159" fmla="*/ 86992 h 1163932"/>
              <a:gd name="connsiteX160" fmla="*/ 11172617 w 12192000"/>
              <a:gd name="connsiteY160" fmla="*/ 82697 h 1163932"/>
              <a:gd name="connsiteX161" fmla="*/ 11240397 w 12192000"/>
              <a:gd name="connsiteY161" fmla="*/ 88262 h 1163932"/>
              <a:gd name="connsiteX162" fmla="*/ 11270034 w 12192000"/>
              <a:gd name="connsiteY162" fmla="*/ 98379 h 1163932"/>
              <a:gd name="connsiteX163" fmla="*/ 11293091 w 12192000"/>
              <a:gd name="connsiteY163" fmla="*/ 98474 h 1163932"/>
              <a:gd name="connsiteX164" fmla="*/ 11310949 w 12192000"/>
              <a:gd name="connsiteY164" fmla="*/ 104274 h 1163932"/>
              <a:gd name="connsiteX165" fmla="*/ 11345279 w 12192000"/>
              <a:gd name="connsiteY165" fmla="*/ 101883 h 1163932"/>
              <a:gd name="connsiteX166" fmla="*/ 11354597 w 12192000"/>
              <a:gd name="connsiteY166" fmla="*/ 104385 h 1163932"/>
              <a:gd name="connsiteX167" fmla="*/ 11367725 w 12192000"/>
              <a:gd name="connsiteY167" fmla="*/ 104431 h 1163932"/>
              <a:gd name="connsiteX168" fmla="*/ 11399832 w 12192000"/>
              <a:gd name="connsiteY168" fmla="*/ 117048 h 1163932"/>
              <a:gd name="connsiteX169" fmla="*/ 11487595 w 12192000"/>
              <a:gd name="connsiteY169" fmla="*/ 158754 h 1163932"/>
              <a:gd name="connsiteX170" fmla="*/ 11590850 w 12192000"/>
              <a:gd name="connsiteY170" fmla="*/ 244984 h 1163932"/>
              <a:gd name="connsiteX171" fmla="*/ 11736204 w 12192000"/>
              <a:gd name="connsiteY171" fmla="*/ 283941 h 1163932"/>
              <a:gd name="connsiteX172" fmla="*/ 11760331 w 12192000"/>
              <a:gd name="connsiteY172" fmla="*/ 298368 h 1163932"/>
              <a:gd name="connsiteX173" fmla="*/ 11819139 w 12192000"/>
              <a:gd name="connsiteY173" fmla="*/ 310575 h 1163932"/>
              <a:gd name="connsiteX174" fmla="*/ 11821967 w 12192000"/>
              <a:gd name="connsiteY174" fmla="*/ 312222 h 1163932"/>
              <a:gd name="connsiteX175" fmla="*/ 11847125 w 12192000"/>
              <a:gd name="connsiteY175" fmla="*/ 303833 h 1163932"/>
              <a:gd name="connsiteX176" fmla="*/ 11980134 w 12192000"/>
              <a:gd name="connsiteY176" fmla="*/ 328343 h 1163932"/>
              <a:gd name="connsiteX177" fmla="*/ 12174576 w 12192000"/>
              <a:gd name="connsiteY177" fmla="*/ 382540 h 1163932"/>
              <a:gd name="connsiteX178" fmla="*/ 12192000 w 12192000"/>
              <a:gd name="connsiteY178" fmla="*/ 385665 h 1163932"/>
              <a:gd name="connsiteX179" fmla="*/ 12192000 w 12192000"/>
              <a:gd name="connsiteY179" fmla="*/ 1163932 h 1163932"/>
              <a:gd name="connsiteX180" fmla="*/ 0 w 12192000"/>
              <a:gd name="connsiteY180" fmla="*/ 1163932 h 1163932"/>
              <a:gd name="connsiteX181" fmla="*/ 0 w 12192000"/>
              <a:gd name="connsiteY181" fmla="*/ 489977 h 1163932"/>
              <a:gd name="connsiteX182" fmla="*/ 5331 w 12192000"/>
              <a:gd name="connsiteY182" fmla="*/ 489229 h 1163932"/>
              <a:gd name="connsiteX183" fmla="*/ 39902 w 12192000"/>
              <a:gd name="connsiteY183" fmla="*/ 478716 h 1163932"/>
              <a:gd name="connsiteX184" fmla="*/ 117880 w 12192000"/>
              <a:gd name="connsiteY184" fmla="*/ 427388 h 1163932"/>
              <a:gd name="connsiteX185" fmla="*/ 238140 w 12192000"/>
              <a:gd name="connsiteY185" fmla="*/ 385729 h 1163932"/>
              <a:gd name="connsiteX186" fmla="*/ 249589 w 12192000"/>
              <a:gd name="connsiteY186" fmla="*/ 385949 h 1163932"/>
              <a:gd name="connsiteX187" fmla="*/ 296963 w 12192000"/>
              <a:gd name="connsiteY187" fmla="*/ 362534 h 1163932"/>
              <a:gd name="connsiteX188" fmla="*/ 339235 w 12192000"/>
              <a:gd name="connsiteY188" fmla="*/ 330857 h 1163932"/>
              <a:gd name="connsiteX189" fmla="*/ 447152 w 12192000"/>
              <a:gd name="connsiteY189" fmla="*/ 333855 h 1163932"/>
              <a:gd name="connsiteX190" fmla="*/ 475247 w 12192000"/>
              <a:gd name="connsiteY190" fmla="*/ 343146 h 1163932"/>
              <a:gd name="connsiteX191" fmla="*/ 477967 w 12192000"/>
              <a:gd name="connsiteY191" fmla="*/ 344392 h 1163932"/>
              <a:gd name="connsiteX192" fmla="*/ 527683 w 12192000"/>
              <a:gd name="connsiteY192" fmla="*/ 339655 h 1163932"/>
              <a:gd name="connsiteX193" fmla="*/ 703732 w 12192000"/>
              <a:gd name="connsiteY193" fmla="*/ 323031 h 1163932"/>
              <a:gd name="connsiteX194" fmla="*/ 853391 w 12192000"/>
              <a:gd name="connsiteY194" fmla="*/ 310023 h 1163932"/>
              <a:gd name="connsiteX195" fmla="*/ 925332 w 12192000"/>
              <a:gd name="connsiteY195" fmla="*/ 305118 h 1163932"/>
              <a:gd name="connsiteX196" fmla="*/ 941286 w 12192000"/>
              <a:gd name="connsiteY196" fmla="*/ 295364 h 1163932"/>
              <a:gd name="connsiteX197" fmla="*/ 950845 w 12192000"/>
              <a:gd name="connsiteY197" fmla="*/ 293027 h 1163932"/>
              <a:gd name="connsiteX198" fmla="*/ 953292 w 12192000"/>
              <a:gd name="connsiteY198" fmla="*/ 287324 h 1163932"/>
              <a:gd name="connsiteX199" fmla="*/ 967499 w 12192000"/>
              <a:gd name="connsiteY199" fmla="*/ 280192 h 1163932"/>
              <a:gd name="connsiteX200" fmla="*/ 985161 w 12192000"/>
              <a:gd name="connsiteY200" fmla="*/ 277297 h 1163932"/>
              <a:gd name="connsiteX201" fmla="*/ 1069267 w 12192000"/>
              <a:gd name="connsiteY201" fmla="*/ 269198 h 1163932"/>
              <a:gd name="connsiteX202" fmla="*/ 1138407 w 12192000"/>
              <a:gd name="connsiteY202" fmla="*/ 252999 h 1163932"/>
              <a:gd name="connsiteX203" fmla="*/ 1164931 w 12192000"/>
              <a:gd name="connsiteY203" fmla="*/ 245054 h 1163932"/>
              <a:gd name="connsiteX204" fmla="*/ 1211622 w 12192000"/>
              <a:gd name="connsiteY204" fmla="*/ 227108 h 1163932"/>
              <a:gd name="connsiteX205" fmla="*/ 1274567 w 12192000"/>
              <a:gd name="connsiteY205" fmla="*/ 209812 h 1163932"/>
              <a:gd name="connsiteX206" fmla="*/ 1325029 w 12192000"/>
              <a:gd name="connsiteY206" fmla="*/ 214369 h 1163932"/>
              <a:gd name="connsiteX207" fmla="*/ 1356805 w 12192000"/>
              <a:gd name="connsiteY207" fmla="*/ 210054 h 1163932"/>
              <a:gd name="connsiteX208" fmla="*/ 1468752 w 12192000"/>
              <a:gd name="connsiteY208" fmla="*/ 221036 h 1163932"/>
              <a:gd name="connsiteX209" fmla="*/ 1650750 w 12192000"/>
              <a:gd name="connsiteY209" fmla="*/ 171522 h 1163932"/>
              <a:gd name="connsiteX210" fmla="*/ 1655056 w 12192000"/>
              <a:gd name="connsiteY210" fmla="*/ 178538 h 1163932"/>
              <a:gd name="connsiteX211" fmla="*/ 1683220 w 12192000"/>
              <a:gd name="connsiteY211" fmla="*/ 176084 h 1163932"/>
              <a:gd name="connsiteX212" fmla="*/ 1685599 w 12192000"/>
              <a:gd name="connsiteY212" fmla="*/ 171820 h 1163932"/>
              <a:gd name="connsiteX213" fmla="*/ 1689230 w 12192000"/>
              <a:gd name="connsiteY213" fmla="*/ 171091 h 1163932"/>
              <a:gd name="connsiteX214" fmla="*/ 1691052 w 12192000"/>
              <a:gd name="connsiteY214" fmla="*/ 175010 h 1163932"/>
              <a:gd name="connsiteX215" fmla="*/ 1735783 w 12192000"/>
              <a:gd name="connsiteY215" fmla="*/ 183832 h 1163932"/>
              <a:gd name="connsiteX216" fmla="*/ 1797102 w 12192000"/>
              <a:gd name="connsiteY216" fmla="*/ 188721 h 1163932"/>
              <a:gd name="connsiteX217" fmla="*/ 1845638 w 12192000"/>
              <a:gd name="connsiteY217" fmla="*/ 170206 h 1163932"/>
              <a:gd name="connsiteX218" fmla="*/ 1848980 w 12192000"/>
              <a:gd name="connsiteY218" fmla="*/ 173948 h 1163932"/>
              <a:gd name="connsiteX219" fmla="*/ 1880587 w 12192000"/>
              <a:gd name="connsiteY219" fmla="*/ 171938 h 1163932"/>
              <a:gd name="connsiteX220" fmla="*/ 1995803 w 12192000"/>
              <a:gd name="connsiteY220" fmla="*/ 138279 h 1163932"/>
              <a:gd name="connsiteX221" fmla="*/ 2057448 w 12192000"/>
              <a:gd name="connsiteY221" fmla="*/ 135082 h 1163932"/>
              <a:gd name="connsiteX222" fmla="*/ 2119088 w 12192000"/>
              <a:gd name="connsiteY222" fmla="*/ 119940 h 1163932"/>
              <a:gd name="connsiteX223" fmla="*/ 2138831 w 12192000"/>
              <a:gd name="connsiteY223" fmla="*/ 122626 h 1163932"/>
              <a:gd name="connsiteX224" fmla="*/ 2174180 w 12192000"/>
              <a:gd name="connsiteY224" fmla="*/ 117121 h 1163932"/>
              <a:gd name="connsiteX225" fmla="*/ 2214259 w 12192000"/>
              <a:gd name="connsiteY225" fmla="*/ 116974 h 1163932"/>
              <a:gd name="connsiteX226" fmla="*/ 2264911 w 12192000"/>
              <a:gd name="connsiteY226" fmla="*/ 108071 h 1163932"/>
              <a:gd name="connsiteX227" fmla="*/ 2298963 w 12192000"/>
              <a:gd name="connsiteY227" fmla="*/ 107788 h 1163932"/>
              <a:gd name="connsiteX228" fmla="*/ 2454058 w 12192000"/>
              <a:gd name="connsiteY228" fmla="*/ 73698 h 1163932"/>
              <a:gd name="connsiteX229" fmla="*/ 2534188 w 12192000"/>
              <a:gd name="connsiteY229" fmla="*/ 70162 h 1163932"/>
              <a:gd name="connsiteX230" fmla="*/ 2616912 w 12192000"/>
              <a:gd name="connsiteY230" fmla="*/ 51189 h 1163932"/>
              <a:gd name="connsiteX231" fmla="*/ 2698592 w 12192000"/>
              <a:gd name="connsiteY231" fmla="*/ 42305 h 1163932"/>
              <a:gd name="connsiteX232" fmla="*/ 2891953 w 12192000"/>
              <a:gd name="connsiteY232" fmla="*/ 34973 h 1163932"/>
              <a:gd name="connsiteX233" fmla="*/ 2955508 w 12192000"/>
              <a:gd name="connsiteY233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8929546 w 12192000"/>
              <a:gd name="connsiteY121" fmla="*/ 78543 h 1163932"/>
              <a:gd name="connsiteX122" fmla="*/ 9026654 w 12192000"/>
              <a:gd name="connsiteY122" fmla="*/ 99852 h 1163932"/>
              <a:gd name="connsiteX123" fmla="*/ 9040737 w 12192000"/>
              <a:gd name="connsiteY123" fmla="*/ 105786 h 1163932"/>
              <a:gd name="connsiteX124" fmla="*/ 9052026 w 12192000"/>
              <a:gd name="connsiteY124" fmla="*/ 115808 h 1163932"/>
              <a:gd name="connsiteX125" fmla="*/ 9203241 w 12192000"/>
              <a:gd name="connsiteY125" fmla="*/ 118145 h 1163932"/>
              <a:gd name="connsiteX126" fmla="*/ 9415584 w 12192000"/>
              <a:gd name="connsiteY126" fmla="*/ 163588 h 1163932"/>
              <a:gd name="connsiteX127" fmla="*/ 9505102 w 12192000"/>
              <a:gd name="connsiteY127" fmla="*/ 147474 h 1163932"/>
              <a:gd name="connsiteX128" fmla="*/ 9643040 w 12192000"/>
              <a:gd name="connsiteY128" fmla="*/ 164665 h 1163932"/>
              <a:gd name="connsiteX129" fmla="*/ 9762999 w 12192000"/>
              <a:gd name="connsiteY129" fmla="*/ 169055 h 1163932"/>
              <a:gd name="connsiteX130" fmla="*/ 9776183 w 12192000"/>
              <a:gd name="connsiteY130" fmla="*/ 168623 h 1163932"/>
              <a:gd name="connsiteX131" fmla="*/ 9780532 w 12192000"/>
              <a:gd name="connsiteY131" fmla="*/ 162255 h 1163932"/>
              <a:gd name="connsiteX132" fmla="*/ 9824924 w 12192000"/>
              <a:gd name="connsiteY132" fmla="*/ 158079 h 1163932"/>
              <a:gd name="connsiteX133" fmla="*/ 9910588 w 12192000"/>
              <a:gd name="connsiteY133" fmla="*/ 160759 h 1163932"/>
              <a:gd name="connsiteX134" fmla="*/ 9924173 w 12192000"/>
              <a:gd name="connsiteY134" fmla="*/ 165023 h 1163932"/>
              <a:gd name="connsiteX135" fmla="*/ 10010969 w 12192000"/>
              <a:gd name="connsiteY135" fmla="*/ 162234 h 1163932"/>
              <a:gd name="connsiteX136" fmla="*/ 10070699 w 12192000"/>
              <a:gd name="connsiteY136" fmla="*/ 164286 h 1163932"/>
              <a:gd name="connsiteX137" fmla="*/ 10083825 w 12192000"/>
              <a:gd name="connsiteY137" fmla="*/ 168444 h 1163932"/>
              <a:gd name="connsiteX138" fmla="*/ 10097932 w 12192000"/>
              <a:gd name="connsiteY138" fmla="*/ 161160 h 1163932"/>
              <a:gd name="connsiteX139" fmla="*/ 10101779 w 12192000"/>
              <a:gd name="connsiteY139" fmla="*/ 155488 h 1163932"/>
              <a:gd name="connsiteX140" fmla="*/ 10149437 w 12192000"/>
              <a:gd name="connsiteY140" fmla="*/ 158598 h 1163932"/>
              <a:gd name="connsiteX141" fmla="*/ 10155104 w 12192000"/>
              <a:gd name="connsiteY141" fmla="*/ 158045 h 1163932"/>
              <a:gd name="connsiteX142" fmla="*/ 10250982 w 12192000"/>
              <a:gd name="connsiteY142" fmla="*/ 135074 h 1163932"/>
              <a:gd name="connsiteX143" fmla="*/ 10343301 w 12192000"/>
              <a:gd name="connsiteY143" fmla="*/ 97316 h 1163932"/>
              <a:gd name="connsiteX144" fmla="*/ 10366625 w 12192000"/>
              <a:gd name="connsiteY144" fmla="*/ 85860 h 1163932"/>
              <a:gd name="connsiteX145" fmla="*/ 10433505 w 12192000"/>
              <a:gd name="connsiteY145" fmla="*/ 71432 h 1163932"/>
              <a:gd name="connsiteX146" fmla="*/ 10547510 w 12192000"/>
              <a:gd name="connsiteY146" fmla="*/ 53678 h 1163932"/>
              <a:gd name="connsiteX147" fmla="*/ 10588150 w 12192000"/>
              <a:gd name="connsiteY147" fmla="*/ 38719 h 1163932"/>
              <a:gd name="connsiteX148" fmla="*/ 10589457 w 12192000"/>
              <a:gd name="connsiteY148" fmla="*/ 31728 h 1163932"/>
              <a:gd name="connsiteX149" fmla="*/ 10699976 w 12192000"/>
              <a:gd name="connsiteY149" fmla="*/ 49777 h 1163932"/>
              <a:gd name="connsiteX150" fmla="*/ 10812237 w 12192000"/>
              <a:gd name="connsiteY150" fmla="*/ 52759 h 1163932"/>
              <a:gd name="connsiteX151" fmla="*/ 10869837 w 12192000"/>
              <a:gd name="connsiteY151" fmla="*/ 72227 h 1163932"/>
              <a:gd name="connsiteX152" fmla="*/ 10881770 w 12192000"/>
              <a:gd name="connsiteY152" fmla="*/ 80104 h 1163932"/>
              <a:gd name="connsiteX153" fmla="*/ 10896899 w 12192000"/>
              <a:gd name="connsiteY153" fmla="*/ 77163 h 1163932"/>
              <a:gd name="connsiteX154" fmla="*/ 10901748 w 12192000"/>
              <a:gd name="connsiteY154" fmla="*/ 72784 h 1163932"/>
              <a:gd name="connsiteX155" fmla="*/ 10947419 w 12192000"/>
              <a:gd name="connsiteY155" fmla="*/ 89748 h 1163932"/>
              <a:gd name="connsiteX156" fmla="*/ 10953034 w 12192000"/>
              <a:gd name="connsiteY156" fmla="*/ 90870 h 1163932"/>
              <a:gd name="connsiteX157" fmla="*/ 10992070 w 12192000"/>
              <a:gd name="connsiteY157" fmla="*/ 95273 h 1163932"/>
              <a:gd name="connsiteX158" fmla="*/ 11112372 w 12192000"/>
              <a:gd name="connsiteY158" fmla="*/ 88679 h 1163932"/>
              <a:gd name="connsiteX159" fmla="*/ 11147719 w 12192000"/>
              <a:gd name="connsiteY159" fmla="*/ 86992 h 1163932"/>
              <a:gd name="connsiteX160" fmla="*/ 11172617 w 12192000"/>
              <a:gd name="connsiteY160" fmla="*/ 82697 h 1163932"/>
              <a:gd name="connsiteX161" fmla="*/ 11240397 w 12192000"/>
              <a:gd name="connsiteY161" fmla="*/ 88262 h 1163932"/>
              <a:gd name="connsiteX162" fmla="*/ 11270034 w 12192000"/>
              <a:gd name="connsiteY162" fmla="*/ 98379 h 1163932"/>
              <a:gd name="connsiteX163" fmla="*/ 11293091 w 12192000"/>
              <a:gd name="connsiteY163" fmla="*/ 98474 h 1163932"/>
              <a:gd name="connsiteX164" fmla="*/ 11310949 w 12192000"/>
              <a:gd name="connsiteY164" fmla="*/ 104274 h 1163932"/>
              <a:gd name="connsiteX165" fmla="*/ 11345279 w 12192000"/>
              <a:gd name="connsiteY165" fmla="*/ 101883 h 1163932"/>
              <a:gd name="connsiteX166" fmla="*/ 11354597 w 12192000"/>
              <a:gd name="connsiteY166" fmla="*/ 104385 h 1163932"/>
              <a:gd name="connsiteX167" fmla="*/ 11367725 w 12192000"/>
              <a:gd name="connsiteY167" fmla="*/ 104431 h 1163932"/>
              <a:gd name="connsiteX168" fmla="*/ 11399832 w 12192000"/>
              <a:gd name="connsiteY168" fmla="*/ 117048 h 1163932"/>
              <a:gd name="connsiteX169" fmla="*/ 11487595 w 12192000"/>
              <a:gd name="connsiteY169" fmla="*/ 158754 h 1163932"/>
              <a:gd name="connsiteX170" fmla="*/ 11590850 w 12192000"/>
              <a:gd name="connsiteY170" fmla="*/ 244984 h 1163932"/>
              <a:gd name="connsiteX171" fmla="*/ 11736204 w 12192000"/>
              <a:gd name="connsiteY171" fmla="*/ 283941 h 1163932"/>
              <a:gd name="connsiteX172" fmla="*/ 11760331 w 12192000"/>
              <a:gd name="connsiteY172" fmla="*/ 298368 h 1163932"/>
              <a:gd name="connsiteX173" fmla="*/ 11819139 w 12192000"/>
              <a:gd name="connsiteY173" fmla="*/ 310575 h 1163932"/>
              <a:gd name="connsiteX174" fmla="*/ 11821967 w 12192000"/>
              <a:gd name="connsiteY174" fmla="*/ 312222 h 1163932"/>
              <a:gd name="connsiteX175" fmla="*/ 11847125 w 12192000"/>
              <a:gd name="connsiteY175" fmla="*/ 303833 h 1163932"/>
              <a:gd name="connsiteX176" fmla="*/ 11980134 w 12192000"/>
              <a:gd name="connsiteY176" fmla="*/ 328343 h 1163932"/>
              <a:gd name="connsiteX177" fmla="*/ 12174576 w 12192000"/>
              <a:gd name="connsiteY177" fmla="*/ 382540 h 1163932"/>
              <a:gd name="connsiteX178" fmla="*/ 12192000 w 12192000"/>
              <a:gd name="connsiteY178" fmla="*/ 385665 h 1163932"/>
              <a:gd name="connsiteX179" fmla="*/ 12192000 w 12192000"/>
              <a:gd name="connsiteY179" fmla="*/ 1163932 h 1163932"/>
              <a:gd name="connsiteX180" fmla="*/ 0 w 12192000"/>
              <a:gd name="connsiteY180" fmla="*/ 1163932 h 1163932"/>
              <a:gd name="connsiteX181" fmla="*/ 0 w 12192000"/>
              <a:gd name="connsiteY181" fmla="*/ 489977 h 1163932"/>
              <a:gd name="connsiteX182" fmla="*/ 5331 w 12192000"/>
              <a:gd name="connsiteY182" fmla="*/ 489229 h 1163932"/>
              <a:gd name="connsiteX183" fmla="*/ 39902 w 12192000"/>
              <a:gd name="connsiteY183" fmla="*/ 478716 h 1163932"/>
              <a:gd name="connsiteX184" fmla="*/ 117880 w 12192000"/>
              <a:gd name="connsiteY184" fmla="*/ 427388 h 1163932"/>
              <a:gd name="connsiteX185" fmla="*/ 238140 w 12192000"/>
              <a:gd name="connsiteY185" fmla="*/ 385729 h 1163932"/>
              <a:gd name="connsiteX186" fmla="*/ 249589 w 12192000"/>
              <a:gd name="connsiteY186" fmla="*/ 385949 h 1163932"/>
              <a:gd name="connsiteX187" fmla="*/ 296963 w 12192000"/>
              <a:gd name="connsiteY187" fmla="*/ 362534 h 1163932"/>
              <a:gd name="connsiteX188" fmla="*/ 339235 w 12192000"/>
              <a:gd name="connsiteY188" fmla="*/ 330857 h 1163932"/>
              <a:gd name="connsiteX189" fmla="*/ 447152 w 12192000"/>
              <a:gd name="connsiteY189" fmla="*/ 333855 h 1163932"/>
              <a:gd name="connsiteX190" fmla="*/ 475247 w 12192000"/>
              <a:gd name="connsiteY190" fmla="*/ 343146 h 1163932"/>
              <a:gd name="connsiteX191" fmla="*/ 477967 w 12192000"/>
              <a:gd name="connsiteY191" fmla="*/ 344392 h 1163932"/>
              <a:gd name="connsiteX192" fmla="*/ 527683 w 12192000"/>
              <a:gd name="connsiteY192" fmla="*/ 339655 h 1163932"/>
              <a:gd name="connsiteX193" fmla="*/ 703732 w 12192000"/>
              <a:gd name="connsiteY193" fmla="*/ 323031 h 1163932"/>
              <a:gd name="connsiteX194" fmla="*/ 853391 w 12192000"/>
              <a:gd name="connsiteY194" fmla="*/ 310023 h 1163932"/>
              <a:gd name="connsiteX195" fmla="*/ 925332 w 12192000"/>
              <a:gd name="connsiteY195" fmla="*/ 305118 h 1163932"/>
              <a:gd name="connsiteX196" fmla="*/ 941286 w 12192000"/>
              <a:gd name="connsiteY196" fmla="*/ 295364 h 1163932"/>
              <a:gd name="connsiteX197" fmla="*/ 950845 w 12192000"/>
              <a:gd name="connsiteY197" fmla="*/ 293027 h 1163932"/>
              <a:gd name="connsiteX198" fmla="*/ 953292 w 12192000"/>
              <a:gd name="connsiteY198" fmla="*/ 287324 h 1163932"/>
              <a:gd name="connsiteX199" fmla="*/ 967499 w 12192000"/>
              <a:gd name="connsiteY199" fmla="*/ 280192 h 1163932"/>
              <a:gd name="connsiteX200" fmla="*/ 985161 w 12192000"/>
              <a:gd name="connsiteY200" fmla="*/ 277297 h 1163932"/>
              <a:gd name="connsiteX201" fmla="*/ 1069267 w 12192000"/>
              <a:gd name="connsiteY201" fmla="*/ 269198 h 1163932"/>
              <a:gd name="connsiteX202" fmla="*/ 1138407 w 12192000"/>
              <a:gd name="connsiteY202" fmla="*/ 252999 h 1163932"/>
              <a:gd name="connsiteX203" fmla="*/ 1164931 w 12192000"/>
              <a:gd name="connsiteY203" fmla="*/ 245054 h 1163932"/>
              <a:gd name="connsiteX204" fmla="*/ 1211622 w 12192000"/>
              <a:gd name="connsiteY204" fmla="*/ 227108 h 1163932"/>
              <a:gd name="connsiteX205" fmla="*/ 1274567 w 12192000"/>
              <a:gd name="connsiteY205" fmla="*/ 209812 h 1163932"/>
              <a:gd name="connsiteX206" fmla="*/ 1325029 w 12192000"/>
              <a:gd name="connsiteY206" fmla="*/ 214369 h 1163932"/>
              <a:gd name="connsiteX207" fmla="*/ 1356805 w 12192000"/>
              <a:gd name="connsiteY207" fmla="*/ 210054 h 1163932"/>
              <a:gd name="connsiteX208" fmla="*/ 1468752 w 12192000"/>
              <a:gd name="connsiteY208" fmla="*/ 221036 h 1163932"/>
              <a:gd name="connsiteX209" fmla="*/ 1650750 w 12192000"/>
              <a:gd name="connsiteY209" fmla="*/ 171522 h 1163932"/>
              <a:gd name="connsiteX210" fmla="*/ 1655056 w 12192000"/>
              <a:gd name="connsiteY210" fmla="*/ 178538 h 1163932"/>
              <a:gd name="connsiteX211" fmla="*/ 1683220 w 12192000"/>
              <a:gd name="connsiteY211" fmla="*/ 176084 h 1163932"/>
              <a:gd name="connsiteX212" fmla="*/ 1685599 w 12192000"/>
              <a:gd name="connsiteY212" fmla="*/ 171820 h 1163932"/>
              <a:gd name="connsiteX213" fmla="*/ 1689230 w 12192000"/>
              <a:gd name="connsiteY213" fmla="*/ 171091 h 1163932"/>
              <a:gd name="connsiteX214" fmla="*/ 1691052 w 12192000"/>
              <a:gd name="connsiteY214" fmla="*/ 175010 h 1163932"/>
              <a:gd name="connsiteX215" fmla="*/ 1735783 w 12192000"/>
              <a:gd name="connsiteY215" fmla="*/ 183832 h 1163932"/>
              <a:gd name="connsiteX216" fmla="*/ 1797102 w 12192000"/>
              <a:gd name="connsiteY216" fmla="*/ 188721 h 1163932"/>
              <a:gd name="connsiteX217" fmla="*/ 1845638 w 12192000"/>
              <a:gd name="connsiteY217" fmla="*/ 170206 h 1163932"/>
              <a:gd name="connsiteX218" fmla="*/ 1848980 w 12192000"/>
              <a:gd name="connsiteY218" fmla="*/ 173948 h 1163932"/>
              <a:gd name="connsiteX219" fmla="*/ 1880587 w 12192000"/>
              <a:gd name="connsiteY219" fmla="*/ 171938 h 1163932"/>
              <a:gd name="connsiteX220" fmla="*/ 1995803 w 12192000"/>
              <a:gd name="connsiteY220" fmla="*/ 138279 h 1163932"/>
              <a:gd name="connsiteX221" fmla="*/ 2057448 w 12192000"/>
              <a:gd name="connsiteY221" fmla="*/ 135082 h 1163932"/>
              <a:gd name="connsiteX222" fmla="*/ 2119088 w 12192000"/>
              <a:gd name="connsiteY222" fmla="*/ 119940 h 1163932"/>
              <a:gd name="connsiteX223" fmla="*/ 2138831 w 12192000"/>
              <a:gd name="connsiteY223" fmla="*/ 122626 h 1163932"/>
              <a:gd name="connsiteX224" fmla="*/ 2174180 w 12192000"/>
              <a:gd name="connsiteY224" fmla="*/ 117121 h 1163932"/>
              <a:gd name="connsiteX225" fmla="*/ 2214259 w 12192000"/>
              <a:gd name="connsiteY225" fmla="*/ 116974 h 1163932"/>
              <a:gd name="connsiteX226" fmla="*/ 2264911 w 12192000"/>
              <a:gd name="connsiteY226" fmla="*/ 108071 h 1163932"/>
              <a:gd name="connsiteX227" fmla="*/ 2298963 w 12192000"/>
              <a:gd name="connsiteY227" fmla="*/ 107788 h 1163932"/>
              <a:gd name="connsiteX228" fmla="*/ 2454058 w 12192000"/>
              <a:gd name="connsiteY228" fmla="*/ 73698 h 1163932"/>
              <a:gd name="connsiteX229" fmla="*/ 2534188 w 12192000"/>
              <a:gd name="connsiteY229" fmla="*/ 70162 h 1163932"/>
              <a:gd name="connsiteX230" fmla="*/ 2616912 w 12192000"/>
              <a:gd name="connsiteY230" fmla="*/ 51189 h 1163932"/>
              <a:gd name="connsiteX231" fmla="*/ 2698592 w 12192000"/>
              <a:gd name="connsiteY231" fmla="*/ 42305 h 1163932"/>
              <a:gd name="connsiteX232" fmla="*/ 2891953 w 12192000"/>
              <a:gd name="connsiteY232" fmla="*/ 34973 h 1163932"/>
              <a:gd name="connsiteX233" fmla="*/ 2955508 w 12192000"/>
              <a:gd name="connsiteY233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40737 w 12192000"/>
              <a:gd name="connsiteY122" fmla="*/ 105786 h 1163932"/>
              <a:gd name="connsiteX123" fmla="*/ 9052026 w 12192000"/>
              <a:gd name="connsiteY123" fmla="*/ 115808 h 1163932"/>
              <a:gd name="connsiteX124" fmla="*/ 9203241 w 12192000"/>
              <a:gd name="connsiteY124" fmla="*/ 118145 h 1163932"/>
              <a:gd name="connsiteX125" fmla="*/ 9415584 w 12192000"/>
              <a:gd name="connsiteY125" fmla="*/ 163588 h 1163932"/>
              <a:gd name="connsiteX126" fmla="*/ 9505102 w 12192000"/>
              <a:gd name="connsiteY126" fmla="*/ 147474 h 1163932"/>
              <a:gd name="connsiteX127" fmla="*/ 9643040 w 12192000"/>
              <a:gd name="connsiteY127" fmla="*/ 164665 h 1163932"/>
              <a:gd name="connsiteX128" fmla="*/ 9762999 w 12192000"/>
              <a:gd name="connsiteY128" fmla="*/ 169055 h 1163932"/>
              <a:gd name="connsiteX129" fmla="*/ 9776183 w 12192000"/>
              <a:gd name="connsiteY129" fmla="*/ 168623 h 1163932"/>
              <a:gd name="connsiteX130" fmla="*/ 9780532 w 12192000"/>
              <a:gd name="connsiteY130" fmla="*/ 162255 h 1163932"/>
              <a:gd name="connsiteX131" fmla="*/ 9824924 w 12192000"/>
              <a:gd name="connsiteY131" fmla="*/ 158079 h 1163932"/>
              <a:gd name="connsiteX132" fmla="*/ 9910588 w 12192000"/>
              <a:gd name="connsiteY132" fmla="*/ 160759 h 1163932"/>
              <a:gd name="connsiteX133" fmla="*/ 9924173 w 12192000"/>
              <a:gd name="connsiteY133" fmla="*/ 165023 h 1163932"/>
              <a:gd name="connsiteX134" fmla="*/ 10010969 w 12192000"/>
              <a:gd name="connsiteY134" fmla="*/ 162234 h 1163932"/>
              <a:gd name="connsiteX135" fmla="*/ 10070699 w 12192000"/>
              <a:gd name="connsiteY135" fmla="*/ 164286 h 1163932"/>
              <a:gd name="connsiteX136" fmla="*/ 10083825 w 12192000"/>
              <a:gd name="connsiteY136" fmla="*/ 168444 h 1163932"/>
              <a:gd name="connsiteX137" fmla="*/ 10097932 w 12192000"/>
              <a:gd name="connsiteY137" fmla="*/ 161160 h 1163932"/>
              <a:gd name="connsiteX138" fmla="*/ 10101779 w 12192000"/>
              <a:gd name="connsiteY138" fmla="*/ 155488 h 1163932"/>
              <a:gd name="connsiteX139" fmla="*/ 10149437 w 12192000"/>
              <a:gd name="connsiteY139" fmla="*/ 158598 h 1163932"/>
              <a:gd name="connsiteX140" fmla="*/ 10155104 w 12192000"/>
              <a:gd name="connsiteY140" fmla="*/ 158045 h 1163932"/>
              <a:gd name="connsiteX141" fmla="*/ 10250982 w 12192000"/>
              <a:gd name="connsiteY141" fmla="*/ 135074 h 1163932"/>
              <a:gd name="connsiteX142" fmla="*/ 10343301 w 12192000"/>
              <a:gd name="connsiteY142" fmla="*/ 97316 h 1163932"/>
              <a:gd name="connsiteX143" fmla="*/ 10366625 w 12192000"/>
              <a:gd name="connsiteY143" fmla="*/ 85860 h 1163932"/>
              <a:gd name="connsiteX144" fmla="*/ 10433505 w 12192000"/>
              <a:gd name="connsiteY144" fmla="*/ 71432 h 1163932"/>
              <a:gd name="connsiteX145" fmla="*/ 10547510 w 12192000"/>
              <a:gd name="connsiteY145" fmla="*/ 53678 h 1163932"/>
              <a:gd name="connsiteX146" fmla="*/ 10588150 w 12192000"/>
              <a:gd name="connsiteY146" fmla="*/ 38719 h 1163932"/>
              <a:gd name="connsiteX147" fmla="*/ 10589457 w 12192000"/>
              <a:gd name="connsiteY147" fmla="*/ 31728 h 1163932"/>
              <a:gd name="connsiteX148" fmla="*/ 10699976 w 12192000"/>
              <a:gd name="connsiteY148" fmla="*/ 49777 h 1163932"/>
              <a:gd name="connsiteX149" fmla="*/ 10812237 w 12192000"/>
              <a:gd name="connsiteY149" fmla="*/ 52759 h 1163932"/>
              <a:gd name="connsiteX150" fmla="*/ 10869837 w 12192000"/>
              <a:gd name="connsiteY150" fmla="*/ 72227 h 1163932"/>
              <a:gd name="connsiteX151" fmla="*/ 10881770 w 12192000"/>
              <a:gd name="connsiteY151" fmla="*/ 80104 h 1163932"/>
              <a:gd name="connsiteX152" fmla="*/ 10896899 w 12192000"/>
              <a:gd name="connsiteY152" fmla="*/ 77163 h 1163932"/>
              <a:gd name="connsiteX153" fmla="*/ 10901748 w 12192000"/>
              <a:gd name="connsiteY153" fmla="*/ 72784 h 1163932"/>
              <a:gd name="connsiteX154" fmla="*/ 10947419 w 12192000"/>
              <a:gd name="connsiteY154" fmla="*/ 89748 h 1163932"/>
              <a:gd name="connsiteX155" fmla="*/ 10953034 w 12192000"/>
              <a:gd name="connsiteY155" fmla="*/ 90870 h 1163932"/>
              <a:gd name="connsiteX156" fmla="*/ 10992070 w 12192000"/>
              <a:gd name="connsiteY156" fmla="*/ 95273 h 1163932"/>
              <a:gd name="connsiteX157" fmla="*/ 11112372 w 12192000"/>
              <a:gd name="connsiteY157" fmla="*/ 88679 h 1163932"/>
              <a:gd name="connsiteX158" fmla="*/ 11147719 w 12192000"/>
              <a:gd name="connsiteY158" fmla="*/ 86992 h 1163932"/>
              <a:gd name="connsiteX159" fmla="*/ 11172617 w 12192000"/>
              <a:gd name="connsiteY159" fmla="*/ 82697 h 1163932"/>
              <a:gd name="connsiteX160" fmla="*/ 11240397 w 12192000"/>
              <a:gd name="connsiteY160" fmla="*/ 88262 h 1163932"/>
              <a:gd name="connsiteX161" fmla="*/ 11270034 w 12192000"/>
              <a:gd name="connsiteY161" fmla="*/ 98379 h 1163932"/>
              <a:gd name="connsiteX162" fmla="*/ 11293091 w 12192000"/>
              <a:gd name="connsiteY162" fmla="*/ 98474 h 1163932"/>
              <a:gd name="connsiteX163" fmla="*/ 11310949 w 12192000"/>
              <a:gd name="connsiteY163" fmla="*/ 104274 h 1163932"/>
              <a:gd name="connsiteX164" fmla="*/ 11345279 w 12192000"/>
              <a:gd name="connsiteY164" fmla="*/ 101883 h 1163932"/>
              <a:gd name="connsiteX165" fmla="*/ 11354597 w 12192000"/>
              <a:gd name="connsiteY165" fmla="*/ 104385 h 1163932"/>
              <a:gd name="connsiteX166" fmla="*/ 11367725 w 12192000"/>
              <a:gd name="connsiteY166" fmla="*/ 104431 h 1163932"/>
              <a:gd name="connsiteX167" fmla="*/ 11399832 w 12192000"/>
              <a:gd name="connsiteY167" fmla="*/ 117048 h 1163932"/>
              <a:gd name="connsiteX168" fmla="*/ 11487595 w 12192000"/>
              <a:gd name="connsiteY168" fmla="*/ 158754 h 1163932"/>
              <a:gd name="connsiteX169" fmla="*/ 11590850 w 12192000"/>
              <a:gd name="connsiteY169" fmla="*/ 244984 h 1163932"/>
              <a:gd name="connsiteX170" fmla="*/ 11736204 w 12192000"/>
              <a:gd name="connsiteY170" fmla="*/ 283941 h 1163932"/>
              <a:gd name="connsiteX171" fmla="*/ 11760331 w 12192000"/>
              <a:gd name="connsiteY171" fmla="*/ 298368 h 1163932"/>
              <a:gd name="connsiteX172" fmla="*/ 11819139 w 12192000"/>
              <a:gd name="connsiteY172" fmla="*/ 310575 h 1163932"/>
              <a:gd name="connsiteX173" fmla="*/ 11821967 w 12192000"/>
              <a:gd name="connsiteY173" fmla="*/ 312222 h 1163932"/>
              <a:gd name="connsiteX174" fmla="*/ 11847125 w 12192000"/>
              <a:gd name="connsiteY174" fmla="*/ 303833 h 1163932"/>
              <a:gd name="connsiteX175" fmla="*/ 11980134 w 12192000"/>
              <a:gd name="connsiteY175" fmla="*/ 328343 h 1163932"/>
              <a:gd name="connsiteX176" fmla="*/ 12174576 w 12192000"/>
              <a:gd name="connsiteY176" fmla="*/ 382540 h 1163932"/>
              <a:gd name="connsiteX177" fmla="*/ 12192000 w 12192000"/>
              <a:gd name="connsiteY177" fmla="*/ 385665 h 1163932"/>
              <a:gd name="connsiteX178" fmla="*/ 12192000 w 12192000"/>
              <a:gd name="connsiteY178" fmla="*/ 1163932 h 1163932"/>
              <a:gd name="connsiteX179" fmla="*/ 0 w 12192000"/>
              <a:gd name="connsiteY179" fmla="*/ 1163932 h 1163932"/>
              <a:gd name="connsiteX180" fmla="*/ 0 w 12192000"/>
              <a:gd name="connsiteY180" fmla="*/ 489977 h 1163932"/>
              <a:gd name="connsiteX181" fmla="*/ 5331 w 12192000"/>
              <a:gd name="connsiteY181" fmla="*/ 489229 h 1163932"/>
              <a:gd name="connsiteX182" fmla="*/ 39902 w 12192000"/>
              <a:gd name="connsiteY182" fmla="*/ 478716 h 1163932"/>
              <a:gd name="connsiteX183" fmla="*/ 117880 w 12192000"/>
              <a:gd name="connsiteY183" fmla="*/ 427388 h 1163932"/>
              <a:gd name="connsiteX184" fmla="*/ 238140 w 12192000"/>
              <a:gd name="connsiteY184" fmla="*/ 385729 h 1163932"/>
              <a:gd name="connsiteX185" fmla="*/ 249589 w 12192000"/>
              <a:gd name="connsiteY185" fmla="*/ 385949 h 1163932"/>
              <a:gd name="connsiteX186" fmla="*/ 296963 w 12192000"/>
              <a:gd name="connsiteY186" fmla="*/ 362534 h 1163932"/>
              <a:gd name="connsiteX187" fmla="*/ 339235 w 12192000"/>
              <a:gd name="connsiteY187" fmla="*/ 330857 h 1163932"/>
              <a:gd name="connsiteX188" fmla="*/ 447152 w 12192000"/>
              <a:gd name="connsiteY188" fmla="*/ 333855 h 1163932"/>
              <a:gd name="connsiteX189" fmla="*/ 475247 w 12192000"/>
              <a:gd name="connsiteY189" fmla="*/ 343146 h 1163932"/>
              <a:gd name="connsiteX190" fmla="*/ 477967 w 12192000"/>
              <a:gd name="connsiteY190" fmla="*/ 344392 h 1163932"/>
              <a:gd name="connsiteX191" fmla="*/ 527683 w 12192000"/>
              <a:gd name="connsiteY191" fmla="*/ 339655 h 1163932"/>
              <a:gd name="connsiteX192" fmla="*/ 703732 w 12192000"/>
              <a:gd name="connsiteY192" fmla="*/ 323031 h 1163932"/>
              <a:gd name="connsiteX193" fmla="*/ 853391 w 12192000"/>
              <a:gd name="connsiteY193" fmla="*/ 310023 h 1163932"/>
              <a:gd name="connsiteX194" fmla="*/ 925332 w 12192000"/>
              <a:gd name="connsiteY194" fmla="*/ 305118 h 1163932"/>
              <a:gd name="connsiteX195" fmla="*/ 941286 w 12192000"/>
              <a:gd name="connsiteY195" fmla="*/ 295364 h 1163932"/>
              <a:gd name="connsiteX196" fmla="*/ 950845 w 12192000"/>
              <a:gd name="connsiteY196" fmla="*/ 293027 h 1163932"/>
              <a:gd name="connsiteX197" fmla="*/ 953292 w 12192000"/>
              <a:gd name="connsiteY197" fmla="*/ 287324 h 1163932"/>
              <a:gd name="connsiteX198" fmla="*/ 967499 w 12192000"/>
              <a:gd name="connsiteY198" fmla="*/ 280192 h 1163932"/>
              <a:gd name="connsiteX199" fmla="*/ 985161 w 12192000"/>
              <a:gd name="connsiteY199" fmla="*/ 277297 h 1163932"/>
              <a:gd name="connsiteX200" fmla="*/ 1069267 w 12192000"/>
              <a:gd name="connsiteY200" fmla="*/ 269198 h 1163932"/>
              <a:gd name="connsiteX201" fmla="*/ 1138407 w 12192000"/>
              <a:gd name="connsiteY201" fmla="*/ 252999 h 1163932"/>
              <a:gd name="connsiteX202" fmla="*/ 1164931 w 12192000"/>
              <a:gd name="connsiteY202" fmla="*/ 245054 h 1163932"/>
              <a:gd name="connsiteX203" fmla="*/ 1211622 w 12192000"/>
              <a:gd name="connsiteY203" fmla="*/ 227108 h 1163932"/>
              <a:gd name="connsiteX204" fmla="*/ 1274567 w 12192000"/>
              <a:gd name="connsiteY204" fmla="*/ 209812 h 1163932"/>
              <a:gd name="connsiteX205" fmla="*/ 1325029 w 12192000"/>
              <a:gd name="connsiteY205" fmla="*/ 214369 h 1163932"/>
              <a:gd name="connsiteX206" fmla="*/ 1356805 w 12192000"/>
              <a:gd name="connsiteY206" fmla="*/ 210054 h 1163932"/>
              <a:gd name="connsiteX207" fmla="*/ 1468752 w 12192000"/>
              <a:gd name="connsiteY207" fmla="*/ 221036 h 1163932"/>
              <a:gd name="connsiteX208" fmla="*/ 1650750 w 12192000"/>
              <a:gd name="connsiteY208" fmla="*/ 171522 h 1163932"/>
              <a:gd name="connsiteX209" fmla="*/ 1655056 w 12192000"/>
              <a:gd name="connsiteY209" fmla="*/ 178538 h 1163932"/>
              <a:gd name="connsiteX210" fmla="*/ 1683220 w 12192000"/>
              <a:gd name="connsiteY210" fmla="*/ 176084 h 1163932"/>
              <a:gd name="connsiteX211" fmla="*/ 1685599 w 12192000"/>
              <a:gd name="connsiteY211" fmla="*/ 171820 h 1163932"/>
              <a:gd name="connsiteX212" fmla="*/ 1689230 w 12192000"/>
              <a:gd name="connsiteY212" fmla="*/ 171091 h 1163932"/>
              <a:gd name="connsiteX213" fmla="*/ 1691052 w 12192000"/>
              <a:gd name="connsiteY213" fmla="*/ 175010 h 1163932"/>
              <a:gd name="connsiteX214" fmla="*/ 1735783 w 12192000"/>
              <a:gd name="connsiteY214" fmla="*/ 183832 h 1163932"/>
              <a:gd name="connsiteX215" fmla="*/ 1797102 w 12192000"/>
              <a:gd name="connsiteY215" fmla="*/ 188721 h 1163932"/>
              <a:gd name="connsiteX216" fmla="*/ 1845638 w 12192000"/>
              <a:gd name="connsiteY216" fmla="*/ 170206 h 1163932"/>
              <a:gd name="connsiteX217" fmla="*/ 1848980 w 12192000"/>
              <a:gd name="connsiteY217" fmla="*/ 173948 h 1163932"/>
              <a:gd name="connsiteX218" fmla="*/ 1880587 w 12192000"/>
              <a:gd name="connsiteY218" fmla="*/ 171938 h 1163932"/>
              <a:gd name="connsiteX219" fmla="*/ 1995803 w 12192000"/>
              <a:gd name="connsiteY219" fmla="*/ 138279 h 1163932"/>
              <a:gd name="connsiteX220" fmla="*/ 2057448 w 12192000"/>
              <a:gd name="connsiteY220" fmla="*/ 135082 h 1163932"/>
              <a:gd name="connsiteX221" fmla="*/ 2119088 w 12192000"/>
              <a:gd name="connsiteY221" fmla="*/ 119940 h 1163932"/>
              <a:gd name="connsiteX222" fmla="*/ 2138831 w 12192000"/>
              <a:gd name="connsiteY222" fmla="*/ 122626 h 1163932"/>
              <a:gd name="connsiteX223" fmla="*/ 2174180 w 12192000"/>
              <a:gd name="connsiteY223" fmla="*/ 117121 h 1163932"/>
              <a:gd name="connsiteX224" fmla="*/ 2214259 w 12192000"/>
              <a:gd name="connsiteY224" fmla="*/ 116974 h 1163932"/>
              <a:gd name="connsiteX225" fmla="*/ 2264911 w 12192000"/>
              <a:gd name="connsiteY225" fmla="*/ 108071 h 1163932"/>
              <a:gd name="connsiteX226" fmla="*/ 2298963 w 12192000"/>
              <a:gd name="connsiteY226" fmla="*/ 107788 h 1163932"/>
              <a:gd name="connsiteX227" fmla="*/ 2454058 w 12192000"/>
              <a:gd name="connsiteY227" fmla="*/ 73698 h 1163932"/>
              <a:gd name="connsiteX228" fmla="*/ 2534188 w 12192000"/>
              <a:gd name="connsiteY228" fmla="*/ 70162 h 1163932"/>
              <a:gd name="connsiteX229" fmla="*/ 2616912 w 12192000"/>
              <a:gd name="connsiteY229" fmla="*/ 51189 h 1163932"/>
              <a:gd name="connsiteX230" fmla="*/ 2698592 w 12192000"/>
              <a:gd name="connsiteY230" fmla="*/ 42305 h 1163932"/>
              <a:gd name="connsiteX231" fmla="*/ 2891953 w 12192000"/>
              <a:gd name="connsiteY231" fmla="*/ 34973 h 1163932"/>
              <a:gd name="connsiteX232" fmla="*/ 2955508 w 12192000"/>
              <a:gd name="connsiteY232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40737 w 12192000"/>
              <a:gd name="connsiteY122" fmla="*/ 105786 h 1163932"/>
              <a:gd name="connsiteX123" fmla="*/ 9203241 w 12192000"/>
              <a:gd name="connsiteY123" fmla="*/ 118145 h 1163932"/>
              <a:gd name="connsiteX124" fmla="*/ 9415584 w 12192000"/>
              <a:gd name="connsiteY124" fmla="*/ 163588 h 1163932"/>
              <a:gd name="connsiteX125" fmla="*/ 9505102 w 12192000"/>
              <a:gd name="connsiteY125" fmla="*/ 147474 h 1163932"/>
              <a:gd name="connsiteX126" fmla="*/ 9643040 w 12192000"/>
              <a:gd name="connsiteY126" fmla="*/ 164665 h 1163932"/>
              <a:gd name="connsiteX127" fmla="*/ 9762999 w 12192000"/>
              <a:gd name="connsiteY127" fmla="*/ 169055 h 1163932"/>
              <a:gd name="connsiteX128" fmla="*/ 9776183 w 12192000"/>
              <a:gd name="connsiteY128" fmla="*/ 168623 h 1163932"/>
              <a:gd name="connsiteX129" fmla="*/ 9780532 w 12192000"/>
              <a:gd name="connsiteY129" fmla="*/ 162255 h 1163932"/>
              <a:gd name="connsiteX130" fmla="*/ 9824924 w 12192000"/>
              <a:gd name="connsiteY130" fmla="*/ 158079 h 1163932"/>
              <a:gd name="connsiteX131" fmla="*/ 9910588 w 12192000"/>
              <a:gd name="connsiteY131" fmla="*/ 160759 h 1163932"/>
              <a:gd name="connsiteX132" fmla="*/ 9924173 w 12192000"/>
              <a:gd name="connsiteY132" fmla="*/ 165023 h 1163932"/>
              <a:gd name="connsiteX133" fmla="*/ 10010969 w 12192000"/>
              <a:gd name="connsiteY133" fmla="*/ 162234 h 1163932"/>
              <a:gd name="connsiteX134" fmla="*/ 10070699 w 12192000"/>
              <a:gd name="connsiteY134" fmla="*/ 164286 h 1163932"/>
              <a:gd name="connsiteX135" fmla="*/ 10083825 w 12192000"/>
              <a:gd name="connsiteY135" fmla="*/ 168444 h 1163932"/>
              <a:gd name="connsiteX136" fmla="*/ 10097932 w 12192000"/>
              <a:gd name="connsiteY136" fmla="*/ 161160 h 1163932"/>
              <a:gd name="connsiteX137" fmla="*/ 10101779 w 12192000"/>
              <a:gd name="connsiteY137" fmla="*/ 155488 h 1163932"/>
              <a:gd name="connsiteX138" fmla="*/ 10149437 w 12192000"/>
              <a:gd name="connsiteY138" fmla="*/ 158598 h 1163932"/>
              <a:gd name="connsiteX139" fmla="*/ 10155104 w 12192000"/>
              <a:gd name="connsiteY139" fmla="*/ 158045 h 1163932"/>
              <a:gd name="connsiteX140" fmla="*/ 10250982 w 12192000"/>
              <a:gd name="connsiteY140" fmla="*/ 135074 h 1163932"/>
              <a:gd name="connsiteX141" fmla="*/ 10343301 w 12192000"/>
              <a:gd name="connsiteY141" fmla="*/ 97316 h 1163932"/>
              <a:gd name="connsiteX142" fmla="*/ 10366625 w 12192000"/>
              <a:gd name="connsiteY142" fmla="*/ 85860 h 1163932"/>
              <a:gd name="connsiteX143" fmla="*/ 10433505 w 12192000"/>
              <a:gd name="connsiteY143" fmla="*/ 71432 h 1163932"/>
              <a:gd name="connsiteX144" fmla="*/ 10547510 w 12192000"/>
              <a:gd name="connsiteY144" fmla="*/ 53678 h 1163932"/>
              <a:gd name="connsiteX145" fmla="*/ 10588150 w 12192000"/>
              <a:gd name="connsiteY145" fmla="*/ 38719 h 1163932"/>
              <a:gd name="connsiteX146" fmla="*/ 10589457 w 12192000"/>
              <a:gd name="connsiteY146" fmla="*/ 31728 h 1163932"/>
              <a:gd name="connsiteX147" fmla="*/ 10699976 w 12192000"/>
              <a:gd name="connsiteY147" fmla="*/ 49777 h 1163932"/>
              <a:gd name="connsiteX148" fmla="*/ 10812237 w 12192000"/>
              <a:gd name="connsiteY148" fmla="*/ 52759 h 1163932"/>
              <a:gd name="connsiteX149" fmla="*/ 10869837 w 12192000"/>
              <a:gd name="connsiteY149" fmla="*/ 72227 h 1163932"/>
              <a:gd name="connsiteX150" fmla="*/ 10881770 w 12192000"/>
              <a:gd name="connsiteY150" fmla="*/ 80104 h 1163932"/>
              <a:gd name="connsiteX151" fmla="*/ 10896899 w 12192000"/>
              <a:gd name="connsiteY151" fmla="*/ 77163 h 1163932"/>
              <a:gd name="connsiteX152" fmla="*/ 10901748 w 12192000"/>
              <a:gd name="connsiteY152" fmla="*/ 72784 h 1163932"/>
              <a:gd name="connsiteX153" fmla="*/ 10947419 w 12192000"/>
              <a:gd name="connsiteY153" fmla="*/ 89748 h 1163932"/>
              <a:gd name="connsiteX154" fmla="*/ 10953034 w 12192000"/>
              <a:gd name="connsiteY154" fmla="*/ 90870 h 1163932"/>
              <a:gd name="connsiteX155" fmla="*/ 10992070 w 12192000"/>
              <a:gd name="connsiteY155" fmla="*/ 95273 h 1163932"/>
              <a:gd name="connsiteX156" fmla="*/ 11112372 w 12192000"/>
              <a:gd name="connsiteY156" fmla="*/ 88679 h 1163932"/>
              <a:gd name="connsiteX157" fmla="*/ 11147719 w 12192000"/>
              <a:gd name="connsiteY157" fmla="*/ 86992 h 1163932"/>
              <a:gd name="connsiteX158" fmla="*/ 11172617 w 12192000"/>
              <a:gd name="connsiteY158" fmla="*/ 82697 h 1163932"/>
              <a:gd name="connsiteX159" fmla="*/ 11240397 w 12192000"/>
              <a:gd name="connsiteY159" fmla="*/ 88262 h 1163932"/>
              <a:gd name="connsiteX160" fmla="*/ 11270034 w 12192000"/>
              <a:gd name="connsiteY160" fmla="*/ 98379 h 1163932"/>
              <a:gd name="connsiteX161" fmla="*/ 11293091 w 12192000"/>
              <a:gd name="connsiteY161" fmla="*/ 98474 h 1163932"/>
              <a:gd name="connsiteX162" fmla="*/ 11310949 w 12192000"/>
              <a:gd name="connsiteY162" fmla="*/ 104274 h 1163932"/>
              <a:gd name="connsiteX163" fmla="*/ 11345279 w 12192000"/>
              <a:gd name="connsiteY163" fmla="*/ 101883 h 1163932"/>
              <a:gd name="connsiteX164" fmla="*/ 11354597 w 12192000"/>
              <a:gd name="connsiteY164" fmla="*/ 104385 h 1163932"/>
              <a:gd name="connsiteX165" fmla="*/ 11367725 w 12192000"/>
              <a:gd name="connsiteY165" fmla="*/ 104431 h 1163932"/>
              <a:gd name="connsiteX166" fmla="*/ 11399832 w 12192000"/>
              <a:gd name="connsiteY166" fmla="*/ 117048 h 1163932"/>
              <a:gd name="connsiteX167" fmla="*/ 11487595 w 12192000"/>
              <a:gd name="connsiteY167" fmla="*/ 158754 h 1163932"/>
              <a:gd name="connsiteX168" fmla="*/ 11590850 w 12192000"/>
              <a:gd name="connsiteY168" fmla="*/ 244984 h 1163932"/>
              <a:gd name="connsiteX169" fmla="*/ 11736204 w 12192000"/>
              <a:gd name="connsiteY169" fmla="*/ 283941 h 1163932"/>
              <a:gd name="connsiteX170" fmla="*/ 11760331 w 12192000"/>
              <a:gd name="connsiteY170" fmla="*/ 298368 h 1163932"/>
              <a:gd name="connsiteX171" fmla="*/ 11819139 w 12192000"/>
              <a:gd name="connsiteY171" fmla="*/ 310575 h 1163932"/>
              <a:gd name="connsiteX172" fmla="*/ 11821967 w 12192000"/>
              <a:gd name="connsiteY172" fmla="*/ 312222 h 1163932"/>
              <a:gd name="connsiteX173" fmla="*/ 11847125 w 12192000"/>
              <a:gd name="connsiteY173" fmla="*/ 303833 h 1163932"/>
              <a:gd name="connsiteX174" fmla="*/ 11980134 w 12192000"/>
              <a:gd name="connsiteY174" fmla="*/ 328343 h 1163932"/>
              <a:gd name="connsiteX175" fmla="*/ 12174576 w 12192000"/>
              <a:gd name="connsiteY175" fmla="*/ 382540 h 1163932"/>
              <a:gd name="connsiteX176" fmla="*/ 12192000 w 12192000"/>
              <a:gd name="connsiteY176" fmla="*/ 385665 h 1163932"/>
              <a:gd name="connsiteX177" fmla="*/ 12192000 w 12192000"/>
              <a:gd name="connsiteY177" fmla="*/ 1163932 h 1163932"/>
              <a:gd name="connsiteX178" fmla="*/ 0 w 12192000"/>
              <a:gd name="connsiteY178" fmla="*/ 1163932 h 1163932"/>
              <a:gd name="connsiteX179" fmla="*/ 0 w 12192000"/>
              <a:gd name="connsiteY179" fmla="*/ 489977 h 1163932"/>
              <a:gd name="connsiteX180" fmla="*/ 5331 w 12192000"/>
              <a:gd name="connsiteY180" fmla="*/ 489229 h 1163932"/>
              <a:gd name="connsiteX181" fmla="*/ 39902 w 12192000"/>
              <a:gd name="connsiteY181" fmla="*/ 478716 h 1163932"/>
              <a:gd name="connsiteX182" fmla="*/ 117880 w 12192000"/>
              <a:gd name="connsiteY182" fmla="*/ 427388 h 1163932"/>
              <a:gd name="connsiteX183" fmla="*/ 238140 w 12192000"/>
              <a:gd name="connsiteY183" fmla="*/ 385729 h 1163932"/>
              <a:gd name="connsiteX184" fmla="*/ 249589 w 12192000"/>
              <a:gd name="connsiteY184" fmla="*/ 385949 h 1163932"/>
              <a:gd name="connsiteX185" fmla="*/ 296963 w 12192000"/>
              <a:gd name="connsiteY185" fmla="*/ 362534 h 1163932"/>
              <a:gd name="connsiteX186" fmla="*/ 339235 w 12192000"/>
              <a:gd name="connsiteY186" fmla="*/ 330857 h 1163932"/>
              <a:gd name="connsiteX187" fmla="*/ 447152 w 12192000"/>
              <a:gd name="connsiteY187" fmla="*/ 333855 h 1163932"/>
              <a:gd name="connsiteX188" fmla="*/ 475247 w 12192000"/>
              <a:gd name="connsiteY188" fmla="*/ 343146 h 1163932"/>
              <a:gd name="connsiteX189" fmla="*/ 477967 w 12192000"/>
              <a:gd name="connsiteY189" fmla="*/ 344392 h 1163932"/>
              <a:gd name="connsiteX190" fmla="*/ 527683 w 12192000"/>
              <a:gd name="connsiteY190" fmla="*/ 339655 h 1163932"/>
              <a:gd name="connsiteX191" fmla="*/ 703732 w 12192000"/>
              <a:gd name="connsiteY191" fmla="*/ 323031 h 1163932"/>
              <a:gd name="connsiteX192" fmla="*/ 853391 w 12192000"/>
              <a:gd name="connsiteY192" fmla="*/ 310023 h 1163932"/>
              <a:gd name="connsiteX193" fmla="*/ 925332 w 12192000"/>
              <a:gd name="connsiteY193" fmla="*/ 305118 h 1163932"/>
              <a:gd name="connsiteX194" fmla="*/ 941286 w 12192000"/>
              <a:gd name="connsiteY194" fmla="*/ 295364 h 1163932"/>
              <a:gd name="connsiteX195" fmla="*/ 950845 w 12192000"/>
              <a:gd name="connsiteY195" fmla="*/ 293027 h 1163932"/>
              <a:gd name="connsiteX196" fmla="*/ 953292 w 12192000"/>
              <a:gd name="connsiteY196" fmla="*/ 287324 h 1163932"/>
              <a:gd name="connsiteX197" fmla="*/ 967499 w 12192000"/>
              <a:gd name="connsiteY197" fmla="*/ 280192 h 1163932"/>
              <a:gd name="connsiteX198" fmla="*/ 985161 w 12192000"/>
              <a:gd name="connsiteY198" fmla="*/ 277297 h 1163932"/>
              <a:gd name="connsiteX199" fmla="*/ 1069267 w 12192000"/>
              <a:gd name="connsiteY199" fmla="*/ 269198 h 1163932"/>
              <a:gd name="connsiteX200" fmla="*/ 1138407 w 12192000"/>
              <a:gd name="connsiteY200" fmla="*/ 252999 h 1163932"/>
              <a:gd name="connsiteX201" fmla="*/ 1164931 w 12192000"/>
              <a:gd name="connsiteY201" fmla="*/ 245054 h 1163932"/>
              <a:gd name="connsiteX202" fmla="*/ 1211622 w 12192000"/>
              <a:gd name="connsiteY202" fmla="*/ 227108 h 1163932"/>
              <a:gd name="connsiteX203" fmla="*/ 1274567 w 12192000"/>
              <a:gd name="connsiteY203" fmla="*/ 209812 h 1163932"/>
              <a:gd name="connsiteX204" fmla="*/ 1325029 w 12192000"/>
              <a:gd name="connsiteY204" fmla="*/ 214369 h 1163932"/>
              <a:gd name="connsiteX205" fmla="*/ 1356805 w 12192000"/>
              <a:gd name="connsiteY205" fmla="*/ 210054 h 1163932"/>
              <a:gd name="connsiteX206" fmla="*/ 1468752 w 12192000"/>
              <a:gd name="connsiteY206" fmla="*/ 221036 h 1163932"/>
              <a:gd name="connsiteX207" fmla="*/ 1650750 w 12192000"/>
              <a:gd name="connsiteY207" fmla="*/ 171522 h 1163932"/>
              <a:gd name="connsiteX208" fmla="*/ 1655056 w 12192000"/>
              <a:gd name="connsiteY208" fmla="*/ 178538 h 1163932"/>
              <a:gd name="connsiteX209" fmla="*/ 1683220 w 12192000"/>
              <a:gd name="connsiteY209" fmla="*/ 176084 h 1163932"/>
              <a:gd name="connsiteX210" fmla="*/ 1685599 w 12192000"/>
              <a:gd name="connsiteY210" fmla="*/ 171820 h 1163932"/>
              <a:gd name="connsiteX211" fmla="*/ 1689230 w 12192000"/>
              <a:gd name="connsiteY211" fmla="*/ 171091 h 1163932"/>
              <a:gd name="connsiteX212" fmla="*/ 1691052 w 12192000"/>
              <a:gd name="connsiteY212" fmla="*/ 175010 h 1163932"/>
              <a:gd name="connsiteX213" fmla="*/ 1735783 w 12192000"/>
              <a:gd name="connsiteY213" fmla="*/ 183832 h 1163932"/>
              <a:gd name="connsiteX214" fmla="*/ 1797102 w 12192000"/>
              <a:gd name="connsiteY214" fmla="*/ 188721 h 1163932"/>
              <a:gd name="connsiteX215" fmla="*/ 1845638 w 12192000"/>
              <a:gd name="connsiteY215" fmla="*/ 170206 h 1163932"/>
              <a:gd name="connsiteX216" fmla="*/ 1848980 w 12192000"/>
              <a:gd name="connsiteY216" fmla="*/ 173948 h 1163932"/>
              <a:gd name="connsiteX217" fmla="*/ 1880587 w 12192000"/>
              <a:gd name="connsiteY217" fmla="*/ 171938 h 1163932"/>
              <a:gd name="connsiteX218" fmla="*/ 1995803 w 12192000"/>
              <a:gd name="connsiteY218" fmla="*/ 138279 h 1163932"/>
              <a:gd name="connsiteX219" fmla="*/ 2057448 w 12192000"/>
              <a:gd name="connsiteY219" fmla="*/ 135082 h 1163932"/>
              <a:gd name="connsiteX220" fmla="*/ 2119088 w 12192000"/>
              <a:gd name="connsiteY220" fmla="*/ 119940 h 1163932"/>
              <a:gd name="connsiteX221" fmla="*/ 2138831 w 12192000"/>
              <a:gd name="connsiteY221" fmla="*/ 122626 h 1163932"/>
              <a:gd name="connsiteX222" fmla="*/ 2174180 w 12192000"/>
              <a:gd name="connsiteY222" fmla="*/ 117121 h 1163932"/>
              <a:gd name="connsiteX223" fmla="*/ 2214259 w 12192000"/>
              <a:gd name="connsiteY223" fmla="*/ 116974 h 1163932"/>
              <a:gd name="connsiteX224" fmla="*/ 2264911 w 12192000"/>
              <a:gd name="connsiteY224" fmla="*/ 108071 h 1163932"/>
              <a:gd name="connsiteX225" fmla="*/ 2298963 w 12192000"/>
              <a:gd name="connsiteY225" fmla="*/ 107788 h 1163932"/>
              <a:gd name="connsiteX226" fmla="*/ 2454058 w 12192000"/>
              <a:gd name="connsiteY226" fmla="*/ 73698 h 1163932"/>
              <a:gd name="connsiteX227" fmla="*/ 2534188 w 12192000"/>
              <a:gd name="connsiteY227" fmla="*/ 70162 h 1163932"/>
              <a:gd name="connsiteX228" fmla="*/ 2616912 w 12192000"/>
              <a:gd name="connsiteY228" fmla="*/ 51189 h 1163932"/>
              <a:gd name="connsiteX229" fmla="*/ 2698592 w 12192000"/>
              <a:gd name="connsiteY229" fmla="*/ 42305 h 1163932"/>
              <a:gd name="connsiteX230" fmla="*/ 2891953 w 12192000"/>
              <a:gd name="connsiteY230" fmla="*/ 34973 h 1163932"/>
              <a:gd name="connsiteX231" fmla="*/ 2955508 w 12192000"/>
              <a:gd name="connsiteY231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88505 w 12192000"/>
              <a:gd name="connsiteY122" fmla="*/ 119434 h 1163932"/>
              <a:gd name="connsiteX123" fmla="*/ 9203241 w 12192000"/>
              <a:gd name="connsiteY123" fmla="*/ 118145 h 1163932"/>
              <a:gd name="connsiteX124" fmla="*/ 9415584 w 12192000"/>
              <a:gd name="connsiteY124" fmla="*/ 163588 h 1163932"/>
              <a:gd name="connsiteX125" fmla="*/ 9505102 w 12192000"/>
              <a:gd name="connsiteY125" fmla="*/ 147474 h 1163932"/>
              <a:gd name="connsiteX126" fmla="*/ 9643040 w 12192000"/>
              <a:gd name="connsiteY126" fmla="*/ 164665 h 1163932"/>
              <a:gd name="connsiteX127" fmla="*/ 9762999 w 12192000"/>
              <a:gd name="connsiteY127" fmla="*/ 169055 h 1163932"/>
              <a:gd name="connsiteX128" fmla="*/ 9776183 w 12192000"/>
              <a:gd name="connsiteY128" fmla="*/ 168623 h 1163932"/>
              <a:gd name="connsiteX129" fmla="*/ 9780532 w 12192000"/>
              <a:gd name="connsiteY129" fmla="*/ 162255 h 1163932"/>
              <a:gd name="connsiteX130" fmla="*/ 9824924 w 12192000"/>
              <a:gd name="connsiteY130" fmla="*/ 158079 h 1163932"/>
              <a:gd name="connsiteX131" fmla="*/ 9910588 w 12192000"/>
              <a:gd name="connsiteY131" fmla="*/ 160759 h 1163932"/>
              <a:gd name="connsiteX132" fmla="*/ 9924173 w 12192000"/>
              <a:gd name="connsiteY132" fmla="*/ 165023 h 1163932"/>
              <a:gd name="connsiteX133" fmla="*/ 10010969 w 12192000"/>
              <a:gd name="connsiteY133" fmla="*/ 162234 h 1163932"/>
              <a:gd name="connsiteX134" fmla="*/ 10070699 w 12192000"/>
              <a:gd name="connsiteY134" fmla="*/ 164286 h 1163932"/>
              <a:gd name="connsiteX135" fmla="*/ 10083825 w 12192000"/>
              <a:gd name="connsiteY135" fmla="*/ 168444 h 1163932"/>
              <a:gd name="connsiteX136" fmla="*/ 10097932 w 12192000"/>
              <a:gd name="connsiteY136" fmla="*/ 161160 h 1163932"/>
              <a:gd name="connsiteX137" fmla="*/ 10101779 w 12192000"/>
              <a:gd name="connsiteY137" fmla="*/ 155488 h 1163932"/>
              <a:gd name="connsiteX138" fmla="*/ 10149437 w 12192000"/>
              <a:gd name="connsiteY138" fmla="*/ 158598 h 1163932"/>
              <a:gd name="connsiteX139" fmla="*/ 10155104 w 12192000"/>
              <a:gd name="connsiteY139" fmla="*/ 158045 h 1163932"/>
              <a:gd name="connsiteX140" fmla="*/ 10250982 w 12192000"/>
              <a:gd name="connsiteY140" fmla="*/ 135074 h 1163932"/>
              <a:gd name="connsiteX141" fmla="*/ 10343301 w 12192000"/>
              <a:gd name="connsiteY141" fmla="*/ 97316 h 1163932"/>
              <a:gd name="connsiteX142" fmla="*/ 10366625 w 12192000"/>
              <a:gd name="connsiteY142" fmla="*/ 85860 h 1163932"/>
              <a:gd name="connsiteX143" fmla="*/ 10433505 w 12192000"/>
              <a:gd name="connsiteY143" fmla="*/ 71432 h 1163932"/>
              <a:gd name="connsiteX144" fmla="*/ 10547510 w 12192000"/>
              <a:gd name="connsiteY144" fmla="*/ 53678 h 1163932"/>
              <a:gd name="connsiteX145" fmla="*/ 10588150 w 12192000"/>
              <a:gd name="connsiteY145" fmla="*/ 38719 h 1163932"/>
              <a:gd name="connsiteX146" fmla="*/ 10589457 w 12192000"/>
              <a:gd name="connsiteY146" fmla="*/ 31728 h 1163932"/>
              <a:gd name="connsiteX147" fmla="*/ 10699976 w 12192000"/>
              <a:gd name="connsiteY147" fmla="*/ 49777 h 1163932"/>
              <a:gd name="connsiteX148" fmla="*/ 10812237 w 12192000"/>
              <a:gd name="connsiteY148" fmla="*/ 52759 h 1163932"/>
              <a:gd name="connsiteX149" fmla="*/ 10869837 w 12192000"/>
              <a:gd name="connsiteY149" fmla="*/ 72227 h 1163932"/>
              <a:gd name="connsiteX150" fmla="*/ 10881770 w 12192000"/>
              <a:gd name="connsiteY150" fmla="*/ 80104 h 1163932"/>
              <a:gd name="connsiteX151" fmla="*/ 10896899 w 12192000"/>
              <a:gd name="connsiteY151" fmla="*/ 77163 h 1163932"/>
              <a:gd name="connsiteX152" fmla="*/ 10901748 w 12192000"/>
              <a:gd name="connsiteY152" fmla="*/ 72784 h 1163932"/>
              <a:gd name="connsiteX153" fmla="*/ 10947419 w 12192000"/>
              <a:gd name="connsiteY153" fmla="*/ 89748 h 1163932"/>
              <a:gd name="connsiteX154" fmla="*/ 10953034 w 12192000"/>
              <a:gd name="connsiteY154" fmla="*/ 90870 h 1163932"/>
              <a:gd name="connsiteX155" fmla="*/ 10992070 w 12192000"/>
              <a:gd name="connsiteY155" fmla="*/ 95273 h 1163932"/>
              <a:gd name="connsiteX156" fmla="*/ 11112372 w 12192000"/>
              <a:gd name="connsiteY156" fmla="*/ 88679 h 1163932"/>
              <a:gd name="connsiteX157" fmla="*/ 11147719 w 12192000"/>
              <a:gd name="connsiteY157" fmla="*/ 86992 h 1163932"/>
              <a:gd name="connsiteX158" fmla="*/ 11172617 w 12192000"/>
              <a:gd name="connsiteY158" fmla="*/ 82697 h 1163932"/>
              <a:gd name="connsiteX159" fmla="*/ 11240397 w 12192000"/>
              <a:gd name="connsiteY159" fmla="*/ 88262 h 1163932"/>
              <a:gd name="connsiteX160" fmla="*/ 11270034 w 12192000"/>
              <a:gd name="connsiteY160" fmla="*/ 98379 h 1163932"/>
              <a:gd name="connsiteX161" fmla="*/ 11293091 w 12192000"/>
              <a:gd name="connsiteY161" fmla="*/ 98474 h 1163932"/>
              <a:gd name="connsiteX162" fmla="*/ 11310949 w 12192000"/>
              <a:gd name="connsiteY162" fmla="*/ 104274 h 1163932"/>
              <a:gd name="connsiteX163" fmla="*/ 11345279 w 12192000"/>
              <a:gd name="connsiteY163" fmla="*/ 101883 h 1163932"/>
              <a:gd name="connsiteX164" fmla="*/ 11354597 w 12192000"/>
              <a:gd name="connsiteY164" fmla="*/ 104385 h 1163932"/>
              <a:gd name="connsiteX165" fmla="*/ 11367725 w 12192000"/>
              <a:gd name="connsiteY165" fmla="*/ 104431 h 1163932"/>
              <a:gd name="connsiteX166" fmla="*/ 11399832 w 12192000"/>
              <a:gd name="connsiteY166" fmla="*/ 117048 h 1163932"/>
              <a:gd name="connsiteX167" fmla="*/ 11487595 w 12192000"/>
              <a:gd name="connsiteY167" fmla="*/ 158754 h 1163932"/>
              <a:gd name="connsiteX168" fmla="*/ 11590850 w 12192000"/>
              <a:gd name="connsiteY168" fmla="*/ 244984 h 1163932"/>
              <a:gd name="connsiteX169" fmla="*/ 11736204 w 12192000"/>
              <a:gd name="connsiteY169" fmla="*/ 283941 h 1163932"/>
              <a:gd name="connsiteX170" fmla="*/ 11760331 w 12192000"/>
              <a:gd name="connsiteY170" fmla="*/ 298368 h 1163932"/>
              <a:gd name="connsiteX171" fmla="*/ 11819139 w 12192000"/>
              <a:gd name="connsiteY171" fmla="*/ 310575 h 1163932"/>
              <a:gd name="connsiteX172" fmla="*/ 11821967 w 12192000"/>
              <a:gd name="connsiteY172" fmla="*/ 312222 h 1163932"/>
              <a:gd name="connsiteX173" fmla="*/ 11847125 w 12192000"/>
              <a:gd name="connsiteY173" fmla="*/ 303833 h 1163932"/>
              <a:gd name="connsiteX174" fmla="*/ 11980134 w 12192000"/>
              <a:gd name="connsiteY174" fmla="*/ 328343 h 1163932"/>
              <a:gd name="connsiteX175" fmla="*/ 12174576 w 12192000"/>
              <a:gd name="connsiteY175" fmla="*/ 382540 h 1163932"/>
              <a:gd name="connsiteX176" fmla="*/ 12192000 w 12192000"/>
              <a:gd name="connsiteY176" fmla="*/ 385665 h 1163932"/>
              <a:gd name="connsiteX177" fmla="*/ 12192000 w 12192000"/>
              <a:gd name="connsiteY177" fmla="*/ 1163932 h 1163932"/>
              <a:gd name="connsiteX178" fmla="*/ 0 w 12192000"/>
              <a:gd name="connsiteY178" fmla="*/ 1163932 h 1163932"/>
              <a:gd name="connsiteX179" fmla="*/ 0 w 12192000"/>
              <a:gd name="connsiteY179" fmla="*/ 489977 h 1163932"/>
              <a:gd name="connsiteX180" fmla="*/ 5331 w 12192000"/>
              <a:gd name="connsiteY180" fmla="*/ 489229 h 1163932"/>
              <a:gd name="connsiteX181" fmla="*/ 39902 w 12192000"/>
              <a:gd name="connsiteY181" fmla="*/ 478716 h 1163932"/>
              <a:gd name="connsiteX182" fmla="*/ 117880 w 12192000"/>
              <a:gd name="connsiteY182" fmla="*/ 427388 h 1163932"/>
              <a:gd name="connsiteX183" fmla="*/ 238140 w 12192000"/>
              <a:gd name="connsiteY183" fmla="*/ 385729 h 1163932"/>
              <a:gd name="connsiteX184" fmla="*/ 249589 w 12192000"/>
              <a:gd name="connsiteY184" fmla="*/ 385949 h 1163932"/>
              <a:gd name="connsiteX185" fmla="*/ 296963 w 12192000"/>
              <a:gd name="connsiteY185" fmla="*/ 362534 h 1163932"/>
              <a:gd name="connsiteX186" fmla="*/ 339235 w 12192000"/>
              <a:gd name="connsiteY186" fmla="*/ 330857 h 1163932"/>
              <a:gd name="connsiteX187" fmla="*/ 447152 w 12192000"/>
              <a:gd name="connsiteY187" fmla="*/ 333855 h 1163932"/>
              <a:gd name="connsiteX188" fmla="*/ 475247 w 12192000"/>
              <a:gd name="connsiteY188" fmla="*/ 343146 h 1163932"/>
              <a:gd name="connsiteX189" fmla="*/ 477967 w 12192000"/>
              <a:gd name="connsiteY189" fmla="*/ 344392 h 1163932"/>
              <a:gd name="connsiteX190" fmla="*/ 527683 w 12192000"/>
              <a:gd name="connsiteY190" fmla="*/ 339655 h 1163932"/>
              <a:gd name="connsiteX191" fmla="*/ 703732 w 12192000"/>
              <a:gd name="connsiteY191" fmla="*/ 323031 h 1163932"/>
              <a:gd name="connsiteX192" fmla="*/ 853391 w 12192000"/>
              <a:gd name="connsiteY192" fmla="*/ 310023 h 1163932"/>
              <a:gd name="connsiteX193" fmla="*/ 925332 w 12192000"/>
              <a:gd name="connsiteY193" fmla="*/ 305118 h 1163932"/>
              <a:gd name="connsiteX194" fmla="*/ 941286 w 12192000"/>
              <a:gd name="connsiteY194" fmla="*/ 295364 h 1163932"/>
              <a:gd name="connsiteX195" fmla="*/ 950845 w 12192000"/>
              <a:gd name="connsiteY195" fmla="*/ 293027 h 1163932"/>
              <a:gd name="connsiteX196" fmla="*/ 953292 w 12192000"/>
              <a:gd name="connsiteY196" fmla="*/ 287324 h 1163932"/>
              <a:gd name="connsiteX197" fmla="*/ 967499 w 12192000"/>
              <a:gd name="connsiteY197" fmla="*/ 280192 h 1163932"/>
              <a:gd name="connsiteX198" fmla="*/ 985161 w 12192000"/>
              <a:gd name="connsiteY198" fmla="*/ 277297 h 1163932"/>
              <a:gd name="connsiteX199" fmla="*/ 1069267 w 12192000"/>
              <a:gd name="connsiteY199" fmla="*/ 269198 h 1163932"/>
              <a:gd name="connsiteX200" fmla="*/ 1138407 w 12192000"/>
              <a:gd name="connsiteY200" fmla="*/ 252999 h 1163932"/>
              <a:gd name="connsiteX201" fmla="*/ 1164931 w 12192000"/>
              <a:gd name="connsiteY201" fmla="*/ 245054 h 1163932"/>
              <a:gd name="connsiteX202" fmla="*/ 1211622 w 12192000"/>
              <a:gd name="connsiteY202" fmla="*/ 227108 h 1163932"/>
              <a:gd name="connsiteX203" fmla="*/ 1274567 w 12192000"/>
              <a:gd name="connsiteY203" fmla="*/ 209812 h 1163932"/>
              <a:gd name="connsiteX204" fmla="*/ 1325029 w 12192000"/>
              <a:gd name="connsiteY204" fmla="*/ 214369 h 1163932"/>
              <a:gd name="connsiteX205" fmla="*/ 1356805 w 12192000"/>
              <a:gd name="connsiteY205" fmla="*/ 210054 h 1163932"/>
              <a:gd name="connsiteX206" fmla="*/ 1468752 w 12192000"/>
              <a:gd name="connsiteY206" fmla="*/ 221036 h 1163932"/>
              <a:gd name="connsiteX207" fmla="*/ 1650750 w 12192000"/>
              <a:gd name="connsiteY207" fmla="*/ 171522 h 1163932"/>
              <a:gd name="connsiteX208" fmla="*/ 1655056 w 12192000"/>
              <a:gd name="connsiteY208" fmla="*/ 178538 h 1163932"/>
              <a:gd name="connsiteX209" fmla="*/ 1683220 w 12192000"/>
              <a:gd name="connsiteY209" fmla="*/ 176084 h 1163932"/>
              <a:gd name="connsiteX210" fmla="*/ 1685599 w 12192000"/>
              <a:gd name="connsiteY210" fmla="*/ 171820 h 1163932"/>
              <a:gd name="connsiteX211" fmla="*/ 1689230 w 12192000"/>
              <a:gd name="connsiteY211" fmla="*/ 171091 h 1163932"/>
              <a:gd name="connsiteX212" fmla="*/ 1691052 w 12192000"/>
              <a:gd name="connsiteY212" fmla="*/ 175010 h 1163932"/>
              <a:gd name="connsiteX213" fmla="*/ 1735783 w 12192000"/>
              <a:gd name="connsiteY213" fmla="*/ 183832 h 1163932"/>
              <a:gd name="connsiteX214" fmla="*/ 1797102 w 12192000"/>
              <a:gd name="connsiteY214" fmla="*/ 188721 h 1163932"/>
              <a:gd name="connsiteX215" fmla="*/ 1845638 w 12192000"/>
              <a:gd name="connsiteY215" fmla="*/ 170206 h 1163932"/>
              <a:gd name="connsiteX216" fmla="*/ 1848980 w 12192000"/>
              <a:gd name="connsiteY216" fmla="*/ 173948 h 1163932"/>
              <a:gd name="connsiteX217" fmla="*/ 1880587 w 12192000"/>
              <a:gd name="connsiteY217" fmla="*/ 171938 h 1163932"/>
              <a:gd name="connsiteX218" fmla="*/ 1995803 w 12192000"/>
              <a:gd name="connsiteY218" fmla="*/ 138279 h 1163932"/>
              <a:gd name="connsiteX219" fmla="*/ 2057448 w 12192000"/>
              <a:gd name="connsiteY219" fmla="*/ 135082 h 1163932"/>
              <a:gd name="connsiteX220" fmla="*/ 2119088 w 12192000"/>
              <a:gd name="connsiteY220" fmla="*/ 119940 h 1163932"/>
              <a:gd name="connsiteX221" fmla="*/ 2138831 w 12192000"/>
              <a:gd name="connsiteY221" fmla="*/ 122626 h 1163932"/>
              <a:gd name="connsiteX222" fmla="*/ 2174180 w 12192000"/>
              <a:gd name="connsiteY222" fmla="*/ 117121 h 1163932"/>
              <a:gd name="connsiteX223" fmla="*/ 2214259 w 12192000"/>
              <a:gd name="connsiteY223" fmla="*/ 116974 h 1163932"/>
              <a:gd name="connsiteX224" fmla="*/ 2264911 w 12192000"/>
              <a:gd name="connsiteY224" fmla="*/ 108071 h 1163932"/>
              <a:gd name="connsiteX225" fmla="*/ 2298963 w 12192000"/>
              <a:gd name="connsiteY225" fmla="*/ 107788 h 1163932"/>
              <a:gd name="connsiteX226" fmla="*/ 2454058 w 12192000"/>
              <a:gd name="connsiteY226" fmla="*/ 73698 h 1163932"/>
              <a:gd name="connsiteX227" fmla="*/ 2534188 w 12192000"/>
              <a:gd name="connsiteY227" fmla="*/ 70162 h 1163932"/>
              <a:gd name="connsiteX228" fmla="*/ 2616912 w 12192000"/>
              <a:gd name="connsiteY228" fmla="*/ 51189 h 1163932"/>
              <a:gd name="connsiteX229" fmla="*/ 2698592 w 12192000"/>
              <a:gd name="connsiteY229" fmla="*/ 42305 h 1163932"/>
              <a:gd name="connsiteX230" fmla="*/ 2891953 w 12192000"/>
              <a:gd name="connsiteY230" fmla="*/ 34973 h 1163932"/>
              <a:gd name="connsiteX231" fmla="*/ 2955508 w 12192000"/>
              <a:gd name="connsiteY231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917529 w 12192000"/>
              <a:gd name="connsiteY119" fmla="*/ 82805 h 1163932"/>
              <a:gd name="connsiteX120" fmla="*/ 9026654 w 12192000"/>
              <a:gd name="connsiteY120" fmla="*/ 99852 h 1163932"/>
              <a:gd name="connsiteX121" fmla="*/ 9088505 w 12192000"/>
              <a:gd name="connsiteY121" fmla="*/ 119434 h 1163932"/>
              <a:gd name="connsiteX122" fmla="*/ 9203241 w 12192000"/>
              <a:gd name="connsiteY122" fmla="*/ 118145 h 1163932"/>
              <a:gd name="connsiteX123" fmla="*/ 9415584 w 12192000"/>
              <a:gd name="connsiteY123" fmla="*/ 163588 h 1163932"/>
              <a:gd name="connsiteX124" fmla="*/ 9505102 w 12192000"/>
              <a:gd name="connsiteY124" fmla="*/ 147474 h 1163932"/>
              <a:gd name="connsiteX125" fmla="*/ 9643040 w 12192000"/>
              <a:gd name="connsiteY125" fmla="*/ 164665 h 1163932"/>
              <a:gd name="connsiteX126" fmla="*/ 9762999 w 12192000"/>
              <a:gd name="connsiteY126" fmla="*/ 169055 h 1163932"/>
              <a:gd name="connsiteX127" fmla="*/ 9776183 w 12192000"/>
              <a:gd name="connsiteY127" fmla="*/ 168623 h 1163932"/>
              <a:gd name="connsiteX128" fmla="*/ 9780532 w 12192000"/>
              <a:gd name="connsiteY128" fmla="*/ 162255 h 1163932"/>
              <a:gd name="connsiteX129" fmla="*/ 9824924 w 12192000"/>
              <a:gd name="connsiteY129" fmla="*/ 158079 h 1163932"/>
              <a:gd name="connsiteX130" fmla="*/ 9910588 w 12192000"/>
              <a:gd name="connsiteY130" fmla="*/ 160759 h 1163932"/>
              <a:gd name="connsiteX131" fmla="*/ 9924173 w 12192000"/>
              <a:gd name="connsiteY131" fmla="*/ 165023 h 1163932"/>
              <a:gd name="connsiteX132" fmla="*/ 10010969 w 12192000"/>
              <a:gd name="connsiteY132" fmla="*/ 162234 h 1163932"/>
              <a:gd name="connsiteX133" fmla="*/ 10070699 w 12192000"/>
              <a:gd name="connsiteY133" fmla="*/ 164286 h 1163932"/>
              <a:gd name="connsiteX134" fmla="*/ 10083825 w 12192000"/>
              <a:gd name="connsiteY134" fmla="*/ 168444 h 1163932"/>
              <a:gd name="connsiteX135" fmla="*/ 10097932 w 12192000"/>
              <a:gd name="connsiteY135" fmla="*/ 161160 h 1163932"/>
              <a:gd name="connsiteX136" fmla="*/ 10101779 w 12192000"/>
              <a:gd name="connsiteY136" fmla="*/ 155488 h 1163932"/>
              <a:gd name="connsiteX137" fmla="*/ 10149437 w 12192000"/>
              <a:gd name="connsiteY137" fmla="*/ 158598 h 1163932"/>
              <a:gd name="connsiteX138" fmla="*/ 10155104 w 12192000"/>
              <a:gd name="connsiteY138" fmla="*/ 158045 h 1163932"/>
              <a:gd name="connsiteX139" fmla="*/ 10250982 w 12192000"/>
              <a:gd name="connsiteY139" fmla="*/ 135074 h 1163932"/>
              <a:gd name="connsiteX140" fmla="*/ 10343301 w 12192000"/>
              <a:gd name="connsiteY140" fmla="*/ 97316 h 1163932"/>
              <a:gd name="connsiteX141" fmla="*/ 10366625 w 12192000"/>
              <a:gd name="connsiteY141" fmla="*/ 85860 h 1163932"/>
              <a:gd name="connsiteX142" fmla="*/ 10433505 w 12192000"/>
              <a:gd name="connsiteY142" fmla="*/ 71432 h 1163932"/>
              <a:gd name="connsiteX143" fmla="*/ 10547510 w 12192000"/>
              <a:gd name="connsiteY143" fmla="*/ 53678 h 1163932"/>
              <a:gd name="connsiteX144" fmla="*/ 10588150 w 12192000"/>
              <a:gd name="connsiteY144" fmla="*/ 38719 h 1163932"/>
              <a:gd name="connsiteX145" fmla="*/ 10589457 w 12192000"/>
              <a:gd name="connsiteY145" fmla="*/ 31728 h 1163932"/>
              <a:gd name="connsiteX146" fmla="*/ 10699976 w 12192000"/>
              <a:gd name="connsiteY146" fmla="*/ 49777 h 1163932"/>
              <a:gd name="connsiteX147" fmla="*/ 10812237 w 12192000"/>
              <a:gd name="connsiteY147" fmla="*/ 52759 h 1163932"/>
              <a:gd name="connsiteX148" fmla="*/ 10869837 w 12192000"/>
              <a:gd name="connsiteY148" fmla="*/ 72227 h 1163932"/>
              <a:gd name="connsiteX149" fmla="*/ 10881770 w 12192000"/>
              <a:gd name="connsiteY149" fmla="*/ 80104 h 1163932"/>
              <a:gd name="connsiteX150" fmla="*/ 10896899 w 12192000"/>
              <a:gd name="connsiteY150" fmla="*/ 77163 h 1163932"/>
              <a:gd name="connsiteX151" fmla="*/ 10901748 w 12192000"/>
              <a:gd name="connsiteY151" fmla="*/ 72784 h 1163932"/>
              <a:gd name="connsiteX152" fmla="*/ 10947419 w 12192000"/>
              <a:gd name="connsiteY152" fmla="*/ 89748 h 1163932"/>
              <a:gd name="connsiteX153" fmla="*/ 10953034 w 12192000"/>
              <a:gd name="connsiteY153" fmla="*/ 90870 h 1163932"/>
              <a:gd name="connsiteX154" fmla="*/ 10992070 w 12192000"/>
              <a:gd name="connsiteY154" fmla="*/ 95273 h 1163932"/>
              <a:gd name="connsiteX155" fmla="*/ 11112372 w 12192000"/>
              <a:gd name="connsiteY155" fmla="*/ 88679 h 1163932"/>
              <a:gd name="connsiteX156" fmla="*/ 11147719 w 12192000"/>
              <a:gd name="connsiteY156" fmla="*/ 86992 h 1163932"/>
              <a:gd name="connsiteX157" fmla="*/ 11172617 w 12192000"/>
              <a:gd name="connsiteY157" fmla="*/ 82697 h 1163932"/>
              <a:gd name="connsiteX158" fmla="*/ 11240397 w 12192000"/>
              <a:gd name="connsiteY158" fmla="*/ 88262 h 1163932"/>
              <a:gd name="connsiteX159" fmla="*/ 11270034 w 12192000"/>
              <a:gd name="connsiteY159" fmla="*/ 98379 h 1163932"/>
              <a:gd name="connsiteX160" fmla="*/ 11293091 w 12192000"/>
              <a:gd name="connsiteY160" fmla="*/ 98474 h 1163932"/>
              <a:gd name="connsiteX161" fmla="*/ 11310949 w 12192000"/>
              <a:gd name="connsiteY161" fmla="*/ 104274 h 1163932"/>
              <a:gd name="connsiteX162" fmla="*/ 11345279 w 12192000"/>
              <a:gd name="connsiteY162" fmla="*/ 101883 h 1163932"/>
              <a:gd name="connsiteX163" fmla="*/ 11354597 w 12192000"/>
              <a:gd name="connsiteY163" fmla="*/ 104385 h 1163932"/>
              <a:gd name="connsiteX164" fmla="*/ 11367725 w 12192000"/>
              <a:gd name="connsiteY164" fmla="*/ 104431 h 1163932"/>
              <a:gd name="connsiteX165" fmla="*/ 11399832 w 12192000"/>
              <a:gd name="connsiteY165" fmla="*/ 117048 h 1163932"/>
              <a:gd name="connsiteX166" fmla="*/ 11487595 w 12192000"/>
              <a:gd name="connsiteY166" fmla="*/ 158754 h 1163932"/>
              <a:gd name="connsiteX167" fmla="*/ 11590850 w 12192000"/>
              <a:gd name="connsiteY167" fmla="*/ 244984 h 1163932"/>
              <a:gd name="connsiteX168" fmla="*/ 11736204 w 12192000"/>
              <a:gd name="connsiteY168" fmla="*/ 283941 h 1163932"/>
              <a:gd name="connsiteX169" fmla="*/ 11760331 w 12192000"/>
              <a:gd name="connsiteY169" fmla="*/ 298368 h 1163932"/>
              <a:gd name="connsiteX170" fmla="*/ 11819139 w 12192000"/>
              <a:gd name="connsiteY170" fmla="*/ 310575 h 1163932"/>
              <a:gd name="connsiteX171" fmla="*/ 11821967 w 12192000"/>
              <a:gd name="connsiteY171" fmla="*/ 312222 h 1163932"/>
              <a:gd name="connsiteX172" fmla="*/ 11847125 w 12192000"/>
              <a:gd name="connsiteY172" fmla="*/ 303833 h 1163932"/>
              <a:gd name="connsiteX173" fmla="*/ 11980134 w 12192000"/>
              <a:gd name="connsiteY173" fmla="*/ 328343 h 1163932"/>
              <a:gd name="connsiteX174" fmla="*/ 12174576 w 12192000"/>
              <a:gd name="connsiteY174" fmla="*/ 382540 h 1163932"/>
              <a:gd name="connsiteX175" fmla="*/ 12192000 w 12192000"/>
              <a:gd name="connsiteY175" fmla="*/ 385665 h 1163932"/>
              <a:gd name="connsiteX176" fmla="*/ 12192000 w 12192000"/>
              <a:gd name="connsiteY176" fmla="*/ 1163932 h 1163932"/>
              <a:gd name="connsiteX177" fmla="*/ 0 w 12192000"/>
              <a:gd name="connsiteY177" fmla="*/ 1163932 h 1163932"/>
              <a:gd name="connsiteX178" fmla="*/ 0 w 12192000"/>
              <a:gd name="connsiteY178" fmla="*/ 489977 h 1163932"/>
              <a:gd name="connsiteX179" fmla="*/ 5331 w 12192000"/>
              <a:gd name="connsiteY179" fmla="*/ 489229 h 1163932"/>
              <a:gd name="connsiteX180" fmla="*/ 39902 w 12192000"/>
              <a:gd name="connsiteY180" fmla="*/ 478716 h 1163932"/>
              <a:gd name="connsiteX181" fmla="*/ 117880 w 12192000"/>
              <a:gd name="connsiteY181" fmla="*/ 427388 h 1163932"/>
              <a:gd name="connsiteX182" fmla="*/ 238140 w 12192000"/>
              <a:gd name="connsiteY182" fmla="*/ 385729 h 1163932"/>
              <a:gd name="connsiteX183" fmla="*/ 249589 w 12192000"/>
              <a:gd name="connsiteY183" fmla="*/ 385949 h 1163932"/>
              <a:gd name="connsiteX184" fmla="*/ 296963 w 12192000"/>
              <a:gd name="connsiteY184" fmla="*/ 362534 h 1163932"/>
              <a:gd name="connsiteX185" fmla="*/ 339235 w 12192000"/>
              <a:gd name="connsiteY185" fmla="*/ 330857 h 1163932"/>
              <a:gd name="connsiteX186" fmla="*/ 447152 w 12192000"/>
              <a:gd name="connsiteY186" fmla="*/ 333855 h 1163932"/>
              <a:gd name="connsiteX187" fmla="*/ 475247 w 12192000"/>
              <a:gd name="connsiteY187" fmla="*/ 343146 h 1163932"/>
              <a:gd name="connsiteX188" fmla="*/ 477967 w 12192000"/>
              <a:gd name="connsiteY188" fmla="*/ 344392 h 1163932"/>
              <a:gd name="connsiteX189" fmla="*/ 527683 w 12192000"/>
              <a:gd name="connsiteY189" fmla="*/ 339655 h 1163932"/>
              <a:gd name="connsiteX190" fmla="*/ 703732 w 12192000"/>
              <a:gd name="connsiteY190" fmla="*/ 323031 h 1163932"/>
              <a:gd name="connsiteX191" fmla="*/ 853391 w 12192000"/>
              <a:gd name="connsiteY191" fmla="*/ 310023 h 1163932"/>
              <a:gd name="connsiteX192" fmla="*/ 925332 w 12192000"/>
              <a:gd name="connsiteY192" fmla="*/ 305118 h 1163932"/>
              <a:gd name="connsiteX193" fmla="*/ 941286 w 12192000"/>
              <a:gd name="connsiteY193" fmla="*/ 295364 h 1163932"/>
              <a:gd name="connsiteX194" fmla="*/ 950845 w 12192000"/>
              <a:gd name="connsiteY194" fmla="*/ 293027 h 1163932"/>
              <a:gd name="connsiteX195" fmla="*/ 953292 w 12192000"/>
              <a:gd name="connsiteY195" fmla="*/ 287324 h 1163932"/>
              <a:gd name="connsiteX196" fmla="*/ 967499 w 12192000"/>
              <a:gd name="connsiteY196" fmla="*/ 280192 h 1163932"/>
              <a:gd name="connsiteX197" fmla="*/ 985161 w 12192000"/>
              <a:gd name="connsiteY197" fmla="*/ 277297 h 1163932"/>
              <a:gd name="connsiteX198" fmla="*/ 1069267 w 12192000"/>
              <a:gd name="connsiteY198" fmla="*/ 269198 h 1163932"/>
              <a:gd name="connsiteX199" fmla="*/ 1138407 w 12192000"/>
              <a:gd name="connsiteY199" fmla="*/ 252999 h 1163932"/>
              <a:gd name="connsiteX200" fmla="*/ 1164931 w 12192000"/>
              <a:gd name="connsiteY200" fmla="*/ 245054 h 1163932"/>
              <a:gd name="connsiteX201" fmla="*/ 1211622 w 12192000"/>
              <a:gd name="connsiteY201" fmla="*/ 227108 h 1163932"/>
              <a:gd name="connsiteX202" fmla="*/ 1274567 w 12192000"/>
              <a:gd name="connsiteY202" fmla="*/ 209812 h 1163932"/>
              <a:gd name="connsiteX203" fmla="*/ 1325029 w 12192000"/>
              <a:gd name="connsiteY203" fmla="*/ 214369 h 1163932"/>
              <a:gd name="connsiteX204" fmla="*/ 1356805 w 12192000"/>
              <a:gd name="connsiteY204" fmla="*/ 210054 h 1163932"/>
              <a:gd name="connsiteX205" fmla="*/ 1468752 w 12192000"/>
              <a:gd name="connsiteY205" fmla="*/ 221036 h 1163932"/>
              <a:gd name="connsiteX206" fmla="*/ 1650750 w 12192000"/>
              <a:gd name="connsiteY206" fmla="*/ 171522 h 1163932"/>
              <a:gd name="connsiteX207" fmla="*/ 1655056 w 12192000"/>
              <a:gd name="connsiteY207" fmla="*/ 178538 h 1163932"/>
              <a:gd name="connsiteX208" fmla="*/ 1683220 w 12192000"/>
              <a:gd name="connsiteY208" fmla="*/ 176084 h 1163932"/>
              <a:gd name="connsiteX209" fmla="*/ 1685599 w 12192000"/>
              <a:gd name="connsiteY209" fmla="*/ 171820 h 1163932"/>
              <a:gd name="connsiteX210" fmla="*/ 1689230 w 12192000"/>
              <a:gd name="connsiteY210" fmla="*/ 171091 h 1163932"/>
              <a:gd name="connsiteX211" fmla="*/ 1691052 w 12192000"/>
              <a:gd name="connsiteY211" fmla="*/ 175010 h 1163932"/>
              <a:gd name="connsiteX212" fmla="*/ 1735783 w 12192000"/>
              <a:gd name="connsiteY212" fmla="*/ 183832 h 1163932"/>
              <a:gd name="connsiteX213" fmla="*/ 1797102 w 12192000"/>
              <a:gd name="connsiteY213" fmla="*/ 188721 h 1163932"/>
              <a:gd name="connsiteX214" fmla="*/ 1845638 w 12192000"/>
              <a:gd name="connsiteY214" fmla="*/ 170206 h 1163932"/>
              <a:gd name="connsiteX215" fmla="*/ 1848980 w 12192000"/>
              <a:gd name="connsiteY215" fmla="*/ 173948 h 1163932"/>
              <a:gd name="connsiteX216" fmla="*/ 1880587 w 12192000"/>
              <a:gd name="connsiteY216" fmla="*/ 171938 h 1163932"/>
              <a:gd name="connsiteX217" fmla="*/ 1995803 w 12192000"/>
              <a:gd name="connsiteY217" fmla="*/ 138279 h 1163932"/>
              <a:gd name="connsiteX218" fmla="*/ 2057448 w 12192000"/>
              <a:gd name="connsiteY218" fmla="*/ 135082 h 1163932"/>
              <a:gd name="connsiteX219" fmla="*/ 2119088 w 12192000"/>
              <a:gd name="connsiteY219" fmla="*/ 119940 h 1163932"/>
              <a:gd name="connsiteX220" fmla="*/ 2138831 w 12192000"/>
              <a:gd name="connsiteY220" fmla="*/ 122626 h 1163932"/>
              <a:gd name="connsiteX221" fmla="*/ 2174180 w 12192000"/>
              <a:gd name="connsiteY221" fmla="*/ 117121 h 1163932"/>
              <a:gd name="connsiteX222" fmla="*/ 2214259 w 12192000"/>
              <a:gd name="connsiteY222" fmla="*/ 116974 h 1163932"/>
              <a:gd name="connsiteX223" fmla="*/ 2264911 w 12192000"/>
              <a:gd name="connsiteY223" fmla="*/ 108071 h 1163932"/>
              <a:gd name="connsiteX224" fmla="*/ 2298963 w 12192000"/>
              <a:gd name="connsiteY224" fmla="*/ 107788 h 1163932"/>
              <a:gd name="connsiteX225" fmla="*/ 2454058 w 12192000"/>
              <a:gd name="connsiteY225" fmla="*/ 73698 h 1163932"/>
              <a:gd name="connsiteX226" fmla="*/ 2534188 w 12192000"/>
              <a:gd name="connsiteY226" fmla="*/ 70162 h 1163932"/>
              <a:gd name="connsiteX227" fmla="*/ 2616912 w 12192000"/>
              <a:gd name="connsiteY227" fmla="*/ 51189 h 1163932"/>
              <a:gd name="connsiteX228" fmla="*/ 2698592 w 12192000"/>
              <a:gd name="connsiteY228" fmla="*/ 42305 h 1163932"/>
              <a:gd name="connsiteX229" fmla="*/ 2891953 w 12192000"/>
              <a:gd name="connsiteY229" fmla="*/ 34973 h 1163932"/>
              <a:gd name="connsiteX230" fmla="*/ 2955508 w 12192000"/>
              <a:gd name="connsiteY230" fmla="*/ 929 h 1163932"/>
              <a:gd name="connsiteX0" fmla="*/ 2891953 w 12192000"/>
              <a:gd name="connsiteY0" fmla="*/ 33056 h 1162015"/>
              <a:gd name="connsiteX1" fmla="*/ 2973472 w 12192000"/>
              <a:gd name="connsiteY1" fmla="*/ 452 h 1162015"/>
              <a:gd name="connsiteX2" fmla="*/ 3052621 w 12192000"/>
              <a:gd name="connsiteY2" fmla="*/ 12113 h 1162015"/>
              <a:gd name="connsiteX3" fmla="*/ 3145220 w 12192000"/>
              <a:gd name="connsiteY3" fmla="*/ 14360 h 1162015"/>
              <a:gd name="connsiteX4" fmla="*/ 3233309 w 12192000"/>
              <a:gd name="connsiteY4" fmla="*/ 7051 h 1162015"/>
              <a:gd name="connsiteX5" fmla="*/ 3320851 w 12192000"/>
              <a:gd name="connsiteY5" fmla="*/ 16985 h 1162015"/>
              <a:gd name="connsiteX6" fmla="*/ 3394552 w 12192000"/>
              <a:gd name="connsiteY6" fmla="*/ 36362 h 1162015"/>
              <a:gd name="connsiteX7" fmla="*/ 3462252 w 12192000"/>
              <a:gd name="connsiteY7" fmla="*/ 66729 h 1162015"/>
              <a:gd name="connsiteX8" fmla="*/ 3504799 w 12192000"/>
              <a:gd name="connsiteY8" fmla="*/ 91446 h 1162015"/>
              <a:gd name="connsiteX9" fmla="*/ 3568807 w 12192000"/>
              <a:gd name="connsiteY9" fmla="*/ 82640 h 1162015"/>
              <a:gd name="connsiteX10" fmla="*/ 3571993 w 12192000"/>
              <a:gd name="connsiteY10" fmla="*/ 85188 h 1162015"/>
              <a:gd name="connsiteX11" fmla="*/ 3590879 w 12192000"/>
              <a:gd name="connsiteY11" fmla="*/ 98198 h 1162015"/>
              <a:gd name="connsiteX12" fmla="*/ 3623973 w 12192000"/>
              <a:gd name="connsiteY12" fmla="*/ 91167 h 1162015"/>
              <a:gd name="connsiteX13" fmla="*/ 3636728 w 12192000"/>
              <a:gd name="connsiteY13" fmla="*/ 96102 h 1162015"/>
              <a:gd name="connsiteX14" fmla="*/ 3676976 w 12192000"/>
              <a:gd name="connsiteY14" fmla="*/ 94683 h 1162015"/>
              <a:gd name="connsiteX15" fmla="*/ 3722653 w 12192000"/>
              <a:gd name="connsiteY15" fmla="*/ 113446 h 1162015"/>
              <a:gd name="connsiteX16" fmla="*/ 3775112 w 12192000"/>
              <a:gd name="connsiteY16" fmla="*/ 97053 h 1162015"/>
              <a:gd name="connsiteX17" fmla="*/ 3932956 w 12192000"/>
              <a:gd name="connsiteY17" fmla="*/ 120420 h 1162015"/>
              <a:gd name="connsiteX18" fmla="*/ 4100593 w 12192000"/>
              <a:gd name="connsiteY18" fmla="*/ 161917 h 1162015"/>
              <a:gd name="connsiteX19" fmla="*/ 4316364 w 12192000"/>
              <a:gd name="connsiteY19" fmla="*/ 175536 h 1162015"/>
              <a:gd name="connsiteX20" fmla="*/ 4387387 w 12192000"/>
              <a:gd name="connsiteY20" fmla="*/ 162443 h 1162015"/>
              <a:gd name="connsiteX21" fmla="*/ 4427957 w 12192000"/>
              <a:gd name="connsiteY21" fmla="*/ 175609 h 1162015"/>
              <a:gd name="connsiteX22" fmla="*/ 4502291 w 12192000"/>
              <a:gd name="connsiteY22" fmla="*/ 186280 h 1162015"/>
              <a:gd name="connsiteX23" fmla="*/ 4600771 w 12192000"/>
              <a:gd name="connsiteY23" fmla="*/ 210226 h 1162015"/>
              <a:gd name="connsiteX24" fmla="*/ 4644102 w 12192000"/>
              <a:gd name="connsiteY24" fmla="*/ 208446 h 1162015"/>
              <a:gd name="connsiteX25" fmla="*/ 4652752 w 12192000"/>
              <a:gd name="connsiteY25" fmla="*/ 208985 h 1162015"/>
              <a:gd name="connsiteX26" fmla="*/ 4652896 w 12192000"/>
              <a:gd name="connsiteY26" fmla="*/ 209369 h 1162015"/>
              <a:gd name="connsiteX27" fmla="*/ 4685303 w 12192000"/>
              <a:gd name="connsiteY27" fmla="*/ 211022 h 1162015"/>
              <a:gd name="connsiteX28" fmla="*/ 4690886 w 12192000"/>
              <a:gd name="connsiteY28" fmla="*/ 213850 h 1162015"/>
              <a:gd name="connsiteX29" fmla="*/ 4725430 w 12192000"/>
              <a:gd name="connsiteY29" fmla="*/ 236815 h 1162015"/>
              <a:gd name="connsiteX30" fmla="*/ 4800051 w 12192000"/>
              <a:gd name="connsiteY30" fmla="*/ 229182 h 1162015"/>
              <a:gd name="connsiteX31" fmla="*/ 4875115 w 12192000"/>
              <a:gd name="connsiteY31" fmla="*/ 262433 h 1162015"/>
              <a:gd name="connsiteX32" fmla="*/ 4936450 w 12192000"/>
              <a:gd name="connsiteY32" fmla="*/ 278985 h 1162015"/>
              <a:gd name="connsiteX33" fmla="*/ 5030961 w 12192000"/>
              <a:gd name="connsiteY33" fmla="*/ 303995 h 1162015"/>
              <a:gd name="connsiteX34" fmla="*/ 5082734 w 12192000"/>
              <a:gd name="connsiteY34" fmla="*/ 306664 h 1162015"/>
              <a:gd name="connsiteX35" fmla="*/ 5138799 w 12192000"/>
              <a:gd name="connsiteY35" fmla="*/ 301883 h 1162015"/>
              <a:gd name="connsiteX36" fmla="*/ 5259695 w 12192000"/>
              <a:gd name="connsiteY36" fmla="*/ 328559 h 1162015"/>
              <a:gd name="connsiteX37" fmla="*/ 5359642 w 12192000"/>
              <a:gd name="connsiteY37" fmla="*/ 338658 h 1162015"/>
              <a:gd name="connsiteX38" fmla="*/ 5372918 w 12192000"/>
              <a:gd name="connsiteY38" fmla="*/ 334917 h 1162015"/>
              <a:gd name="connsiteX39" fmla="*/ 5396084 w 12192000"/>
              <a:gd name="connsiteY39" fmla="*/ 326351 h 1162015"/>
              <a:gd name="connsiteX40" fmla="*/ 5414292 w 12192000"/>
              <a:gd name="connsiteY40" fmla="*/ 318946 h 1162015"/>
              <a:gd name="connsiteX41" fmla="*/ 5487276 w 12192000"/>
              <a:gd name="connsiteY41" fmla="*/ 305433 h 1162015"/>
              <a:gd name="connsiteX42" fmla="*/ 5612716 w 12192000"/>
              <a:gd name="connsiteY42" fmla="*/ 306201 h 1162015"/>
              <a:gd name="connsiteX43" fmla="*/ 5864813 w 12192000"/>
              <a:gd name="connsiteY43" fmla="*/ 255935 h 1162015"/>
              <a:gd name="connsiteX44" fmla="*/ 6151392 w 12192000"/>
              <a:gd name="connsiteY44" fmla="*/ 223815 h 1162015"/>
              <a:gd name="connsiteX45" fmla="*/ 6209396 w 12192000"/>
              <a:gd name="connsiteY45" fmla="*/ 218552 h 1162015"/>
              <a:gd name="connsiteX46" fmla="*/ 6269898 w 12192000"/>
              <a:gd name="connsiteY46" fmla="*/ 224383 h 1162015"/>
              <a:gd name="connsiteX47" fmla="*/ 6297029 w 12192000"/>
              <a:gd name="connsiteY47" fmla="*/ 222313 h 1162015"/>
              <a:gd name="connsiteX48" fmla="*/ 6352373 w 12192000"/>
              <a:gd name="connsiteY48" fmla="*/ 207244 h 1162015"/>
              <a:gd name="connsiteX49" fmla="*/ 6353759 w 12192000"/>
              <a:gd name="connsiteY49" fmla="*/ 207218 h 1162015"/>
              <a:gd name="connsiteX50" fmla="*/ 6363346 w 12192000"/>
              <a:gd name="connsiteY50" fmla="*/ 194783 h 1162015"/>
              <a:gd name="connsiteX51" fmla="*/ 6400681 w 12192000"/>
              <a:gd name="connsiteY51" fmla="*/ 202485 h 1162015"/>
              <a:gd name="connsiteX52" fmla="*/ 6402041 w 12192000"/>
              <a:gd name="connsiteY52" fmla="*/ 205156 h 1162015"/>
              <a:gd name="connsiteX53" fmla="*/ 6424912 w 12192000"/>
              <a:gd name="connsiteY53" fmla="*/ 203023 h 1162015"/>
              <a:gd name="connsiteX54" fmla="*/ 6502019 w 12192000"/>
              <a:gd name="connsiteY54" fmla="*/ 196871 h 1162015"/>
              <a:gd name="connsiteX55" fmla="*/ 6518229 w 12192000"/>
              <a:gd name="connsiteY55" fmla="*/ 195922 h 1162015"/>
              <a:gd name="connsiteX56" fmla="*/ 6519089 w 12192000"/>
              <a:gd name="connsiteY56" fmla="*/ 196357 h 1162015"/>
              <a:gd name="connsiteX57" fmla="*/ 6561047 w 12192000"/>
              <a:gd name="connsiteY57" fmla="*/ 180359 h 1162015"/>
              <a:gd name="connsiteX58" fmla="*/ 6595639 w 12192000"/>
              <a:gd name="connsiteY58" fmla="*/ 172679 h 1162015"/>
              <a:gd name="connsiteX59" fmla="*/ 6692265 w 12192000"/>
              <a:gd name="connsiteY59" fmla="*/ 169344 h 1162015"/>
              <a:gd name="connsiteX60" fmla="*/ 6697219 w 12192000"/>
              <a:gd name="connsiteY60" fmla="*/ 169816 h 1162015"/>
              <a:gd name="connsiteX61" fmla="*/ 6713656 w 12192000"/>
              <a:gd name="connsiteY61" fmla="*/ 158115 h 1162015"/>
              <a:gd name="connsiteX62" fmla="*/ 6714383 w 12192000"/>
              <a:gd name="connsiteY62" fmla="*/ 154940 h 1162015"/>
              <a:gd name="connsiteX63" fmla="*/ 6774793 w 12192000"/>
              <a:gd name="connsiteY63" fmla="*/ 164228 h 1162015"/>
              <a:gd name="connsiteX64" fmla="*/ 6782112 w 12192000"/>
              <a:gd name="connsiteY64" fmla="*/ 159770 h 1162015"/>
              <a:gd name="connsiteX65" fmla="*/ 6822392 w 12192000"/>
              <a:gd name="connsiteY65" fmla="*/ 173103 h 1162015"/>
              <a:gd name="connsiteX66" fmla="*/ 6842719 w 12192000"/>
              <a:gd name="connsiteY66" fmla="*/ 176108 h 1162015"/>
              <a:gd name="connsiteX67" fmla="*/ 6878958 w 12192000"/>
              <a:gd name="connsiteY67" fmla="*/ 185339 h 1162015"/>
              <a:gd name="connsiteX68" fmla="*/ 6881972 w 12192000"/>
              <a:gd name="connsiteY68" fmla="*/ 182360 h 1162015"/>
              <a:gd name="connsiteX69" fmla="*/ 6889133 w 12192000"/>
              <a:gd name="connsiteY69" fmla="*/ 185575 h 1162015"/>
              <a:gd name="connsiteX70" fmla="*/ 6894439 w 12192000"/>
              <a:gd name="connsiteY70" fmla="*/ 182157 h 1162015"/>
              <a:gd name="connsiteX71" fmla="*/ 6900419 w 12192000"/>
              <a:gd name="connsiteY71" fmla="*/ 183425 h 1162015"/>
              <a:gd name="connsiteX72" fmla="*/ 6963220 w 12192000"/>
              <a:gd name="connsiteY72" fmla="*/ 171819 h 1162015"/>
              <a:gd name="connsiteX73" fmla="*/ 6976706 w 12192000"/>
              <a:gd name="connsiteY73" fmla="*/ 175409 h 1162015"/>
              <a:gd name="connsiteX74" fmla="*/ 6987064 w 12192000"/>
              <a:gd name="connsiteY74" fmla="*/ 164917 h 1162015"/>
              <a:gd name="connsiteX75" fmla="*/ 7030230 w 12192000"/>
              <a:gd name="connsiteY75" fmla="*/ 164230 h 1162015"/>
              <a:gd name="connsiteX76" fmla="*/ 7045014 w 12192000"/>
              <a:gd name="connsiteY76" fmla="*/ 173616 h 1162015"/>
              <a:gd name="connsiteX77" fmla="*/ 7058714 w 12192000"/>
              <a:gd name="connsiteY77" fmla="*/ 180507 h 1162015"/>
              <a:gd name="connsiteX78" fmla="*/ 7060499 w 12192000"/>
              <a:gd name="connsiteY78" fmla="*/ 180578 h 1162015"/>
              <a:gd name="connsiteX79" fmla="*/ 7078430 w 12192000"/>
              <a:gd name="connsiteY79" fmla="*/ 181308 h 1162015"/>
              <a:gd name="connsiteX80" fmla="*/ 7176563 w 12192000"/>
              <a:gd name="connsiteY80" fmla="*/ 177759 h 1162015"/>
              <a:gd name="connsiteX81" fmla="*/ 7205529 w 12192000"/>
              <a:gd name="connsiteY81" fmla="*/ 185526 h 1162015"/>
              <a:gd name="connsiteX82" fmla="*/ 7310118 w 12192000"/>
              <a:gd name="connsiteY82" fmla="*/ 167120 h 1162015"/>
              <a:gd name="connsiteX83" fmla="*/ 7673859 w 12192000"/>
              <a:gd name="connsiteY83" fmla="*/ 154851 h 1162015"/>
              <a:gd name="connsiteX84" fmla="*/ 7692748 w 12192000"/>
              <a:gd name="connsiteY84" fmla="*/ 166052 h 1162015"/>
              <a:gd name="connsiteX85" fmla="*/ 7756672 w 12192000"/>
              <a:gd name="connsiteY85" fmla="*/ 161887 h 1162015"/>
              <a:gd name="connsiteX86" fmla="*/ 7974189 w 12192000"/>
              <a:gd name="connsiteY86" fmla="*/ 159334 h 1162015"/>
              <a:gd name="connsiteX87" fmla="*/ 8101969 w 12192000"/>
              <a:gd name="connsiteY87" fmla="*/ 149010 h 1162015"/>
              <a:gd name="connsiteX88" fmla="*/ 8106826 w 12192000"/>
              <a:gd name="connsiteY88" fmla="*/ 144368 h 1162015"/>
              <a:gd name="connsiteX89" fmla="*/ 8162058 w 12192000"/>
              <a:gd name="connsiteY89" fmla="*/ 101219 h 1162015"/>
              <a:gd name="connsiteX90" fmla="*/ 8184568 w 12192000"/>
              <a:gd name="connsiteY90" fmla="*/ 98505 h 1162015"/>
              <a:gd name="connsiteX91" fmla="*/ 8228227 w 12192000"/>
              <a:gd name="connsiteY91" fmla="*/ 110487 h 1162015"/>
              <a:gd name="connsiteX92" fmla="*/ 8237963 w 12192000"/>
              <a:gd name="connsiteY92" fmla="*/ 111511 h 1162015"/>
              <a:gd name="connsiteX93" fmla="*/ 8248358 w 12192000"/>
              <a:gd name="connsiteY93" fmla="*/ 110577 h 1162015"/>
              <a:gd name="connsiteX94" fmla="*/ 8249309 w 12192000"/>
              <a:gd name="connsiteY94" fmla="*/ 111213 h 1162015"/>
              <a:gd name="connsiteX95" fmla="*/ 8249997 w 12192000"/>
              <a:gd name="connsiteY95" fmla="*/ 110430 h 1162015"/>
              <a:gd name="connsiteX96" fmla="*/ 8272162 w 12192000"/>
              <a:gd name="connsiteY96" fmla="*/ 108439 h 1162015"/>
              <a:gd name="connsiteX97" fmla="*/ 8292349 w 12192000"/>
              <a:gd name="connsiteY97" fmla="*/ 101995 h 1162015"/>
              <a:gd name="connsiteX98" fmla="*/ 8292491 w 12192000"/>
              <a:gd name="connsiteY98" fmla="*/ 102018 h 1162015"/>
              <a:gd name="connsiteX99" fmla="*/ 8307239 w 12192000"/>
              <a:gd name="connsiteY99" fmla="*/ 99106 h 1162015"/>
              <a:gd name="connsiteX100" fmla="*/ 8339282 w 12192000"/>
              <a:gd name="connsiteY100" fmla="*/ 113457 h 1162015"/>
              <a:gd name="connsiteX101" fmla="*/ 8346156 w 12192000"/>
              <a:gd name="connsiteY101" fmla="*/ 115742 h 1162015"/>
              <a:gd name="connsiteX102" fmla="*/ 8346467 w 12192000"/>
              <a:gd name="connsiteY102" fmla="*/ 115539 h 1162015"/>
              <a:gd name="connsiteX103" fmla="*/ 8354069 w 12192000"/>
              <a:gd name="connsiteY103" fmla="*/ 117457 h 1162015"/>
              <a:gd name="connsiteX104" fmla="*/ 8358687 w 12192000"/>
              <a:gd name="connsiteY104" fmla="*/ 119908 h 1162015"/>
              <a:gd name="connsiteX105" fmla="*/ 8433385 w 12192000"/>
              <a:gd name="connsiteY105" fmla="*/ 104184 h 1162015"/>
              <a:gd name="connsiteX106" fmla="*/ 8533779 w 12192000"/>
              <a:gd name="connsiteY106" fmla="*/ 102889 h 1162015"/>
              <a:gd name="connsiteX107" fmla="*/ 8632833 w 12192000"/>
              <a:gd name="connsiteY107" fmla="*/ 105047 h 1162015"/>
              <a:gd name="connsiteX108" fmla="*/ 8668523 w 12192000"/>
              <a:gd name="connsiteY108" fmla="*/ 107494 h 1162015"/>
              <a:gd name="connsiteX109" fmla="*/ 8732893 w 12192000"/>
              <a:gd name="connsiteY109" fmla="*/ 104506 h 1162015"/>
              <a:gd name="connsiteX110" fmla="*/ 8764071 w 12192000"/>
              <a:gd name="connsiteY110" fmla="*/ 99102 h 1162015"/>
              <a:gd name="connsiteX111" fmla="*/ 8767004 w 12192000"/>
              <a:gd name="connsiteY111" fmla="*/ 96034 h 1162015"/>
              <a:gd name="connsiteX112" fmla="*/ 8772553 w 12192000"/>
              <a:gd name="connsiteY112" fmla="*/ 94829 h 1162015"/>
              <a:gd name="connsiteX113" fmla="*/ 8787201 w 12192000"/>
              <a:gd name="connsiteY113" fmla="*/ 96548 h 1162015"/>
              <a:gd name="connsiteX114" fmla="*/ 8792624 w 12192000"/>
              <a:gd name="connsiteY114" fmla="*/ 98018 h 1162015"/>
              <a:gd name="connsiteX115" fmla="*/ 8800741 w 12192000"/>
              <a:gd name="connsiteY115" fmla="*/ 98412 h 1162015"/>
              <a:gd name="connsiteX116" fmla="*/ 8800966 w 12192000"/>
              <a:gd name="connsiteY116" fmla="*/ 98160 h 1162015"/>
              <a:gd name="connsiteX117" fmla="*/ 8808513 w 12192000"/>
              <a:gd name="connsiteY117" fmla="*/ 99045 h 1162015"/>
              <a:gd name="connsiteX118" fmla="*/ 8845110 w 12192000"/>
              <a:gd name="connsiteY118" fmla="*/ 106694 h 1162015"/>
              <a:gd name="connsiteX119" fmla="*/ 8917529 w 12192000"/>
              <a:gd name="connsiteY119" fmla="*/ 80888 h 1162015"/>
              <a:gd name="connsiteX120" fmla="*/ 9026654 w 12192000"/>
              <a:gd name="connsiteY120" fmla="*/ 97935 h 1162015"/>
              <a:gd name="connsiteX121" fmla="*/ 9088505 w 12192000"/>
              <a:gd name="connsiteY121" fmla="*/ 117517 h 1162015"/>
              <a:gd name="connsiteX122" fmla="*/ 9203241 w 12192000"/>
              <a:gd name="connsiteY122" fmla="*/ 116228 h 1162015"/>
              <a:gd name="connsiteX123" fmla="*/ 9415584 w 12192000"/>
              <a:gd name="connsiteY123" fmla="*/ 161671 h 1162015"/>
              <a:gd name="connsiteX124" fmla="*/ 9505102 w 12192000"/>
              <a:gd name="connsiteY124" fmla="*/ 145557 h 1162015"/>
              <a:gd name="connsiteX125" fmla="*/ 9643040 w 12192000"/>
              <a:gd name="connsiteY125" fmla="*/ 162748 h 1162015"/>
              <a:gd name="connsiteX126" fmla="*/ 9762999 w 12192000"/>
              <a:gd name="connsiteY126" fmla="*/ 167138 h 1162015"/>
              <a:gd name="connsiteX127" fmla="*/ 9776183 w 12192000"/>
              <a:gd name="connsiteY127" fmla="*/ 166706 h 1162015"/>
              <a:gd name="connsiteX128" fmla="*/ 9780532 w 12192000"/>
              <a:gd name="connsiteY128" fmla="*/ 160338 h 1162015"/>
              <a:gd name="connsiteX129" fmla="*/ 9824924 w 12192000"/>
              <a:gd name="connsiteY129" fmla="*/ 156162 h 1162015"/>
              <a:gd name="connsiteX130" fmla="*/ 9910588 w 12192000"/>
              <a:gd name="connsiteY130" fmla="*/ 158842 h 1162015"/>
              <a:gd name="connsiteX131" fmla="*/ 9924173 w 12192000"/>
              <a:gd name="connsiteY131" fmla="*/ 163106 h 1162015"/>
              <a:gd name="connsiteX132" fmla="*/ 10010969 w 12192000"/>
              <a:gd name="connsiteY132" fmla="*/ 160317 h 1162015"/>
              <a:gd name="connsiteX133" fmla="*/ 10070699 w 12192000"/>
              <a:gd name="connsiteY133" fmla="*/ 162369 h 1162015"/>
              <a:gd name="connsiteX134" fmla="*/ 10083825 w 12192000"/>
              <a:gd name="connsiteY134" fmla="*/ 166527 h 1162015"/>
              <a:gd name="connsiteX135" fmla="*/ 10097932 w 12192000"/>
              <a:gd name="connsiteY135" fmla="*/ 159243 h 1162015"/>
              <a:gd name="connsiteX136" fmla="*/ 10101779 w 12192000"/>
              <a:gd name="connsiteY136" fmla="*/ 153571 h 1162015"/>
              <a:gd name="connsiteX137" fmla="*/ 10149437 w 12192000"/>
              <a:gd name="connsiteY137" fmla="*/ 156681 h 1162015"/>
              <a:gd name="connsiteX138" fmla="*/ 10155104 w 12192000"/>
              <a:gd name="connsiteY138" fmla="*/ 156128 h 1162015"/>
              <a:gd name="connsiteX139" fmla="*/ 10250982 w 12192000"/>
              <a:gd name="connsiteY139" fmla="*/ 133157 h 1162015"/>
              <a:gd name="connsiteX140" fmla="*/ 10343301 w 12192000"/>
              <a:gd name="connsiteY140" fmla="*/ 95399 h 1162015"/>
              <a:gd name="connsiteX141" fmla="*/ 10366625 w 12192000"/>
              <a:gd name="connsiteY141" fmla="*/ 83943 h 1162015"/>
              <a:gd name="connsiteX142" fmla="*/ 10433505 w 12192000"/>
              <a:gd name="connsiteY142" fmla="*/ 69515 h 1162015"/>
              <a:gd name="connsiteX143" fmla="*/ 10547510 w 12192000"/>
              <a:gd name="connsiteY143" fmla="*/ 51761 h 1162015"/>
              <a:gd name="connsiteX144" fmla="*/ 10588150 w 12192000"/>
              <a:gd name="connsiteY144" fmla="*/ 36802 h 1162015"/>
              <a:gd name="connsiteX145" fmla="*/ 10589457 w 12192000"/>
              <a:gd name="connsiteY145" fmla="*/ 29811 h 1162015"/>
              <a:gd name="connsiteX146" fmla="*/ 10699976 w 12192000"/>
              <a:gd name="connsiteY146" fmla="*/ 47860 h 1162015"/>
              <a:gd name="connsiteX147" fmla="*/ 10812237 w 12192000"/>
              <a:gd name="connsiteY147" fmla="*/ 50842 h 1162015"/>
              <a:gd name="connsiteX148" fmla="*/ 10869837 w 12192000"/>
              <a:gd name="connsiteY148" fmla="*/ 70310 h 1162015"/>
              <a:gd name="connsiteX149" fmla="*/ 10881770 w 12192000"/>
              <a:gd name="connsiteY149" fmla="*/ 78187 h 1162015"/>
              <a:gd name="connsiteX150" fmla="*/ 10896899 w 12192000"/>
              <a:gd name="connsiteY150" fmla="*/ 75246 h 1162015"/>
              <a:gd name="connsiteX151" fmla="*/ 10901748 w 12192000"/>
              <a:gd name="connsiteY151" fmla="*/ 70867 h 1162015"/>
              <a:gd name="connsiteX152" fmla="*/ 10947419 w 12192000"/>
              <a:gd name="connsiteY152" fmla="*/ 87831 h 1162015"/>
              <a:gd name="connsiteX153" fmla="*/ 10953034 w 12192000"/>
              <a:gd name="connsiteY153" fmla="*/ 88953 h 1162015"/>
              <a:gd name="connsiteX154" fmla="*/ 10992070 w 12192000"/>
              <a:gd name="connsiteY154" fmla="*/ 93356 h 1162015"/>
              <a:gd name="connsiteX155" fmla="*/ 11112372 w 12192000"/>
              <a:gd name="connsiteY155" fmla="*/ 86762 h 1162015"/>
              <a:gd name="connsiteX156" fmla="*/ 11147719 w 12192000"/>
              <a:gd name="connsiteY156" fmla="*/ 85075 h 1162015"/>
              <a:gd name="connsiteX157" fmla="*/ 11172617 w 12192000"/>
              <a:gd name="connsiteY157" fmla="*/ 80780 h 1162015"/>
              <a:gd name="connsiteX158" fmla="*/ 11240397 w 12192000"/>
              <a:gd name="connsiteY158" fmla="*/ 86345 h 1162015"/>
              <a:gd name="connsiteX159" fmla="*/ 11270034 w 12192000"/>
              <a:gd name="connsiteY159" fmla="*/ 96462 h 1162015"/>
              <a:gd name="connsiteX160" fmla="*/ 11293091 w 12192000"/>
              <a:gd name="connsiteY160" fmla="*/ 96557 h 1162015"/>
              <a:gd name="connsiteX161" fmla="*/ 11310949 w 12192000"/>
              <a:gd name="connsiteY161" fmla="*/ 102357 h 1162015"/>
              <a:gd name="connsiteX162" fmla="*/ 11345279 w 12192000"/>
              <a:gd name="connsiteY162" fmla="*/ 99966 h 1162015"/>
              <a:gd name="connsiteX163" fmla="*/ 11354597 w 12192000"/>
              <a:gd name="connsiteY163" fmla="*/ 102468 h 1162015"/>
              <a:gd name="connsiteX164" fmla="*/ 11367725 w 12192000"/>
              <a:gd name="connsiteY164" fmla="*/ 102514 h 1162015"/>
              <a:gd name="connsiteX165" fmla="*/ 11399832 w 12192000"/>
              <a:gd name="connsiteY165" fmla="*/ 115131 h 1162015"/>
              <a:gd name="connsiteX166" fmla="*/ 11487595 w 12192000"/>
              <a:gd name="connsiteY166" fmla="*/ 156837 h 1162015"/>
              <a:gd name="connsiteX167" fmla="*/ 11590850 w 12192000"/>
              <a:gd name="connsiteY167" fmla="*/ 243067 h 1162015"/>
              <a:gd name="connsiteX168" fmla="*/ 11736204 w 12192000"/>
              <a:gd name="connsiteY168" fmla="*/ 282024 h 1162015"/>
              <a:gd name="connsiteX169" fmla="*/ 11760331 w 12192000"/>
              <a:gd name="connsiteY169" fmla="*/ 296451 h 1162015"/>
              <a:gd name="connsiteX170" fmla="*/ 11819139 w 12192000"/>
              <a:gd name="connsiteY170" fmla="*/ 308658 h 1162015"/>
              <a:gd name="connsiteX171" fmla="*/ 11821967 w 12192000"/>
              <a:gd name="connsiteY171" fmla="*/ 310305 h 1162015"/>
              <a:gd name="connsiteX172" fmla="*/ 11847125 w 12192000"/>
              <a:gd name="connsiteY172" fmla="*/ 301916 h 1162015"/>
              <a:gd name="connsiteX173" fmla="*/ 11980134 w 12192000"/>
              <a:gd name="connsiteY173" fmla="*/ 326426 h 1162015"/>
              <a:gd name="connsiteX174" fmla="*/ 12174576 w 12192000"/>
              <a:gd name="connsiteY174" fmla="*/ 380623 h 1162015"/>
              <a:gd name="connsiteX175" fmla="*/ 12192000 w 12192000"/>
              <a:gd name="connsiteY175" fmla="*/ 383748 h 1162015"/>
              <a:gd name="connsiteX176" fmla="*/ 12192000 w 12192000"/>
              <a:gd name="connsiteY176" fmla="*/ 1162015 h 1162015"/>
              <a:gd name="connsiteX177" fmla="*/ 0 w 12192000"/>
              <a:gd name="connsiteY177" fmla="*/ 1162015 h 1162015"/>
              <a:gd name="connsiteX178" fmla="*/ 0 w 12192000"/>
              <a:gd name="connsiteY178" fmla="*/ 488060 h 1162015"/>
              <a:gd name="connsiteX179" fmla="*/ 5331 w 12192000"/>
              <a:gd name="connsiteY179" fmla="*/ 487312 h 1162015"/>
              <a:gd name="connsiteX180" fmla="*/ 39902 w 12192000"/>
              <a:gd name="connsiteY180" fmla="*/ 476799 h 1162015"/>
              <a:gd name="connsiteX181" fmla="*/ 117880 w 12192000"/>
              <a:gd name="connsiteY181" fmla="*/ 425471 h 1162015"/>
              <a:gd name="connsiteX182" fmla="*/ 238140 w 12192000"/>
              <a:gd name="connsiteY182" fmla="*/ 383812 h 1162015"/>
              <a:gd name="connsiteX183" fmla="*/ 249589 w 12192000"/>
              <a:gd name="connsiteY183" fmla="*/ 384032 h 1162015"/>
              <a:gd name="connsiteX184" fmla="*/ 296963 w 12192000"/>
              <a:gd name="connsiteY184" fmla="*/ 360617 h 1162015"/>
              <a:gd name="connsiteX185" fmla="*/ 339235 w 12192000"/>
              <a:gd name="connsiteY185" fmla="*/ 328940 h 1162015"/>
              <a:gd name="connsiteX186" fmla="*/ 447152 w 12192000"/>
              <a:gd name="connsiteY186" fmla="*/ 331938 h 1162015"/>
              <a:gd name="connsiteX187" fmla="*/ 475247 w 12192000"/>
              <a:gd name="connsiteY187" fmla="*/ 341229 h 1162015"/>
              <a:gd name="connsiteX188" fmla="*/ 477967 w 12192000"/>
              <a:gd name="connsiteY188" fmla="*/ 342475 h 1162015"/>
              <a:gd name="connsiteX189" fmla="*/ 527683 w 12192000"/>
              <a:gd name="connsiteY189" fmla="*/ 337738 h 1162015"/>
              <a:gd name="connsiteX190" fmla="*/ 703732 w 12192000"/>
              <a:gd name="connsiteY190" fmla="*/ 321114 h 1162015"/>
              <a:gd name="connsiteX191" fmla="*/ 853391 w 12192000"/>
              <a:gd name="connsiteY191" fmla="*/ 308106 h 1162015"/>
              <a:gd name="connsiteX192" fmla="*/ 925332 w 12192000"/>
              <a:gd name="connsiteY192" fmla="*/ 303201 h 1162015"/>
              <a:gd name="connsiteX193" fmla="*/ 941286 w 12192000"/>
              <a:gd name="connsiteY193" fmla="*/ 293447 h 1162015"/>
              <a:gd name="connsiteX194" fmla="*/ 950845 w 12192000"/>
              <a:gd name="connsiteY194" fmla="*/ 291110 h 1162015"/>
              <a:gd name="connsiteX195" fmla="*/ 953292 w 12192000"/>
              <a:gd name="connsiteY195" fmla="*/ 285407 h 1162015"/>
              <a:gd name="connsiteX196" fmla="*/ 967499 w 12192000"/>
              <a:gd name="connsiteY196" fmla="*/ 278275 h 1162015"/>
              <a:gd name="connsiteX197" fmla="*/ 985161 w 12192000"/>
              <a:gd name="connsiteY197" fmla="*/ 275380 h 1162015"/>
              <a:gd name="connsiteX198" fmla="*/ 1069267 w 12192000"/>
              <a:gd name="connsiteY198" fmla="*/ 267281 h 1162015"/>
              <a:gd name="connsiteX199" fmla="*/ 1138407 w 12192000"/>
              <a:gd name="connsiteY199" fmla="*/ 251082 h 1162015"/>
              <a:gd name="connsiteX200" fmla="*/ 1164931 w 12192000"/>
              <a:gd name="connsiteY200" fmla="*/ 243137 h 1162015"/>
              <a:gd name="connsiteX201" fmla="*/ 1211622 w 12192000"/>
              <a:gd name="connsiteY201" fmla="*/ 225191 h 1162015"/>
              <a:gd name="connsiteX202" fmla="*/ 1274567 w 12192000"/>
              <a:gd name="connsiteY202" fmla="*/ 207895 h 1162015"/>
              <a:gd name="connsiteX203" fmla="*/ 1325029 w 12192000"/>
              <a:gd name="connsiteY203" fmla="*/ 212452 h 1162015"/>
              <a:gd name="connsiteX204" fmla="*/ 1356805 w 12192000"/>
              <a:gd name="connsiteY204" fmla="*/ 208137 h 1162015"/>
              <a:gd name="connsiteX205" fmla="*/ 1468752 w 12192000"/>
              <a:gd name="connsiteY205" fmla="*/ 219119 h 1162015"/>
              <a:gd name="connsiteX206" fmla="*/ 1650750 w 12192000"/>
              <a:gd name="connsiteY206" fmla="*/ 169605 h 1162015"/>
              <a:gd name="connsiteX207" fmla="*/ 1655056 w 12192000"/>
              <a:gd name="connsiteY207" fmla="*/ 176621 h 1162015"/>
              <a:gd name="connsiteX208" fmla="*/ 1683220 w 12192000"/>
              <a:gd name="connsiteY208" fmla="*/ 174167 h 1162015"/>
              <a:gd name="connsiteX209" fmla="*/ 1685599 w 12192000"/>
              <a:gd name="connsiteY209" fmla="*/ 169903 h 1162015"/>
              <a:gd name="connsiteX210" fmla="*/ 1689230 w 12192000"/>
              <a:gd name="connsiteY210" fmla="*/ 169174 h 1162015"/>
              <a:gd name="connsiteX211" fmla="*/ 1691052 w 12192000"/>
              <a:gd name="connsiteY211" fmla="*/ 173093 h 1162015"/>
              <a:gd name="connsiteX212" fmla="*/ 1735783 w 12192000"/>
              <a:gd name="connsiteY212" fmla="*/ 181915 h 1162015"/>
              <a:gd name="connsiteX213" fmla="*/ 1797102 w 12192000"/>
              <a:gd name="connsiteY213" fmla="*/ 186804 h 1162015"/>
              <a:gd name="connsiteX214" fmla="*/ 1845638 w 12192000"/>
              <a:gd name="connsiteY214" fmla="*/ 168289 h 1162015"/>
              <a:gd name="connsiteX215" fmla="*/ 1848980 w 12192000"/>
              <a:gd name="connsiteY215" fmla="*/ 172031 h 1162015"/>
              <a:gd name="connsiteX216" fmla="*/ 1880587 w 12192000"/>
              <a:gd name="connsiteY216" fmla="*/ 170021 h 1162015"/>
              <a:gd name="connsiteX217" fmla="*/ 1995803 w 12192000"/>
              <a:gd name="connsiteY217" fmla="*/ 136362 h 1162015"/>
              <a:gd name="connsiteX218" fmla="*/ 2057448 w 12192000"/>
              <a:gd name="connsiteY218" fmla="*/ 133165 h 1162015"/>
              <a:gd name="connsiteX219" fmla="*/ 2119088 w 12192000"/>
              <a:gd name="connsiteY219" fmla="*/ 118023 h 1162015"/>
              <a:gd name="connsiteX220" fmla="*/ 2138831 w 12192000"/>
              <a:gd name="connsiteY220" fmla="*/ 120709 h 1162015"/>
              <a:gd name="connsiteX221" fmla="*/ 2174180 w 12192000"/>
              <a:gd name="connsiteY221" fmla="*/ 115204 h 1162015"/>
              <a:gd name="connsiteX222" fmla="*/ 2214259 w 12192000"/>
              <a:gd name="connsiteY222" fmla="*/ 115057 h 1162015"/>
              <a:gd name="connsiteX223" fmla="*/ 2264911 w 12192000"/>
              <a:gd name="connsiteY223" fmla="*/ 106154 h 1162015"/>
              <a:gd name="connsiteX224" fmla="*/ 2298963 w 12192000"/>
              <a:gd name="connsiteY224" fmla="*/ 105871 h 1162015"/>
              <a:gd name="connsiteX225" fmla="*/ 2454058 w 12192000"/>
              <a:gd name="connsiteY225" fmla="*/ 71781 h 1162015"/>
              <a:gd name="connsiteX226" fmla="*/ 2534188 w 12192000"/>
              <a:gd name="connsiteY226" fmla="*/ 68245 h 1162015"/>
              <a:gd name="connsiteX227" fmla="*/ 2616912 w 12192000"/>
              <a:gd name="connsiteY227" fmla="*/ 49272 h 1162015"/>
              <a:gd name="connsiteX228" fmla="*/ 2698592 w 12192000"/>
              <a:gd name="connsiteY228" fmla="*/ 40388 h 1162015"/>
              <a:gd name="connsiteX229" fmla="*/ 2891953 w 12192000"/>
              <a:gd name="connsiteY229" fmla="*/ 33056 h 1162015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174180 w 12192000"/>
              <a:gd name="connsiteY220" fmla="*/ 110689 h 1157500"/>
              <a:gd name="connsiteX221" fmla="*/ 2214259 w 12192000"/>
              <a:gd name="connsiteY221" fmla="*/ 110542 h 1157500"/>
              <a:gd name="connsiteX222" fmla="*/ 2264911 w 12192000"/>
              <a:gd name="connsiteY222" fmla="*/ 101639 h 1157500"/>
              <a:gd name="connsiteX223" fmla="*/ 2298963 w 12192000"/>
              <a:gd name="connsiteY223" fmla="*/ 101356 h 1157500"/>
              <a:gd name="connsiteX224" fmla="*/ 2454058 w 12192000"/>
              <a:gd name="connsiteY224" fmla="*/ 67266 h 1157500"/>
              <a:gd name="connsiteX225" fmla="*/ 2534188 w 12192000"/>
              <a:gd name="connsiteY225" fmla="*/ 63730 h 1157500"/>
              <a:gd name="connsiteX226" fmla="*/ 2616912 w 12192000"/>
              <a:gd name="connsiteY226" fmla="*/ 44757 h 1157500"/>
              <a:gd name="connsiteX227" fmla="*/ 2698592 w 12192000"/>
              <a:gd name="connsiteY227" fmla="*/ 35873 h 1157500"/>
              <a:gd name="connsiteX228" fmla="*/ 2891953 w 12192000"/>
              <a:gd name="connsiteY22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214259 w 12192000"/>
              <a:gd name="connsiteY220" fmla="*/ 110542 h 1157500"/>
              <a:gd name="connsiteX221" fmla="*/ 2264911 w 12192000"/>
              <a:gd name="connsiteY221" fmla="*/ 101639 h 1157500"/>
              <a:gd name="connsiteX222" fmla="*/ 2298963 w 12192000"/>
              <a:gd name="connsiteY222" fmla="*/ 101356 h 1157500"/>
              <a:gd name="connsiteX223" fmla="*/ 2454058 w 12192000"/>
              <a:gd name="connsiteY223" fmla="*/ 67266 h 1157500"/>
              <a:gd name="connsiteX224" fmla="*/ 2534188 w 12192000"/>
              <a:gd name="connsiteY224" fmla="*/ 63730 h 1157500"/>
              <a:gd name="connsiteX225" fmla="*/ 2616912 w 12192000"/>
              <a:gd name="connsiteY225" fmla="*/ 44757 h 1157500"/>
              <a:gd name="connsiteX226" fmla="*/ 2698592 w 12192000"/>
              <a:gd name="connsiteY226" fmla="*/ 35873 h 1157500"/>
              <a:gd name="connsiteX227" fmla="*/ 2891953 w 12192000"/>
              <a:gd name="connsiteY22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214259 w 12192000"/>
              <a:gd name="connsiteY220" fmla="*/ 110542 h 1157500"/>
              <a:gd name="connsiteX221" fmla="*/ 2264911 w 12192000"/>
              <a:gd name="connsiteY221" fmla="*/ 101639 h 1157500"/>
              <a:gd name="connsiteX222" fmla="*/ 2454058 w 12192000"/>
              <a:gd name="connsiteY222" fmla="*/ 67266 h 1157500"/>
              <a:gd name="connsiteX223" fmla="*/ 2534188 w 12192000"/>
              <a:gd name="connsiteY223" fmla="*/ 63730 h 1157500"/>
              <a:gd name="connsiteX224" fmla="*/ 2616912 w 12192000"/>
              <a:gd name="connsiteY224" fmla="*/ 44757 h 1157500"/>
              <a:gd name="connsiteX225" fmla="*/ 2698592 w 12192000"/>
              <a:gd name="connsiteY225" fmla="*/ 35873 h 1157500"/>
              <a:gd name="connsiteX226" fmla="*/ 2891953 w 12192000"/>
              <a:gd name="connsiteY22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735783 w 12192000"/>
              <a:gd name="connsiteY210" fmla="*/ 177400 h 1157500"/>
              <a:gd name="connsiteX211" fmla="*/ 1797102 w 12192000"/>
              <a:gd name="connsiteY211" fmla="*/ 182289 h 1157500"/>
              <a:gd name="connsiteX212" fmla="*/ 1845638 w 12192000"/>
              <a:gd name="connsiteY212" fmla="*/ 163774 h 1157500"/>
              <a:gd name="connsiteX213" fmla="*/ 1848980 w 12192000"/>
              <a:gd name="connsiteY213" fmla="*/ 167516 h 1157500"/>
              <a:gd name="connsiteX214" fmla="*/ 1880587 w 12192000"/>
              <a:gd name="connsiteY214" fmla="*/ 165506 h 1157500"/>
              <a:gd name="connsiteX215" fmla="*/ 1995803 w 12192000"/>
              <a:gd name="connsiteY215" fmla="*/ 131847 h 1157500"/>
              <a:gd name="connsiteX216" fmla="*/ 2057448 w 12192000"/>
              <a:gd name="connsiteY216" fmla="*/ 128650 h 1157500"/>
              <a:gd name="connsiteX217" fmla="*/ 2119088 w 12192000"/>
              <a:gd name="connsiteY217" fmla="*/ 113508 h 1157500"/>
              <a:gd name="connsiteX218" fmla="*/ 2138831 w 12192000"/>
              <a:gd name="connsiteY218" fmla="*/ 116194 h 1157500"/>
              <a:gd name="connsiteX219" fmla="*/ 2214259 w 12192000"/>
              <a:gd name="connsiteY219" fmla="*/ 110542 h 1157500"/>
              <a:gd name="connsiteX220" fmla="*/ 2264911 w 12192000"/>
              <a:gd name="connsiteY220" fmla="*/ 101639 h 1157500"/>
              <a:gd name="connsiteX221" fmla="*/ 2454058 w 12192000"/>
              <a:gd name="connsiteY221" fmla="*/ 67266 h 1157500"/>
              <a:gd name="connsiteX222" fmla="*/ 2534188 w 12192000"/>
              <a:gd name="connsiteY222" fmla="*/ 63730 h 1157500"/>
              <a:gd name="connsiteX223" fmla="*/ 2616912 w 12192000"/>
              <a:gd name="connsiteY223" fmla="*/ 44757 h 1157500"/>
              <a:gd name="connsiteX224" fmla="*/ 2698592 w 12192000"/>
              <a:gd name="connsiteY224" fmla="*/ 35873 h 1157500"/>
              <a:gd name="connsiteX225" fmla="*/ 2891953 w 12192000"/>
              <a:gd name="connsiteY22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735783 w 12192000"/>
              <a:gd name="connsiteY209" fmla="*/ 177400 h 1157500"/>
              <a:gd name="connsiteX210" fmla="*/ 1797102 w 12192000"/>
              <a:gd name="connsiteY210" fmla="*/ 182289 h 1157500"/>
              <a:gd name="connsiteX211" fmla="*/ 1845638 w 12192000"/>
              <a:gd name="connsiteY211" fmla="*/ 163774 h 1157500"/>
              <a:gd name="connsiteX212" fmla="*/ 1848980 w 12192000"/>
              <a:gd name="connsiteY212" fmla="*/ 167516 h 1157500"/>
              <a:gd name="connsiteX213" fmla="*/ 1880587 w 12192000"/>
              <a:gd name="connsiteY213" fmla="*/ 165506 h 1157500"/>
              <a:gd name="connsiteX214" fmla="*/ 1995803 w 12192000"/>
              <a:gd name="connsiteY214" fmla="*/ 131847 h 1157500"/>
              <a:gd name="connsiteX215" fmla="*/ 2057448 w 12192000"/>
              <a:gd name="connsiteY215" fmla="*/ 128650 h 1157500"/>
              <a:gd name="connsiteX216" fmla="*/ 2119088 w 12192000"/>
              <a:gd name="connsiteY216" fmla="*/ 113508 h 1157500"/>
              <a:gd name="connsiteX217" fmla="*/ 2138831 w 12192000"/>
              <a:gd name="connsiteY217" fmla="*/ 116194 h 1157500"/>
              <a:gd name="connsiteX218" fmla="*/ 2214259 w 12192000"/>
              <a:gd name="connsiteY218" fmla="*/ 110542 h 1157500"/>
              <a:gd name="connsiteX219" fmla="*/ 2264911 w 12192000"/>
              <a:gd name="connsiteY219" fmla="*/ 101639 h 1157500"/>
              <a:gd name="connsiteX220" fmla="*/ 2454058 w 12192000"/>
              <a:gd name="connsiteY220" fmla="*/ 67266 h 1157500"/>
              <a:gd name="connsiteX221" fmla="*/ 2534188 w 12192000"/>
              <a:gd name="connsiteY221" fmla="*/ 63730 h 1157500"/>
              <a:gd name="connsiteX222" fmla="*/ 2616912 w 12192000"/>
              <a:gd name="connsiteY222" fmla="*/ 44757 h 1157500"/>
              <a:gd name="connsiteX223" fmla="*/ 2698592 w 12192000"/>
              <a:gd name="connsiteY223" fmla="*/ 35873 h 1157500"/>
              <a:gd name="connsiteX224" fmla="*/ 2891953 w 12192000"/>
              <a:gd name="connsiteY22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1069267 w 12192000"/>
              <a:gd name="connsiteY196" fmla="*/ 262766 h 1157500"/>
              <a:gd name="connsiteX197" fmla="*/ 1138407 w 12192000"/>
              <a:gd name="connsiteY197" fmla="*/ 246567 h 1157500"/>
              <a:gd name="connsiteX198" fmla="*/ 1164931 w 12192000"/>
              <a:gd name="connsiteY198" fmla="*/ 238622 h 1157500"/>
              <a:gd name="connsiteX199" fmla="*/ 1211622 w 12192000"/>
              <a:gd name="connsiteY199" fmla="*/ 220676 h 1157500"/>
              <a:gd name="connsiteX200" fmla="*/ 1274567 w 12192000"/>
              <a:gd name="connsiteY200" fmla="*/ 203380 h 1157500"/>
              <a:gd name="connsiteX201" fmla="*/ 1325029 w 12192000"/>
              <a:gd name="connsiteY201" fmla="*/ 207937 h 1157500"/>
              <a:gd name="connsiteX202" fmla="*/ 1356805 w 12192000"/>
              <a:gd name="connsiteY202" fmla="*/ 203622 h 1157500"/>
              <a:gd name="connsiteX203" fmla="*/ 1468752 w 12192000"/>
              <a:gd name="connsiteY203" fmla="*/ 214604 h 1157500"/>
              <a:gd name="connsiteX204" fmla="*/ 1650750 w 12192000"/>
              <a:gd name="connsiteY204" fmla="*/ 165090 h 1157500"/>
              <a:gd name="connsiteX205" fmla="*/ 1655056 w 12192000"/>
              <a:gd name="connsiteY205" fmla="*/ 172106 h 1157500"/>
              <a:gd name="connsiteX206" fmla="*/ 1683220 w 12192000"/>
              <a:gd name="connsiteY206" fmla="*/ 169652 h 1157500"/>
              <a:gd name="connsiteX207" fmla="*/ 1685599 w 12192000"/>
              <a:gd name="connsiteY207" fmla="*/ 165388 h 1157500"/>
              <a:gd name="connsiteX208" fmla="*/ 1735783 w 12192000"/>
              <a:gd name="connsiteY208" fmla="*/ 177400 h 1157500"/>
              <a:gd name="connsiteX209" fmla="*/ 1797102 w 12192000"/>
              <a:gd name="connsiteY209" fmla="*/ 182289 h 1157500"/>
              <a:gd name="connsiteX210" fmla="*/ 1845638 w 12192000"/>
              <a:gd name="connsiteY210" fmla="*/ 163774 h 1157500"/>
              <a:gd name="connsiteX211" fmla="*/ 1848980 w 12192000"/>
              <a:gd name="connsiteY211" fmla="*/ 167516 h 1157500"/>
              <a:gd name="connsiteX212" fmla="*/ 1880587 w 12192000"/>
              <a:gd name="connsiteY212" fmla="*/ 165506 h 1157500"/>
              <a:gd name="connsiteX213" fmla="*/ 1995803 w 12192000"/>
              <a:gd name="connsiteY213" fmla="*/ 131847 h 1157500"/>
              <a:gd name="connsiteX214" fmla="*/ 2057448 w 12192000"/>
              <a:gd name="connsiteY214" fmla="*/ 128650 h 1157500"/>
              <a:gd name="connsiteX215" fmla="*/ 2119088 w 12192000"/>
              <a:gd name="connsiteY215" fmla="*/ 113508 h 1157500"/>
              <a:gd name="connsiteX216" fmla="*/ 2138831 w 12192000"/>
              <a:gd name="connsiteY216" fmla="*/ 116194 h 1157500"/>
              <a:gd name="connsiteX217" fmla="*/ 2214259 w 12192000"/>
              <a:gd name="connsiteY217" fmla="*/ 110542 h 1157500"/>
              <a:gd name="connsiteX218" fmla="*/ 2264911 w 12192000"/>
              <a:gd name="connsiteY218" fmla="*/ 101639 h 1157500"/>
              <a:gd name="connsiteX219" fmla="*/ 2454058 w 12192000"/>
              <a:gd name="connsiteY219" fmla="*/ 67266 h 1157500"/>
              <a:gd name="connsiteX220" fmla="*/ 2534188 w 12192000"/>
              <a:gd name="connsiteY220" fmla="*/ 63730 h 1157500"/>
              <a:gd name="connsiteX221" fmla="*/ 2616912 w 12192000"/>
              <a:gd name="connsiteY221" fmla="*/ 44757 h 1157500"/>
              <a:gd name="connsiteX222" fmla="*/ 2698592 w 12192000"/>
              <a:gd name="connsiteY222" fmla="*/ 35873 h 1157500"/>
              <a:gd name="connsiteX223" fmla="*/ 2891953 w 12192000"/>
              <a:gd name="connsiteY22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703732 w 12192000"/>
              <a:gd name="connsiteY188" fmla="*/ 316599 h 1157500"/>
              <a:gd name="connsiteX189" fmla="*/ 853391 w 12192000"/>
              <a:gd name="connsiteY189" fmla="*/ 303591 h 1157500"/>
              <a:gd name="connsiteX190" fmla="*/ 925332 w 12192000"/>
              <a:gd name="connsiteY190" fmla="*/ 298686 h 1157500"/>
              <a:gd name="connsiteX191" fmla="*/ 941286 w 12192000"/>
              <a:gd name="connsiteY191" fmla="*/ 288932 h 1157500"/>
              <a:gd name="connsiteX192" fmla="*/ 950845 w 12192000"/>
              <a:gd name="connsiteY192" fmla="*/ 286595 h 1157500"/>
              <a:gd name="connsiteX193" fmla="*/ 953292 w 12192000"/>
              <a:gd name="connsiteY193" fmla="*/ 280892 h 1157500"/>
              <a:gd name="connsiteX194" fmla="*/ 967499 w 12192000"/>
              <a:gd name="connsiteY194" fmla="*/ 273760 h 1157500"/>
              <a:gd name="connsiteX195" fmla="*/ 1069267 w 12192000"/>
              <a:gd name="connsiteY195" fmla="*/ 262766 h 1157500"/>
              <a:gd name="connsiteX196" fmla="*/ 1138407 w 12192000"/>
              <a:gd name="connsiteY196" fmla="*/ 246567 h 1157500"/>
              <a:gd name="connsiteX197" fmla="*/ 1164931 w 12192000"/>
              <a:gd name="connsiteY197" fmla="*/ 238622 h 1157500"/>
              <a:gd name="connsiteX198" fmla="*/ 1211622 w 12192000"/>
              <a:gd name="connsiteY198" fmla="*/ 220676 h 1157500"/>
              <a:gd name="connsiteX199" fmla="*/ 1274567 w 12192000"/>
              <a:gd name="connsiteY199" fmla="*/ 203380 h 1157500"/>
              <a:gd name="connsiteX200" fmla="*/ 1325029 w 12192000"/>
              <a:gd name="connsiteY200" fmla="*/ 207937 h 1157500"/>
              <a:gd name="connsiteX201" fmla="*/ 1356805 w 12192000"/>
              <a:gd name="connsiteY201" fmla="*/ 203622 h 1157500"/>
              <a:gd name="connsiteX202" fmla="*/ 1468752 w 12192000"/>
              <a:gd name="connsiteY202" fmla="*/ 214604 h 1157500"/>
              <a:gd name="connsiteX203" fmla="*/ 1650750 w 12192000"/>
              <a:gd name="connsiteY203" fmla="*/ 165090 h 1157500"/>
              <a:gd name="connsiteX204" fmla="*/ 1655056 w 12192000"/>
              <a:gd name="connsiteY204" fmla="*/ 172106 h 1157500"/>
              <a:gd name="connsiteX205" fmla="*/ 1683220 w 12192000"/>
              <a:gd name="connsiteY205" fmla="*/ 169652 h 1157500"/>
              <a:gd name="connsiteX206" fmla="*/ 1685599 w 12192000"/>
              <a:gd name="connsiteY206" fmla="*/ 165388 h 1157500"/>
              <a:gd name="connsiteX207" fmla="*/ 1735783 w 12192000"/>
              <a:gd name="connsiteY207" fmla="*/ 177400 h 1157500"/>
              <a:gd name="connsiteX208" fmla="*/ 1797102 w 12192000"/>
              <a:gd name="connsiteY208" fmla="*/ 182289 h 1157500"/>
              <a:gd name="connsiteX209" fmla="*/ 1845638 w 12192000"/>
              <a:gd name="connsiteY209" fmla="*/ 163774 h 1157500"/>
              <a:gd name="connsiteX210" fmla="*/ 1848980 w 12192000"/>
              <a:gd name="connsiteY210" fmla="*/ 167516 h 1157500"/>
              <a:gd name="connsiteX211" fmla="*/ 1880587 w 12192000"/>
              <a:gd name="connsiteY211" fmla="*/ 165506 h 1157500"/>
              <a:gd name="connsiteX212" fmla="*/ 1995803 w 12192000"/>
              <a:gd name="connsiteY212" fmla="*/ 131847 h 1157500"/>
              <a:gd name="connsiteX213" fmla="*/ 2057448 w 12192000"/>
              <a:gd name="connsiteY213" fmla="*/ 128650 h 1157500"/>
              <a:gd name="connsiteX214" fmla="*/ 2119088 w 12192000"/>
              <a:gd name="connsiteY214" fmla="*/ 113508 h 1157500"/>
              <a:gd name="connsiteX215" fmla="*/ 2138831 w 12192000"/>
              <a:gd name="connsiteY215" fmla="*/ 116194 h 1157500"/>
              <a:gd name="connsiteX216" fmla="*/ 2214259 w 12192000"/>
              <a:gd name="connsiteY216" fmla="*/ 110542 h 1157500"/>
              <a:gd name="connsiteX217" fmla="*/ 2264911 w 12192000"/>
              <a:gd name="connsiteY217" fmla="*/ 101639 h 1157500"/>
              <a:gd name="connsiteX218" fmla="*/ 2454058 w 12192000"/>
              <a:gd name="connsiteY218" fmla="*/ 67266 h 1157500"/>
              <a:gd name="connsiteX219" fmla="*/ 2534188 w 12192000"/>
              <a:gd name="connsiteY219" fmla="*/ 63730 h 1157500"/>
              <a:gd name="connsiteX220" fmla="*/ 2616912 w 12192000"/>
              <a:gd name="connsiteY220" fmla="*/ 44757 h 1157500"/>
              <a:gd name="connsiteX221" fmla="*/ 2698592 w 12192000"/>
              <a:gd name="connsiteY221" fmla="*/ 35873 h 1157500"/>
              <a:gd name="connsiteX222" fmla="*/ 2891953 w 12192000"/>
              <a:gd name="connsiteY22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01779 w 12192000"/>
              <a:gd name="connsiteY134" fmla="*/ 149056 h 1157500"/>
              <a:gd name="connsiteX135" fmla="*/ 10149437 w 12192000"/>
              <a:gd name="connsiteY135" fmla="*/ 152166 h 1157500"/>
              <a:gd name="connsiteX136" fmla="*/ 10155104 w 12192000"/>
              <a:gd name="connsiteY136" fmla="*/ 151613 h 1157500"/>
              <a:gd name="connsiteX137" fmla="*/ 10250982 w 12192000"/>
              <a:gd name="connsiteY137" fmla="*/ 128642 h 1157500"/>
              <a:gd name="connsiteX138" fmla="*/ 10343301 w 12192000"/>
              <a:gd name="connsiteY138" fmla="*/ 90884 h 1157500"/>
              <a:gd name="connsiteX139" fmla="*/ 10366625 w 12192000"/>
              <a:gd name="connsiteY139" fmla="*/ 79428 h 1157500"/>
              <a:gd name="connsiteX140" fmla="*/ 10433505 w 12192000"/>
              <a:gd name="connsiteY140" fmla="*/ 65000 h 1157500"/>
              <a:gd name="connsiteX141" fmla="*/ 10547510 w 12192000"/>
              <a:gd name="connsiteY141" fmla="*/ 47246 h 1157500"/>
              <a:gd name="connsiteX142" fmla="*/ 10588150 w 12192000"/>
              <a:gd name="connsiteY142" fmla="*/ 32287 h 1157500"/>
              <a:gd name="connsiteX143" fmla="*/ 10589457 w 12192000"/>
              <a:gd name="connsiteY143" fmla="*/ 25296 h 1157500"/>
              <a:gd name="connsiteX144" fmla="*/ 10699976 w 12192000"/>
              <a:gd name="connsiteY144" fmla="*/ 43345 h 1157500"/>
              <a:gd name="connsiteX145" fmla="*/ 10812237 w 12192000"/>
              <a:gd name="connsiteY145" fmla="*/ 46327 h 1157500"/>
              <a:gd name="connsiteX146" fmla="*/ 10869837 w 12192000"/>
              <a:gd name="connsiteY146" fmla="*/ 65795 h 1157500"/>
              <a:gd name="connsiteX147" fmla="*/ 10881770 w 12192000"/>
              <a:gd name="connsiteY147" fmla="*/ 73672 h 1157500"/>
              <a:gd name="connsiteX148" fmla="*/ 10896899 w 12192000"/>
              <a:gd name="connsiteY148" fmla="*/ 70731 h 1157500"/>
              <a:gd name="connsiteX149" fmla="*/ 10901748 w 12192000"/>
              <a:gd name="connsiteY149" fmla="*/ 66352 h 1157500"/>
              <a:gd name="connsiteX150" fmla="*/ 10947419 w 12192000"/>
              <a:gd name="connsiteY150" fmla="*/ 83316 h 1157500"/>
              <a:gd name="connsiteX151" fmla="*/ 10953034 w 12192000"/>
              <a:gd name="connsiteY151" fmla="*/ 84438 h 1157500"/>
              <a:gd name="connsiteX152" fmla="*/ 10992070 w 12192000"/>
              <a:gd name="connsiteY152" fmla="*/ 88841 h 1157500"/>
              <a:gd name="connsiteX153" fmla="*/ 11112372 w 12192000"/>
              <a:gd name="connsiteY153" fmla="*/ 82247 h 1157500"/>
              <a:gd name="connsiteX154" fmla="*/ 11147719 w 12192000"/>
              <a:gd name="connsiteY154" fmla="*/ 80560 h 1157500"/>
              <a:gd name="connsiteX155" fmla="*/ 11172617 w 12192000"/>
              <a:gd name="connsiteY155" fmla="*/ 76265 h 1157500"/>
              <a:gd name="connsiteX156" fmla="*/ 11240397 w 12192000"/>
              <a:gd name="connsiteY156" fmla="*/ 81830 h 1157500"/>
              <a:gd name="connsiteX157" fmla="*/ 11270034 w 12192000"/>
              <a:gd name="connsiteY157" fmla="*/ 91947 h 1157500"/>
              <a:gd name="connsiteX158" fmla="*/ 11293091 w 12192000"/>
              <a:gd name="connsiteY158" fmla="*/ 92042 h 1157500"/>
              <a:gd name="connsiteX159" fmla="*/ 11310949 w 12192000"/>
              <a:gd name="connsiteY159" fmla="*/ 97842 h 1157500"/>
              <a:gd name="connsiteX160" fmla="*/ 11345279 w 12192000"/>
              <a:gd name="connsiteY160" fmla="*/ 95451 h 1157500"/>
              <a:gd name="connsiteX161" fmla="*/ 11354597 w 12192000"/>
              <a:gd name="connsiteY161" fmla="*/ 97953 h 1157500"/>
              <a:gd name="connsiteX162" fmla="*/ 11367725 w 12192000"/>
              <a:gd name="connsiteY162" fmla="*/ 97999 h 1157500"/>
              <a:gd name="connsiteX163" fmla="*/ 11399832 w 12192000"/>
              <a:gd name="connsiteY163" fmla="*/ 110616 h 1157500"/>
              <a:gd name="connsiteX164" fmla="*/ 11487595 w 12192000"/>
              <a:gd name="connsiteY164" fmla="*/ 152322 h 1157500"/>
              <a:gd name="connsiteX165" fmla="*/ 11590850 w 12192000"/>
              <a:gd name="connsiteY165" fmla="*/ 238552 h 1157500"/>
              <a:gd name="connsiteX166" fmla="*/ 11736204 w 12192000"/>
              <a:gd name="connsiteY166" fmla="*/ 277509 h 1157500"/>
              <a:gd name="connsiteX167" fmla="*/ 11760331 w 12192000"/>
              <a:gd name="connsiteY167" fmla="*/ 291936 h 1157500"/>
              <a:gd name="connsiteX168" fmla="*/ 11819139 w 12192000"/>
              <a:gd name="connsiteY168" fmla="*/ 304143 h 1157500"/>
              <a:gd name="connsiteX169" fmla="*/ 11821967 w 12192000"/>
              <a:gd name="connsiteY169" fmla="*/ 305790 h 1157500"/>
              <a:gd name="connsiteX170" fmla="*/ 11847125 w 12192000"/>
              <a:gd name="connsiteY170" fmla="*/ 297401 h 1157500"/>
              <a:gd name="connsiteX171" fmla="*/ 11980134 w 12192000"/>
              <a:gd name="connsiteY171" fmla="*/ 321911 h 1157500"/>
              <a:gd name="connsiteX172" fmla="*/ 12174576 w 12192000"/>
              <a:gd name="connsiteY172" fmla="*/ 376108 h 1157500"/>
              <a:gd name="connsiteX173" fmla="*/ 12192000 w 12192000"/>
              <a:gd name="connsiteY173" fmla="*/ 379233 h 1157500"/>
              <a:gd name="connsiteX174" fmla="*/ 12192000 w 12192000"/>
              <a:gd name="connsiteY174" fmla="*/ 1157500 h 1157500"/>
              <a:gd name="connsiteX175" fmla="*/ 0 w 12192000"/>
              <a:gd name="connsiteY175" fmla="*/ 1157500 h 1157500"/>
              <a:gd name="connsiteX176" fmla="*/ 0 w 12192000"/>
              <a:gd name="connsiteY176" fmla="*/ 483545 h 1157500"/>
              <a:gd name="connsiteX177" fmla="*/ 5331 w 12192000"/>
              <a:gd name="connsiteY177" fmla="*/ 482797 h 1157500"/>
              <a:gd name="connsiteX178" fmla="*/ 39902 w 12192000"/>
              <a:gd name="connsiteY178" fmla="*/ 472284 h 1157500"/>
              <a:gd name="connsiteX179" fmla="*/ 117880 w 12192000"/>
              <a:gd name="connsiteY179" fmla="*/ 420956 h 1157500"/>
              <a:gd name="connsiteX180" fmla="*/ 238140 w 12192000"/>
              <a:gd name="connsiteY180" fmla="*/ 379297 h 1157500"/>
              <a:gd name="connsiteX181" fmla="*/ 249589 w 12192000"/>
              <a:gd name="connsiteY181" fmla="*/ 379517 h 1157500"/>
              <a:gd name="connsiteX182" fmla="*/ 296963 w 12192000"/>
              <a:gd name="connsiteY182" fmla="*/ 356102 h 1157500"/>
              <a:gd name="connsiteX183" fmla="*/ 339235 w 12192000"/>
              <a:gd name="connsiteY183" fmla="*/ 324425 h 1157500"/>
              <a:gd name="connsiteX184" fmla="*/ 447152 w 12192000"/>
              <a:gd name="connsiteY184" fmla="*/ 327423 h 1157500"/>
              <a:gd name="connsiteX185" fmla="*/ 475247 w 12192000"/>
              <a:gd name="connsiteY185" fmla="*/ 336714 h 1157500"/>
              <a:gd name="connsiteX186" fmla="*/ 477967 w 12192000"/>
              <a:gd name="connsiteY186" fmla="*/ 337960 h 1157500"/>
              <a:gd name="connsiteX187" fmla="*/ 703732 w 12192000"/>
              <a:gd name="connsiteY187" fmla="*/ 316599 h 1157500"/>
              <a:gd name="connsiteX188" fmla="*/ 853391 w 12192000"/>
              <a:gd name="connsiteY188" fmla="*/ 303591 h 1157500"/>
              <a:gd name="connsiteX189" fmla="*/ 925332 w 12192000"/>
              <a:gd name="connsiteY189" fmla="*/ 298686 h 1157500"/>
              <a:gd name="connsiteX190" fmla="*/ 941286 w 12192000"/>
              <a:gd name="connsiteY190" fmla="*/ 288932 h 1157500"/>
              <a:gd name="connsiteX191" fmla="*/ 950845 w 12192000"/>
              <a:gd name="connsiteY191" fmla="*/ 286595 h 1157500"/>
              <a:gd name="connsiteX192" fmla="*/ 953292 w 12192000"/>
              <a:gd name="connsiteY192" fmla="*/ 280892 h 1157500"/>
              <a:gd name="connsiteX193" fmla="*/ 967499 w 12192000"/>
              <a:gd name="connsiteY193" fmla="*/ 273760 h 1157500"/>
              <a:gd name="connsiteX194" fmla="*/ 1069267 w 12192000"/>
              <a:gd name="connsiteY194" fmla="*/ 262766 h 1157500"/>
              <a:gd name="connsiteX195" fmla="*/ 1138407 w 12192000"/>
              <a:gd name="connsiteY195" fmla="*/ 246567 h 1157500"/>
              <a:gd name="connsiteX196" fmla="*/ 1164931 w 12192000"/>
              <a:gd name="connsiteY196" fmla="*/ 238622 h 1157500"/>
              <a:gd name="connsiteX197" fmla="*/ 1211622 w 12192000"/>
              <a:gd name="connsiteY197" fmla="*/ 220676 h 1157500"/>
              <a:gd name="connsiteX198" fmla="*/ 1274567 w 12192000"/>
              <a:gd name="connsiteY198" fmla="*/ 203380 h 1157500"/>
              <a:gd name="connsiteX199" fmla="*/ 1325029 w 12192000"/>
              <a:gd name="connsiteY199" fmla="*/ 207937 h 1157500"/>
              <a:gd name="connsiteX200" fmla="*/ 1356805 w 12192000"/>
              <a:gd name="connsiteY200" fmla="*/ 203622 h 1157500"/>
              <a:gd name="connsiteX201" fmla="*/ 1468752 w 12192000"/>
              <a:gd name="connsiteY201" fmla="*/ 214604 h 1157500"/>
              <a:gd name="connsiteX202" fmla="*/ 1650750 w 12192000"/>
              <a:gd name="connsiteY202" fmla="*/ 165090 h 1157500"/>
              <a:gd name="connsiteX203" fmla="*/ 1655056 w 12192000"/>
              <a:gd name="connsiteY203" fmla="*/ 172106 h 1157500"/>
              <a:gd name="connsiteX204" fmla="*/ 1683220 w 12192000"/>
              <a:gd name="connsiteY204" fmla="*/ 169652 h 1157500"/>
              <a:gd name="connsiteX205" fmla="*/ 1685599 w 12192000"/>
              <a:gd name="connsiteY205" fmla="*/ 165388 h 1157500"/>
              <a:gd name="connsiteX206" fmla="*/ 1735783 w 12192000"/>
              <a:gd name="connsiteY206" fmla="*/ 177400 h 1157500"/>
              <a:gd name="connsiteX207" fmla="*/ 1797102 w 12192000"/>
              <a:gd name="connsiteY207" fmla="*/ 182289 h 1157500"/>
              <a:gd name="connsiteX208" fmla="*/ 1845638 w 12192000"/>
              <a:gd name="connsiteY208" fmla="*/ 163774 h 1157500"/>
              <a:gd name="connsiteX209" fmla="*/ 1848980 w 12192000"/>
              <a:gd name="connsiteY209" fmla="*/ 167516 h 1157500"/>
              <a:gd name="connsiteX210" fmla="*/ 1880587 w 12192000"/>
              <a:gd name="connsiteY210" fmla="*/ 165506 h 1157500"/>
              <a:gd name="connsiteX211" fmla="*/ 1995803 w 12192000"/>
              <a:gd name="connsiteY211" fmla="*/ 131847 h 1157500"/>
              <a:gd name="connsiteX212" fmla="*/ 2057448 w 12192000"/>
              <a:gd name="connsiteY212" fmla="*/ 128650 h 1157500"/>
              <a:gd name="connsiteX213" fmla="*/ 2119088 w 12192000"/>
              <a:gd name="connsiteY213" fmla="*/ 113508 h 1157500"/>
              <a:gd name="connsiteX214" fmla="*/ 2138831 w 12192000"/>
              <a:gd name="connsiteY214" fmla="*/ 116194 h 1157500"/>
              <a:gd name="connsiteX215" fmla="*/ 2214259 w 12192000"/>
              <a:gd name="connsiteY215" fmla="*/ 110542 h 1157500"/>
              <a:gd name="connsiteX216" fmla="*/ 2264911 w 12192000"/>
              <a:gd name="connsiteY216" fmla="*/ 101639 h 1157500"/>
              <a:gd name="connsiteX217" fmla="*/ 2454058 w 12192000"/>
              <a:gd name="connsiteY217" fmla="*/ 67266 h 1157500"/>
              <a:gd name="connsiteX218" fmla="*/ 2534188 w 12192000"/>
              <a:gd name="connsiteY218" fmla="*/ 63730 h 1157500"/>
              <a:gd name="connsiteX219" fmla="*/ 2616912 w 12192000"/>
              <a:gd name="connsiteY219" fmla="*/ 44757 h 1157500"/>
              <a:gd name="connsiteX220" fmla="*/ 2698592 w 12192000"/>
              <a:gd name="connsiteY220" fmla="*/ 35873 h 1157500"/>
              <a:gd name="connsiteX221" fmla="*/ 2891953 w 12192000"/>
              <a:gd name="connsiteY221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01779 w 12192000"/>
              <a:gd name="connsiteY134" fmla="*/ 149056 h 1157500"/>
              <a:gd name="connsiteX135" fmla="*/ 10155104 w 12192000"/>
              <a:gd name="connsiteY135" fmla="*/ 151613 h 1157500"/>
              <a:gd name="connsiteX136" fmla="*/ 10250982 w 12192000"/>
              <a:gd name="connsiteY136" fmla="*/ 128642 h 1157500"/>
              <a:gd name="connsiteX137" fmla="*/ 10343301 w 12192000"/>
              <a:gd name="connsiteY137" fmla="*/ 90884 h 1157500"/>
              <a:gd name="connsiteX138" fmla="*/ 10366625 w 12192000"/>
              <a:gd name="connsiteY138" fmla="*/ 79428 h 1157500"/>
              <a:gd name="connsiteX139" fmla="*/ 10433505 w 12192000"/>
              <a:gd name="connsiteY139" fmla="*/ 65000 h 1157500"/>
              <a:gd name="connsiteX140" fmla="*/ 10547510 w 12192000"/>
              <a:gd name="connsiteY140" fmla="*/ 47246 h 1157500"/>
              <a:gd name="connsiteX141" fmla="*/ 10588150 w 12192000"/>
              <a:gd name="connsiteY141" fmla="*/ 32287 h 1157500"/>
              <a:gd name="connsiteX142" fmla="*/ 10589457 w 12192000"/>
              <a:gd name="connsiteY142" fmla="*/ 25296 h 1157500"/>
              <a:gd name="connsiteX143" fmla="*/ 10699976 w 12192000"/>
              <a:gd name="connsiteY143" fmla="*/ 43345 h 1157500"/>
              <a:gd name="connsiteX144" fmla="*/ 10812237 w 12192000"/>
              <a:gd name="connsiteY144" fmla="*/ 46327 h 1157500"/>
              <a:gd name="connsiteX145" fmla="*/ 10869837 w 12192000"/>
              <a:gd name="connsiteY145" fmla="*/ 65795 h 1157500"/>
              <a:gd name="connsiteX146" fmla="*/ 10881770 w 12192000"/>
              <a:gd name="connsiteY146" fmla="*/ 73672 h 1157500"/>
              <a:gd name="connsiteX147" fmla="*/ 10896899 w 12192000"/>
              <a:gd name="connsiteY147" fmla="*/ 70731 h 1157500"/>
              <a:gd name="connsiteX148" fmla="*/ 10901748 w 12192000"/>
              <a:gd name="connsiteY148" fmla="*/ 66352 h 1157500"/>
              <a:gd name="connsiteX149" fmla="*/ 10947419 w 12192000"/>
              <a:gd name="connsiteY149" fmla="*/ 83316 h 1157500"/>
              <a:gd name="connsiteX150" fmla="*/ 10953034 w 12192000"/>
              <a:gd name="connsiteY150" fmla="*/ 84438 h 1157500"/>
              <a:gd name="connsiteX151" fmla="*/ 10992070 w 12192000"/>
              <a:gd name="connsiteY151" fmla="*/ 88841 h 1157500"/>
              <a:gd name="connsiteX152" fmla="*/ 11112372 w 12192000"/>
              <a:gd name="connsiteY152" fmla="*/ 82247 h 1157500"/>
              <a:gd name="connsiteX153" fmla="*/ 11147719 w 12192000"/>
              <a:gd name="connsiteY153" fmla="*/ 80560 h 1157500"/>
              <a:gd name="connsiteX154" fmla="*/ 11172617 w 12192000"/>
              <a:gd name="connsiteY154" fmla="*/ 76265 h 1157500"/>
              <a:gd name="connsiteX155" fmla="*/ 11240397 w 12192000"/>
              <a:gd name="connsiteY155" fmla="*/ 81830 h 1157500"/>
              <a:gd name="connsiteX156" fmla="*/ 11270034 w 12192000"/>
              <a:gd name="connsiteY156" fmla="*/ 91947 h 1157500"/>
              <a:gd name="connsiteX157" fmla="*/ 11293091 w 12192000"/>
              <a:gd name="connsiteY157" fmla="*/ 92042 h 1157500"/>
              <a:gd name="connsiteX158" fmla="*/ 11310949 w 12192000"/>
              <a:gd name="connsiteY158" fmla="*/ 97842 h 1157500"/>
              <a:gd name="connsiteX159" fmla="*/ 11345279 w 12192000"/>
              <a:gd name="connsiteY159" fmla="*/ 95451 h 1157500"/>
              <a:gd name="connsiteX160" fmla="*/ 11354597 w 12192000"/>
              <a:gd name="connsiteY160" fmla="*/ 97953 h 1157500"/>
              <a:gd name="connsiteX161" fmla="*/ 11367725 w 12192000"/>
              <a:gd name="connsiteY161" fmla="*/ 97999 h 1157500"/>
              <a:gd name="connsiteX162" fmla="*/ 11399832 w 12192000"/>
              <a:gd name="connsiteY162" fmla="*/ 110616 h 1157500"/>
              <a:gd name="connsiteX163" fmla="*/ 11487595 w 12192000"/>
              <a:gd name="connsiteY163" fmla="*/ 152322 h 1157500"/>
              <a:gd name="connsiteX164" fmla="*/ 11590850 w 12192000"/>
              <a:gd name="connsiteY164" fmla="*/ 238552 h 1157500"/>
              <a:gd name="connsiteX165" fmla="*/ 11736204 w 12192000"/>
              <a:gd name="connsiteY165" fmla="*/ 277509 h 1157500"/>
              <a:gd name="connsiteX166" fmla="*/ 11760331 w 12192000"/>
              <a:gd name="connsiteY166" fmla="*/ 291936 h 1157500"/>
              <a:gd name="connsiteX167" fmla="*/ 11819139 w 12192000"/>
              <a:gd name="connsiteY167" fmla="*/ 304143 h 1157500"/>
              <a:gd name="connsiteX168" fmla="*/ 11821967 w 12192000"/>
              <a:gd name="connsiteY168" fmla="*/ 305790 h 1157500"/>
              <a:gd name="connsiteX169" fmla="*/ 11847125 w 12192000"/>
              <a:gd name="connsiteY169" fmla="*/ 297401 h 1157500"/>
              <a:gd name="connsiteX170" fmla="*/ 11980134 w 12192000"/>
              <a:gd name="connsiteY170" fmla="*/ 321911 h 1157500"/>
              <a:gd name="connsiteX171" fmla="*/ 12174576 w 12192000"/>
              <a:gd name="connsiteY171" fmla="*/ 376108 h 1157500"/>
              <a:gd name="connsiteX172" fmla="*/ 12192000 w 12192000"/>
              <a:gd name="connsiteY172" fmla="*/ 379233 h 1157500"/>
              <a:gd name="connsiteX173" fmla="*/ 12192000 w 12192000"/>
              <a:gd name="connsiteY173" fmla="*/ 1157500 h 1157500"/>
              <a:gd name="connsiteX174" fmla="*/ 0 w 12192000"/>
              <a:gd name="connsiteY174" fmla="*/ 1157500 h 1157500"/>
              <a:gd name="connsiteX175" fmla="*/ 0 w 12192000"/>
              <a:gd name="connsiteY175" fmla="*/ 483545 h 1157500"/>
              <a:gd name="connsiteX176" fmla="*/ 5331 w 12192000"/>
              <a:gd name="connsiteY176" fmla="*/ 482797 h 1157500"/>
              <a:gd name="connsiteX177" fmla="*/ 39902 w 12192000"/>
              <a:gd name="connsiteY177" fmla="*/ 472284 h 1157500"/>
              <a:gd name="connsiteX178" fmla="*/ 117880 w 12192000"/>
              <a:gd name="connsiteY178" fmla="*/ 420956 h 1157500"/>
              <a:gd name="connsiteX179" fmla="*/ 238140 w 12192000"/>
              <a:gd name="connsiteY179" fmla="*/ 379297 h 1157500"/>
              <a:gd name="connsiteX180" fmla="*/ 249589 w 12192000"/>
              <a:gd name="connsiteY180" fmla="*/ 379517 h 1157500"/>
              <a:gd name="connsiteX181" fmla="*/ 296963 w 12192000"/>
              <a:gd name="connsiteY181" fmla="*/ 356102 h 1157500"/>
              <a:gd name="connsiteX182" fmla="*/ 339235 w 12192000"/>
              <a:gd name="connsiteY182" fmla="*/ 324425 h 1157500"/>
              <a:gd name="connsiteX183" fmla="*/ 447152 w 12192000"/>
              <a:gd name="connsiteY183" fmla="*/ 327423 h 1157500"/>
              <a:gd name="connsiteX184" fmla="*/ 475247 w 12192000"/>
              <a:gd name="connsiteY184" fmla="*/ 336714 h 1157500"/>
              <a:gd name="connsiteX185" fmla="*/ 477967 w 12192000"/>
              <a:gd name="connsiteY185" fmla="*/ 337960 h 1157500"/>
              <a:gd name="connsiteX186" fmla="*/ 703732 w 12192000"/>
              <a:gd name="connsiteY186" fmla="*/ 316599 h 1157500"/>
              <a:gd name="connsiteX187" fmla="*/ 853391 w 12192000"/>
              <a:gd name="connsiteY187" fmla="*/ 303591 h 1157500"/>
              <a:gd name="connsiteX188" fmla="*/ 925332 w 12192000"/>
              <a:gd name="connsiteY188" fmla="*/ 298686 h 1157500"/>
              <a:gd name="connsiteX189" fmla="*/ 941286 w 12192000"/>
              <a:gd name="connsiteY189" fmla="*/ 288932 h 1157500"/>
              <a:gd name="connsiteX190" fmla="*/ 950845 w 12192000"/>
              <a:gd name="connsiteY190" fmla="*/ 286595 h 1157500"/>
              <a:gd name="connsiteX191" fmla="*/ 953292 w 12192000"/>
              <a:gd name="connsiteY191" fmla="*/ 280892 h 1157500"/>
              <a:gd name="connsiteX192" fmla="*/ 967499 w 12192000"/>
              <a:gd name="connsiteY192" fmla="*/ 273760 h 1157500"/>
              <a:gd name="connsiteX193" fmla="*/ 1069267 w 12192000"/>
              <a:gd name="connsiteY193" fmla="*/ 262766 h 1157500"/>
              <a:gd name="connsiteX194" fmla="*/ 1138407 w 12192000"/>
              <a:gd name="connsiteY194" fmla="*/ 246567 h 1157500"/>
              <a:gd name="connsiteX195" fmla="*/ 1164931 w 12192000"/>
              <a:gd name="connsiteY195" fmla="*/ 238622 h 1157500"/>
              <a:gd name="connsiteX196" fmla="*/ 1211622 w 12192000"/>
              <a:gd name="connsiteY196" fmla="*/ 220676 h 1157500"/>
              <a:gd name="connsiteX197" fmla="*/ 1274567 w 12192000"/>
              <a:gd name="connsiteY197" fmla="*/ 203380 h 1157500"/>
              <a:gd name="connsiteX198" fmla="*/ 1325029 w 12192000"/>
              <a:gd name="connsiteY198" fmla="*/ 207937 h 1157500"/>
              <a:gd name="connsiteX199" fmla="*/ 1356805 w 12192000"/>
              <a:gd name="connsiteY199" fmla="*/ 203622 h 1157500"/>
              <a:gd name="connsiteX200" fmla="*/ 1468752 w 12192000"/>
              <a:gd name="connsiteY200" fmla="*/ 214604 h 1157500"/>
              <a:gd name="connsiteX201" fmla="*/ 1650750 w 12192000"/>
              <a:gd name="connsiteY201" fmla="*/ 165090 h 1157500"/>
              <a:gd name="connsiteX202" fmla="*/ 1655056 w 12192000"/>
              <a:gd name="connsiteY202" fmla="*/ 172106 h 1157500"/>
              <a:gd name="connsiteX203" fmla="*/ 1683220 w 12192000"/>
              <a:gd name="connsiteY203" fmla="*/ 169652 h 1157500"/>
              <a:gd name="connsiteX204" fmla="*/ 1685599 w 12192000"/>
              <a:gd name="connsiteY204" fmla="*/ 165388 h 1157500"/>
              <a:gd name="connsiteX205" fmla="*/ 1735783 w 12192000"/>
              <a:gd name="connsiteY205" fmla="*/ 177400 h 1157500"/>
              <a:gd name="connsiteX206" fmla="*/ 1797102 w 12192000"/>
              <a:gd name="connsiteY206" fmla="*/ 182289 h 1157500"/>
              <a:gd name="connsiteX207" fmla="*/ 1845638 w 12192000"/>
              <a:gd name="connsiteY207" fmla="*/ 163774 h 1157500"/>
              <a:gd name="connsiteX208" fmla="*/ 1848980 w 12192000"/>
              <a:gd name="connsiteY208" fmla="*/ 167516 h 1157500"/>
              <a:gd name="connsiteX209" fmla="*/ 1880587 w 12192000"/>
              <a:gd name="connsiteY209" fmla="*/ 165506 h 1157500"/>
              <a:gd name="connsiteX210" fmla="*/ 1995803 w 12192000"/>
              <a:gd name="connsiteY210" fmla="*/ 131847 h 1157500"/>
              <a:gd name="connsiteX211" fmla="*/ 2057448 w 12192000"/>
              <a:gd name="connsiteY211" fmla="*/ 128650 h 1157500"/>
              <a:gd name="connsiteX212" fmla="*/ 2119088 w 12192000"/>
              <a:gd name="connsiteY212" fmla="*/ 113508 h 1157500"/>
              <a:gd name="connsiteX213" fmla="*/ 2138831 w 12192000"/>
              <a:gd name="connsiteY213" fmla="*/ 116194 h 1157500"/>
              <a:gd name="connsiteX214" fmla="*/ 2214259 w 12192000"/>
              <a:gd name="connsiteY214" fmla="*/ 110542 h 1157500"/>
              <a:gd name="connsiteX215" fmla="*/ 2264911 w 12192000"/>
              <a:gd name="connsiteY215" fmla="*/ 101639 h 1157500"/>
              <a:gd name="connsiteX216" fmla="*/ 2454058 w 12192000"/>
              <a:gd name="connsiteY216" fmla="*/ 67266 h 1157500"/>
              <a:gd name="connsiteX217" fmla="*/ 2534188 w 12192000"/>
              <a:gd name="connsiteY217" fmla="*/ 63730 h 1157500"/>
              <a:gd name="connsiteX218" fmla="*/ 2616912 w 12192000"/>
              <a:gd name="connsiteY218" fmla="*/ 44757 h 1157500"/>
              <a:gd name="connsiteX219" fmla="*/ 2698592 w 12192000"/>
              <a:gd name="connsiteY219" fmla="*/ 35873 h 1157500"/>
              <a:gd name="connsiteX220" fmla="*/ 2891953 w 12192000"/>
              <a:gd name="connsiteY220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55104 w 12192000"/>
              <a:gd name="connsiteY134" fmla="*/ 151613 h 1157500"/>
              <a:gd name="connsiteX135" fmla="*/ 10250982 w 12192000"/>
              <a:gd name="connsiteY135" fmla="*/ 128642 h 1157500"/>
              <a:gd name="connsiteX136" fmla="*/ 10343301 w 12192000"/>
              <a:gd name="connsiteY136" fmla="*/ 90884 h 1157500"/>
              <a:gd name="connsiteX137" fmla="*/ 10366625 w 12192000"/>
              <a:gd name="connsiteY137" fmla="*/ 79428 h 1157500"/>
              <a:gd name="connsiteX138" fmla="*/ 10433505 w 12192000"/>
              <a:gd name="connsiteY138" fmla="*/ 65000 h 1157500"/>
              <a:gd name="connsiteX139" fmla="*/ 10547510 w 12192000"/>
              <a:gd name="connsiteY139" fmla="*/ 47246 h 1157500"/>
              <a:gd name="connsiteX140" fmla="*/ 10588150 w 12192000"/>
              <a:gd name="connsiteY140" fmla="*/ 32287 h 1157500"/>
              <a:gd name="connsiteX141" fmla="*/ 10589457 w 12192000"/>
              <a:gd name="connsiteY141" fmla="*/ 25296 h 1157500"/>
              <a:gd name="connsiteX142" fmla="*/ 10699976 w 12192000"/>
              <a:gd name="connsiteY142" fmla="*/ 43345 h 1157500"/>
              <a:gd name="connsiteX143" fmla="*/ 10812237 w 12192000"/>
              <a:gd name="connsiteY143" fmla="*/ 46327 h 1157500"/>
              <a:gd name="connsiteX144" fmla="*/ 10869837 w 12192000"/>
              <a:gd name="connsiteY144" fmla="*/ 65795 h 1157500"/>
              <a:gd name="connsiteX145" fmla="*/ 10881770 w 12192000"/>
              <a:gd name="connsiteY145" fmla="*/ 73672 h 1157500"/>
              <a:gd name="connsiteX146" fmla="*/ 10896899 w 12192000"/>
              <a:gd name="connsiteY146" fmla="*/ 70731 h 1157500"/>
              <a:gd name="connsiteX147" fmla="*/ 10901748 w 12192000"/>
              <a:gd name="connsiteY147" fmla="*/ 66352 h 1157500"/>
              <a:gd name="connsiteX148" fmla="*/ 10947419 w 12192000"/>
              <a:gd name="connsiteY148" fmla="*/ 83316 h 1157500"/>
              <a:gd name="connsiteX149" fmla="*/ 10953034 w 12192000"/>
              <a:gd name="connsiteY149" fmla="*/ 84438 h 1157500"/>
              <a:gd name="connsiteX150" fmla="*/ 10992070 w 12192000"/>
              <a:gd name="connsiteY150" fmla="*/ 88841 h 1157500"/>
              <a:gd name="connsiteX151" fmla="*/ 11112372 w 12192000"/>
              <a:gd name="connsiteY151" fmla="*/ 82247 h 1157500"/>
              <a:gd name="connsiteX152" fmla="*/ 11147719 w 12192000"/>
              <a:gd name="connsiteY152" fmla="*/ 80560 h 1157500"/>
              <a:gd name="connsiteX153" fmla="*/ 11172617 w 12192000"/>
              <a:gd name="connsiteY153" fmla="*/ 76265 h 1157500"/>
              <a:gd name="connsiteX154" fmla="*/ 11240397 w 12192000"/>
              <a:gd name="connsiteY154" fmla="*/ 81830 h 1157500"/>
              <a:gd name="connsiteX155" fmla="*/ 11270034 w 12192000"/>
              <a:gd name="connsiteY155" fmla="*/ 91947 h 1157500"/>
              <a:gd name="connsiteX156" fmla="*/ 11293091 w 12192000"/>
              <a:gd name="connsiteY156" fmla="*/ 92042 h 1157500"/>
              <a:gd name="connsiteX157" fmla="*/ 11310949 w 12192000"/>
              <a:gd name="connsiteY157" fmla="*/ 97842 h 1157500"/>
              <a:gd name="connsiteX158" fmla="*/ 11345279 w 12192000"/>
              <a:gd name="connsiteY158" fmla="*/ 95451 h 1157500"/>
              <a:gd name="connsiteX159" fmla="*/ 11354597 w 12192000"/>
              <a:gd name="connsiteY159" fmla="*/ 97953 h 1157500"/>
              <a:gd name="connsiteX160" fmla="*/ 11367725 w 12192000"/>
              <a:gd name="connsiteY160" fmla="*/ 97999 h 1157500"/>
              <a:gd name="connsiteX161" fmla="*/ 11399832 w 12192000"/>
              <a:gd name="connsiteY161" fmla="*/ 110616 h 1157500"/>
              <a:gd name="connsiteX162" fmla="*/ 11487595 w 12192000"/>
              <a:gd name="connsiteY162" fmla="*/ 152322 h 1157500"/>
              <a:gd name="connsiteX163" fmla="*/ 11590850 w 12192000"/>
              <a:gd name="connsiteY163" fmla="*/ 238552 h 1157500"/>
              <a:gd name="connsiteX164" fmla="*/ 11736204 w 12192000"/>
              <a:gd name="connsiteY164" fmla="*/ 277509 h 1157500"/>
              <a:gd name="connsiteX165" fmla="*/ 11760331 w 12192000"/>
              <a:gd name="connsiteY165" fmla="*/ 291936 h 1157500"/>
              <a:gd name="connsiteX166" fmla="*/ 11819139 w 12192000"/>
              <a:gd name="connsiteY166" fmla="*/ 304143 h 1157500"/>
              <a:gd name="connsiteX167" fmla="*/ 11821967 w 12192000"/>
              <a:gd name="connsiteY167" fmla="*/ 305790 h 1157500"/>
              <a:gd name="connsiteX168" fmla="*/ 11847125 w 12192000"/>
              <a:gd name="connsiteY168" fmla="*/ 297401 h 1157500"/>
              <a:gd name="connsiteX169" fmla="*/ 11980134 w 12192000"/>
              <a:gd name="connsiteY169" fmla="*/ 321911 h 1157500"/>
              <a:gd name="connsiteX170" fmla="*/ 12174576 w 12192000"/>
              <a:gd name="connsiteY170" fmla="*/ 376108 h 1157500"/>
              <a:gd name="connsiteX171" fmla="*/ 12192000 w 12192000"/>
              <a:gd name="connsiteY171" fmla="*/ 379233 h 1157500"/>
              <a:gd name="connsiteX172" fmla="*/ 12192000 w 12192000"/>
              <a:gd name="connsiteY172" fmla="*/ 1157500 h 1157500"/>
              <a:gd name="connsiteX173" fmla="*/ 0 w 12192000"/>
              <a:gd name="connsiteY173" fmla="*/ 1157500 h 1157500"/>
              <a:gd name="connsiteX174" fmla="*/ 0 w 12192000"/>
              <a:gd name="connsiteY174" fmla="*/ 483545 h 1157500"/>
              <a:gd name="connsiteX175" fmla="*/ 5331 w 12192000"/>
              <a:gd name="connsiteY175" fmla="*/ 482797 h 1157500"/>
              <a:gd name="connsiteX176" fmla="*/ 39902 w 12192000"/>
              <a:gd name="connsiteY176" fmla="*/ 472284 h 1157500"/>
              <a:gd name="connsiteX177" fmla="*/ 117880 w 12192000"/>
              <a:gd name="connsiteY177" fmla="*/ 420956 h 1157500"/>
              <a:gd name="connsiteX178" fmla="*/ 238140 w 12192000"/>
              <a:gd name="connsiteY178" fmla="*/ 379297 h 1157500"/>
              <a:gd name="connsiteX179" fmla="*/ 249589 w 12192000"/>
              <a:gd name="connsiteY179" fmla="*/ 379517 h 1157500"/>
              <a:gd name="connsiteX180" fmla="*/ 296963 w 12192000"/>
              <a:gd name="connsiteY180" fmla="*/ 356102 h 1157500"/>
              <a:gd name="connsiteX181" fmla="*/ 339235 w 12192000"/>
              <a:gd name="connsiteY181" fmla="*/ 324425 h 1157500"/>
              <a:gd name="connsiteX182" fmla="*/ 447152 w 12192000"/>
              <a:gd name="connsiteY182" fmla="*/ 327423 h 1157500"/>
              <a:gd name="connsiteX183" fmla="*/ 475247 w 12192000"/>
              <a:gd name="connsiteY183" fmla="*/ 336714 h 1157500"/>
              <a:gd name="connsiteX184" fmla="*/ 477967 w 12192000"/>
              <a:gd name="connsiteY184" fmla="*/ 337960 h 1157500"/>
              <a:gd name="connsiteX185" fmla="*/ 703732 w 12192000"/>
              <a:gd name="connsiteY185" fmla="*/ 316599 h 1157500"/>
              <a:gd name="connsiteX186" fmla="*/ 853391 w 12192000"/>
              <a:gd name="connsiteY186" fmla="*/ 303591 h 1157500"/>
              <a:gd name="connsiteX187" fmla="*/ 925332 w 12192000"/>
              <a:gd name="connsiteY187" fmla="*/ 298686 h 1157500"/>
              <a:gd name="connsiteX188" fmla="*/ 941286 w 12192000"/>
              <a:gd name="connsiteY188" fmla="*/ 288932 h 1157500"/>
              <a:gd name="connsiteX189" fmla="*/ 950845 w 12192000"/>
              <a:gd name="connsiteY189" fmla="*/ 286595 h 1157500"/>
              <a:gd name="connsiteX190" fmla="*/ 953292 w 12192000"/>
              <a:gd name="connsiteY190" fmla="*/ 280892 h 1157500"/>
              <a:gd name="connsiteX191" fmla="*/ 967499 w 12192000"/>
              <a:gd name="connsiteY191" fmla="*/ 273760 h 1157500"/>
              <a:gd name="connsiteX192" fmla="*/ 1069267 w 12192000"/>
              <a:gd name="connsiteY192" fmla="*/ 262766 h 1157500"/>
              <a:gd name="connsiteX193" fmla="*/ 1138407 w 12192000"/>
              <a:gd name="connsiteY193" fmla="*/ 246567 h 1157500"/>
              <a:gd name="connsiteX194" fmla="*/ 1164931 w 12192000"/>
              <a:gd name="connsiteY194" fmla="*/ 238622 h 1157500"/>
              <a:gd name="connsiteX195" fmla="*/ 1211622 w 12192000"/>
              <a:gd name="connsiteY195" fmla="*/ 220676 h 1157500"/>
              <a:gd name="connsiteX196" fmla="*/ 1274567 w 12192000"/>
              <a:gd name="connsiteY196" fmla="*/ 203380 h 1157500"/>
              <a:gd name="connsiteX197" fmla="*/ 1325029 w 12192000"/>
              <a:gd name="connsiteY197" fmla="*/ 207937 h 1157500"/>
              <a:gd name="connsiteX198" fmla="*/ 1356805 w 12192000"/>
              <a:gd name="connsiteY198" fmla="*/ 203622 h 1157500"/>
              <a:gd name="connsiteX199" fmla="*/ 1468752 w 12192000"/>
              <a:gd name="connsiteY199" fmla="*/ 214604 h 1157500"/>
              <a:gd name="connsiteX200" fmla="*/ 1650750 w 12192000"/>
              <a:gd name="connsiteY200" fmla="*/ 165090 h 1157500"/>
              <a:gd name="connsiteX201" fmla="*/ 1655056 w 12192000"/>
              <a:gd name="connsiteY201" fmla="*/ 172106 h 1157500"/>
              <a:gd name="connsiteX202" fmla="*/ 1683220 w 12192000"/>
              <a:gd name="connsiteY202" fmla="*/ 169652 h 1157500"/>
              <a:gd name="connsiteX203" fmla="*/ 1685599 w 12192000"/>
              <a:gd name="connsiteY203" fmla="*/ 165388 h 1157500"/>
              <a:gd name="connsiteX204" fmla="*/ 1735783 w 12192000"/>
              <a:gd name="connsiteY204" fmla="*/ 177400 h 1157500"/>
              <a:gd name="connsiteX205" fmla="*/ 1797102 w 12192000"/>
              <a:gd name="connsiteY205" fmla="*/ 182289 h 1157500"/>
              <a:gd name="connsiteX206" fmla="*/ 1845638 w 12192000"/>
              <a:gd name="connsiteY206" fmla="*/ 163774 h 1157500"/>
              <a:gd name="connsiteX207" fmla="*/ 1848980 w 12192000"/>
              <a:gd name="connsiteY207" fmla="*/ 167516 h 1157500"/>
              <a:gd name="connsiteX208" fmla="*/ 1880587 w 12192000"/>
              <a:gd name="connsiteY208" fmla="*/ 165506 h 1157500"/>
              <a:gd name="connsiteX209" fmla="*/ 1995803 w 12192000"/>
              <a:gd name="connsiteY209" fmla="*/ 131847 h 1157500"/>
              <a:gd name="connsiteX210" fmla="*/ 2057448 w 12192000"/>
              <a:gd name="connsiteY210" fmla="*/ 128650 h 1157500"/>
              <a:gd name="connsiteX211" fmla="*/ 2119088 w 12192000"/>
              <a:gd name="connsiteY211" fmla="*/ 113508 h 1157500"/>
              <a:gd name="connsiteX212" fmla="*/ 2138831 w 12192000"/>
              <a:gd name="connsiteY212" fmla="*/ 116194 h 1157500"/>
              <a:gd name="connsiteX213" fmla="*/ 2214259 w 12192000"/>
              <a:gd name="connsiteY213" fmla="*/ 110542 h 1157500"/>
              <a:gd name="connsiteX214" fmla="*/ 2264911 w 12192000"/>
              <a:gd name="connsiteY214" fmla="*/ 101639 h 1157500"/>
              <a:gd name="connsiteX215" fmla="*/ 2454058 w 12192000"/>
              <a:gd name="connsiteY215" fmla="*/ 67266 h 1157500"/>
              <a:gd name="connsiteX216" fmla="*/ 2534188 w 12192000"/>
              <a:gd name="connsiteY216" fmla="*/ 63730 h 1157500"/>
              <a:gd name="connsiteX217" fmla="*/ 2616912 w 12192000"/>
              <a:gd name="connsiteY217" fmla="*/ 44757 h 1157500"/>
              <a:gd name="connsiteX218" fmla="*/ 2698592 w 12192000"/>
              <a:gd name="connsiteY218" fmla="*/ 35873 h 1157500"/>
              <a:gd name="connsiteX219" fmla="*/ 2891953 w 12192000"/>
              <a:gd name="connsiteY219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155104 w 12192000"/>
              <a:gd name="connsiteY133" fmla="*/ 151613 h 1157500"/>
              <a:gd name="connsiteX134" fmla="*/ 10250982 w 12192000"/>
              <a:gd name="connsiteY134" fmla="*/ 128642 h 1157500"/>
              <a:gd name="connsiteX135" fmla="*/ 10343301 w 12192000"/>
              <a:gd name="connsiteY135" fmla="*/ 90884 h 1157500"/>
              <a:gd name="connsiteX136" fmla="*/ 10366625 w 12192000"/>
              <a:gd name="connsiteY136" fmla="*/ 79428 h 1157500"/>
              <a:gd name="connsiteX137" fmla="*/ 10433505 w 12192000"/>
              <a:gd name="connsiteY137" fmla="*/ 65000 h 1157500"/>
              <a:gd name="connsiteX138" fmla="*/ 10547510 w 12192000"/>
              <a:gd name="connsiteY138" fmla="*/ 47246 h 1157500"/>
              <a:gd name="connsiteX139" fmla="*/ 10588150 w 12192000"/>
              <a:gd name="connsiteY139" fmla="*/ 32287 h 1157500"/>
              <a:gd name="connsiteX140" fmla="*/ 10589457 w 12192000"/>
              <a:gd name="connsiteY140" fmla="*/ 25296 h 1157500"/>
              <a:gd name="connsiteX141" fmla="*/ 10699976 w 12192000"/>
              <a:gd name="connsiteY141" fmla="*/ 43345 h 1157500"/>
              <a:gd name="connsiteX142" fmla="*/ 10812237 w 12192000"/>
              <a:gd name="connsiteY142" fmla="*/ 46327 h 1157500"/>
              <a:gd name="connsiteX143" fmla="*/ 10869837 w 12192000"/>
              <a:gd name="connsiteY143" fmla="*/ 65795 h 1157500"/>
              <a:gd name="connsiteX144" fmla="*/ 10881770 w 12192000"/>
              <a:gd name="connsiteY144" fmla="*/ 73672 h 1157500"/>
              <a:gd name="connsiteX145" fmla="*/ 10896899 w 12192000"/>
              <a:gd name="connsiteY145" fmla="*/ 70731 h 1157500"/>
              <a:gd name="connsiteX146" fmla="*/ 10901748 w 12192000"/>
              <a:gd name="connsiteY146" fmla="*/ 66352 h 1157500"/>
              <a:gd name="connsiteX147" fmla="*/ 10947419 w 12192000"/>
              <a:gd name="connsiteY147" fmla="*/ 83316 h 1157500"/>
              <a:gd name="connsiteX148" fmla="*/ 10953034 w 12192000"/>
              <a:gd name="connsiteY148" fmla="*/ 84438 h 1157500"/>
              <a:gd name="connsiteX149" fmla="*/ 10992070 w 12192000"/>
              <a:gd name="connsiteY149" fmla="*/ 88841 h 1157500"/>
              <a:gd name="connsiteX150" fmla="*/ 11112372 w 12192000"/>
              <a:gd name="connsiteY150" fmla="*/ 82247 h 1157500"/>
              <a:gd name="connsiteX151" fmla="*/ 11147719 w 12192000"/>
              <a:gd name="connsiteY151" fmla="*/ 80560 h 1157500"/>
              <a:gd name="connsiteX152" fmla="*/ 11172617 w 12192000"/>
              <a:gd name="connsiteY152" fmla="*/ 76265 h 1157500"/>
              <a:gd name="connsiteX153" fmla="*/ 11240397 w 12192000"/>
              <a:gd name="connsiteY153" fmla="*/ 81830 h 1157500"/>
              <a:gd name="connsiteX154" fmla="*/ 11270034 w 12192000"/>
              <a:gd name="connsiteY154" fmla="*/ 91947 h 1157500"/>
              <a:gd name="connsiteX155" fmla="*/ 11293091 w 12192000"/>
              <a:gd name="connsiteY155" fmla="*/ 92042 h 1157500"/>
              <a:gd name="connsiteX156" fmla="*/ 11310949 w 12192000"/>
              <a:gd name="connsiteY156" fmla="*/ 97842 h 1157500"/>
              <a:gd name="connsiteX157" fmla="*/ 11345279 w 12192000"/>
              <a:gd name="connsiteY157" fmla="*/ 95451 h 1157500"/>
              <a:gd name="connsiteX158" fmla="*/ 11354597 w 12192000"/>
              <a:gd name="connsiteY158" fmla="*/ 97953 h 1157500"/>
              <a:gd name="connsiteX159" fmla="*/ 11367725 w 12192000"/>
              <a:gd name="connsiteY159" fmla="*/ 97999 h 1157500"/>
              <a:gd name="connsiteX160" fmla="*/ 11399832 w 12192000"/>
              <a:gd name="connsiteY160" fmla="*/ 110616 h 1157500"/>
              <a:gd name="connsiteX161" fmla="*/ 11487595 w 12192000"/>
              <a:gd name="connsiteY161" fmla="*/ 152322 h 1157500"/>
              <a:gd name="connsiteX162" fmla="*/ 11590850 w 12192000"/>
              <a:gd name="connsiteY162" fmla="*/ 238552 h 1157500"/>
              <a:gd name="connsiteX163" fmla="*/ 11736204 w 12192000"/>
              <a:gd name="connsiteY163" fmla="*/ 277509 h 1157500"/>
              <a:gd name="connsiteX164" fmla="*/ 11760331 w 12192000"/>
              <a:gd name="connsiteY164" fmla="*/ 291936 h 1157500"/>
              <a:gd name="connsiteX165" fmla="*/ 11819139 w 12192000"/>
              <a:gd name="connsiteY165" fmla="*/ 304143 h 1157500"/>
              <a:gd name="connsiteX166" fmla="*/ 11821967 w 12192000"/>
              <a:gd name="connsiteY166" fmla="*/ 305790 h 1157500"/>
              <a:gd name="connsiteX167" fmla="*/ 11847125 w 12192000"/>
              <a:gd name="connsiteY167" fmla="*/ 297401 h 1157500"/>
              <a:gd name="connsiteX168" fmla="*/ 11980134 w 12192000"/>
              <a:gd name="connsiteY168" fmla="*/ 321911 h 1157500"/>
              <a:gd name="connsiteX169" fmla="*/ 12174576 w 12192000"/>
              <a:gd name="connsiteY169" fmla="*/ 376108 h 1157500"/>
              <a:gd name="connsiteX170" fmla="*/ 12192000 w 12192000"/>
              <a:gd name="connsiteY170" fmla="*/ 379233 h 1157500"/>
              <a:gd name="connsiteX171" fmla="*/ 12192000 w 12192000"/>
              <a:gd name="connsiteY171" fmla="*/ 1157500 h 1157500"/>
              <a:gd name="connsiteX172" fmla="*/ 0 w 12192000"/>
              <a:gd name="connsiteY172" fmla="*/ 1157500 h 1157500"/>
              <a:gd name="connsiteX173" fmla="*/ 0 w 12192000"/>
              <a:gd name="connsiteY173" fmla="*/ 483545 h 1157500"/>
              <a:gd name="connsiteX174" fmla="*/ 5331 w 12192000"/>
              <a:gd name="connsiteY174" fmla="*/ 482797 h 1157500"/>
              <a:gd name="connsiteX175" fmla="*/ 39902 w 12192000"/>
              <a:gd name="connsiteY175" fmla="*/ 472284 h 1157500"/>
              <a:gd name="connsiteX176" fmla="*/ 117880 w 12192000"/>
              <a:gd name="connsiteY176" fmla="*/ 420956 h 1157500"/>
              <a:gd name="connsiteX177" fmla="*/ 238140 w 12192000"/>
              <a:gd name="connsiteY177" fmla="*/ 379297 h 1157500"/>
              <a:gd name="connsiteX178" fmla="*/ 249589 w 12192000"/>
              <a:gd name="connsiteY178" fmla="*/ 379517 h 1157500"/>
              <a:gd name="connsiteX179" fmla="*/ 296963 w 12192000"/>
              <a:gd name="connsiteY179" fmla="*/ 356102 h 1157500"/>
              <a:gd name="connsiteX180" fmla="*/ 339235 w 12192000"/>
              <a:gd name="connsiteY180" fmla="*/ 324425 h 1157500"/>
              <a:gd name="connsiteX181" fmla="*/ 447152 w 12192000"/>
              <a:gd name="connsiteY181" fmla="*/ 327423 h 1157500"/>
              <a:gd name="connsiteX182" fmla="*/ 475247 w 12192000"/>
              <a:gd name="connsiteY182" fmla="*/ 336714 h 1157500"/>
              <a:gd name="connsiteX183" fmla="*/ 477967 w 12192000"/>
              <a:gd name="connsiteY183" fmla="*/ 337960 h 1157500"/>
              <a:gd name="connsiteX184" fmla="*/ 703732 w 12192000"/>
              <a:gd name="connsiteY184" fmla="*/ 316599 h 1157500"/>
              <a:gd name="connsiteX185" fmla="*/ 853391 w 12192000"/>
              <a:gd name="connsiteY185" fmla="*/ 303591 h 1157500"/>
              <a:gd name="connsiteX186" fmla="*/ 925332 w 12192000"/>
              <a:gd name="connsiteY186" fmla="*/ 298686 h 1157500"/>
              <a:gd name="connsiteX187" fmla="*/ 941286 w 12192000"/>
              <a:gd name="connsiteY187" fmla="*/ 288932 h 1157500"/>
              <a:gd name="connsiteX188" fmla="*/ 950845 w 12192000"/>
              <a:gd name="connsiteY188" fmla="*/ 286595 h 1157500"/>
              <a:gd name="connsiteX189" fmla="*/ 953292 w 12192000"/>
              <a:gd name="connsiteY189" fmla="*/ 280892 h 1157500"/>
              <a:gd name="connsiteX190" fmla="*/ 967499 w 12192000"/>
              <a:gd name="connsiteY190" fmla="*/ 273760 h 1157500"/>
              <a:gd name="connsiteX191" fmla="*/ 1069267 w 12192000"/>
              <a:gd name="connsiteY191" fmla="*/ 262766 h 1157500"/>
              <a:gd name="connsiteX192" fmla="*/ 1138407 w 12192000"/>
              <a:gd name="connsiteY192" fmla="*/ 246567 h 1157500"/>
              <a:gd name="connsiteX193" fmla="*/ 1164931 w 12192000"/>
              <a:gd name="connsiteY193" fmla="*/ 238622 h 1157500"/>
              <a:gd name="connsiteX194" fmla="*/ 1211622 w 12192000"/>
              <a:gd name="connsiteY194" fmla="*/ 220676 h 1157500"/>
              <a:gd name="connsiteX195" fmla="*/ 1274567 w 12192000"/>
              <a:gd name="connsiteY195" fmla="*/ 203380 h 1157500"/>
              <a:gd name="connsiteX196" fmla="*/ 1325029 w 12192000"/>
              <a:gd name="connsiteY196" fmla="*/ 207937 h 1157500"/>
              <a:gd name="connsiteX197" fmla="*/ 1356805 w 12192000"/>
              <a:gd name="connsiteY197" fmla="*/ 203622 h 1157500"/>
              <a:gd name="connsiteX198" fmla="*/ 1468752 w 12192000"/>
              <a:gd name="connsiteY198" fmla="*/ 214604 h 1157500"/>
              <a:gd name="connsiteX199" fmla="*/ 1650750 w 12192000"/>
              <a:gd name="connsiteY199" fmla="*/ 165090 h 1157500"/>
              <a:gd name="connsiteX200" fmla="*/ 1655056 w 12192000"/>
              <a:gd name="connsiteY200" fmla="*/ 172106 h 1157500"/>
              <a:gd name="connsiteX201" fmla="*/ 1683220 w 12192000"/>
              <a:gd name="connsiteY201" fmla="*/ 169652 h 1157500"/>
              <a:gd name="connsiteX202" fmla="*/ 1685599 w 12192000"/>
              <a:gd name="connsiteY202" fmla="*/ 165388 h 1157500"/>
              <a:gd name="connsiteX203" fmla="*/ 1735783 w 12192000"/>
              <a:gd name="connsiteY203" fmla="*/ 177400 h 1157500"/>
              <a:gd name="connsiteX204" fmla="*/ 1797102 w 12192000"/>
              <a:gd name="connsiteY204" fmla="*/ 182289 h 1157500"/>
              <a:gd name="connsiteX205" fmla="*/ 1845638 w 12192000"/>
              <a:gd name="connsiteY205" fmla="*/ 163774 h 1157500"/>
              <a:gd name="connsiteX206" fmla="*/ 1848980 w 12192000"/>
              <a:gd name="connsiteY206" fmla="*/ 167516 h 1157500"/>
              <a:gd name="connsiteX207" fmla="*/ 1880587 w 12192000"/>
              <a:gd name="connsiteY207" fmla="*/ 165506 h 1157500"/>
              <a:gd name="connsiteX208" fmla="*/ 1995803 w 12192000"/>
              <a:gd name="connsiteY208" fmla="*/ 131847 h 1157500"/>
              <a:gd name="connsiteX209" fmla="*/ 2057448 w 12192000"/>
              <a:gd name="connsiteY209" fmla="*/ 128650 h 1157500"/>
              <a:gd name="connsiteX210" fmla="*/ 2119088 w 12192000"/>
              <a:gd name="connsiteY210" fmla="*/ 113508 h 1157500"/>
              <a:gd name="connsiteX211" fmla="*/ 2138831 w 12192000"/>
              <a:gd name="connsiteY211" fmla="*/ 116194 h 1157500"/>
              <a:gd name="connsiteX212" fmla="*/ 2214259 w 12192000"/>
              <a:gd name="connsiteY212" fmla="*/ 110542 h 1157500"/>
              <a:gd name="connsiteX213" fmla="*/ 2264911 w 12192000"/>
              <a:gd name="connsiteY213" fmla="*/ 101639 h 1157500"/>
              <a:gd name="connsiteX214" fmla="*/ 2454058 w 12192000"/>
              <a:gd name="connsiteY214" fmla="*/ 67266 h 1157500"/>
              <a:gd name="connsiteX215" fmla="*/ 2534188 w 12192000"/>
              <a:gd name="connsiteY215" fmla="*/ 63730 h 1157500"/>
              <a:gd name="connsiteX216" fmla="*/ 2616912 w 12192000"/>
              <a:gd name="connsiteY216" fmla="*/ 44757 h 1157500"/>
              <a:gd name="connsiteX217" fmla="*/ 2698592 w 12192000"/>
              <a:gd name="connsiteY217" fmla="*/ 35873 h 1157500"/>
              <a:gd name="connsiteX218" fmla="*/ 2891953 w 12192000"/>
              <a:gd name="connsiteY21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155104 w 12192000"/>
              <a:gd name="connsiteY132" fmla="*/ 151613 h 1157500"/>
              <a:gd name="connsiteX133" fmla="*/ 10250982 w 12192000"/>
              <a:gd name="connsiteY133" fmla="*/ 128642 h 1157500"/>
              <a:gd name="connsiteX134" fmla="*/ 10343301 w 12192000"/>
              <a:gd name="connsiteY134" fmla="*/ 90884 h 1157500"/>
              <a:gd name="connsiteX135" fmla="*/ 10366625 w 12192000"/>
              <a:gd name="connsiteY135" fmla="*/ 79428 h 1157500"/>
              <a:gd name="connsiteX136" fmla="*/ 10433505 w 12192000"/>
              <a:gd name="connsiteY136" fmla="*/ 65000 h 1157500"/>
              <a:gd name="connsiteX137" fmla="*/ 10547510 w 12192000"/>
              <a:gd name="connsiteY137" fmla="*/ 47246 h 1157500"/>
              <a:gd name="connsiteX138" fmla="*/ 10588150 w 12192000"/>
              <a:gd name="connsiteY138" fmla="*/ 32287 h 1157500"/>
              <a:gd name="connsiteX139" fmla="*/ 10589457 w 12192000"/>
              <a:gd name="connsiteY139" fmla="*/ 25296 h 1157500"/>
              <a:gd name="connsiteX140" fmla="*/ 10699976 w 12192000"/>
              <a:gd name="connsiteY140" fmla="*/ 43345 h 1157500"/>
              <a:gd name="connsiteX141" fmla="*/ 10812237 w 12192000"/>
              <a:gd name="connsiteY141" fmla="*/ 46327 h 1157500"/>
              <a:gd name="connsiteX142" fmla="*/ 10869837 w 12192000"/>
              <a:gd name="connsiteY142" fmla="*/ 65795 h 1157500"/>
              <a:gd name="connsiteX143" fmla="*/ 10881770 w 12192000"/>
              <a:gd name="connsiteY143" fmla="*/ 73672 h 1157500"/>
              <a:gd name="connsiteX144" fmla="*/ 10896899 w 12192000"/>
              <a:gd name="connsiteY144" fmla="*/ 70731 h 1157500"/>
              <a:gd name="connsiteX145" fmla="*/ 10901748 w 12192000"/>
              <a:gd name="connsiteY145" fmla="*/ 66352 h 1157500"/>
              <a:gd name="connsiteX146" fmla="*/ 10947419 w 12192000"/>
              <a:gd name="connsiteY146" fmla="*/ 83316 h 1157500"/>
              <a:gd name="connsiteX147" fmla="*/ 10953034 w 12192000"/>
              <a:gd name="connsiteY147" fmla="*/ 84438 h 1157500"/>
              <a:gd name="connsiteX148" fmla="*/ 10992070 w 12192000"/>
              <a:gd name="connsiteY148" fmla="*/ 88841 h 1157500"/>
              <a:gd name="connsiteX149" fmla="*/ 11112372 w 12192000"/>
              <a:gd name="connsiteY149" fmla="*/ 82247 h 1157500"/>
              <a:gd name="connsiteX150" fmla="*/ 11147719 w 12192000"/>
              <a:gd name="connsiteY150" fmla="*/ 80560 h 1157500"/>
              <a:gd name="connsiteX151" fmla="*/ 11172617 w 12192000"/>
              <a:gd name="connsiteY151" fmla="*/ 76265 h 1157500"/>
              <a:gd name="connsiteX152" fmla="*/ 11240397 w 12192000"/>
              <a:gd name="connsiteY152" fmla="*/ 81830 h 1157500"/>
              <a:gd name="connsiteX153" fmla="*/ 11270034 w 12192000"/>
              <a:gd name="connsiteY153" fmla="*/ 91947 h 1157500"/>
              <a:gd name="connsiteX154" fmla="*/ 11293091 w 12192000"/>
              <a:gd name="connsiteY154" fmla="*/ 92042 h 1157500"/>
              <a:gd name="connsiteX155" fmla="*/ 11310949 w 12192000"/>
              <a:gd name="connsiteY155" fmla="*/ 97842 h 1157500"/>
              <a:gd name="connsiteX156" fmla="*/ 11345279 w 12192000"/>
              <a:gd name="connsiteY156" fmla="*/ 95451 h 1157500"/>
              <a:gd name="connsiteX157" fmla="*/ 11354597 w 12192000"/>
              <a:gd name="connsiteY157" fmla="*/ 97953 h 1157500"/>
              <a:gd name="connsiteX158" fmla="*/ 11367725 w 12192000"/>
              <a:gd name="connsiteY158" fmla="*/ 97999 h 1157500"/>
              <a:gd name="connsiteX159" fmla="*/ 11399832 w 12192000"/>
              <a:gd name="connsiteY159" fmla="*/ 110616 h 1157500"/>
              <a:gd name="connsiteX160" fmla="*/ 11487595 w 12192000"/>
              <a:gd name="connsiteY160" fmla="*/ 152322 h 1157500"/>
              <a:gd name="connsiteX161" fmla="*/ 11590850 w 12192000"/>
              <a:gd name="connsiteY161" fmla="*/ 238552 h 1157500"/>
              <a:gd name="connsiteX162" fmla="*/ 11736204 w 12192000"/>
              <a:gd name="connsiteY162" fmla="*/ 277509 h 1157500"/>
              <a:gd name="connsiteX163" fmla="*/ 11760331 w 12192000"/>
              <a:gd name="connsiteY163" fmla="*/ 291936 h 1157500"/>
              <a:gd name="connsiteX164" fmla="*/ 11819139 w 12192000"/>
              <a:gd name="connsiteY164" fmla="*/ 304143 h 1157500"/>
              <a:gd name="connsiteX165" fmla="*/ 11821967 w 12192000"/>
              <a:gd name="connsiteY165" fmla="*/ 305790 h 1157500"/>
              <a:gd name="connsiteX166" fmla="*/ 11847125 w 12192000"/>
              <a:gd name="connsiteY166" fmla="*/ 297401 h 1157500"/>
              <a:gd name="connsiteX167" fmla="*/ 11980134 w 12192000"/>
              <a:gd name="connsiteY167" fmla="*/ 321911 h 1157500"/>
              <a:gd name="connsiteX168" fmla="*/ 12174576 w 12192000"/>
              <a:gd name="connsiteY168" fmla="*/ 376108 h 1157500"/>
              <a:gd name="connsiteX169" fmla="*/ 12192000 w 12192000"/>
              <a:gd name="connsiteY169" fmla="*/ 379233 h 1157500"/>
              <a:gd name="connsiteX170" fmla="*/ 12192000 w 12192000"/>
              <a:gd name="connsiteY170" fmla="*/ 1157500 h 1157500"/>
              <a:gd name="connsiteX171" fmla="*/ 0 w 12192000"/>
              <a:gd name="connsiteY171" fmla="*/ 1157500 h 1157500"/>
              <a:gd name="connsiteX172" fmla="*/ 0 w 12192000"/>
              <a:gd name="connsiteY172" fmla="*/ 483545 h 1157500"/>
              <a:gd name="connsiteX173" fmla="*/ 5331 w 12192000"/>
              <a:gd name="connsiteY173" fmla="*/ 482797 h 1157500"/>
              <a:gd name="connsiteX174" fmla="*/ 39902 w 12192000"/>
              <a:gd name="connsiteY174" fmla="*/ 472284 h 1157500"/>
              <a:gd name="connsiteX175" fmla="*/ 117880 w 12192000"/>
              <a:gd name="connsiteY175" fmla="*/ 420956 h 1157500"/>
              <a:gd name="connsiteX176" fmla="*/ 238140 w 12192000"/>
              <a:gd name="connsiteY176" fmla="*/ 379297 h 1157500"/>
              <a:gd name="connsiteX177" fmla="*/ 249589 w 12192000"/>
              <a:gd name="connsiteY177" fmla="*/ 379517 h 1157500"/>
              <a:gd name="connsiteX178" fmla="*/ 296963 w 12192000"/>
              <a:gd name="connsiteY178" fmla="*/ 356102 h 1157500"/>
              <a:gd name="connsiteX179" fmla="*/ 339235 w 12192000"/>
              <a:gd name="connsiteY179" fmla="*/ 324425 h 1157500"/>
              <a:gd name="connsiteX180" fmla="*/ 447152 w 12192000"/>
              <a:gd name="connsiteY180" fmla="*/ 327423 h 1157500"/>
              <a:gd name="connsiteX181" fmla="*/ 475247 w 12192000"/>
              <a:gd name="connsiteY181" fmla="*/ 336714 h 1157500"/>
              <a:gd name="connsiteX182" fmla="*/ 477967 w 12192000"/>
              <a:gd name="connsiteY182" fmla="*/ 337960 h 1157500"/>
              <a:gd name="connsiteX183" fmla="*/ 703732 w 12192000"/>
              <a:gd name="connsiteY183" fmla="*/ 316599 h 1157500"/>
              <a:gd name="connsiteX184" fmla="*/ 853391 w 12192000"/>
              <a:gd name="connsiteY184" fmla="*/ 303591 h 1157500"/>
              <a:gd name="connsiteX185" fmla="*/ 925332 w 12192000"/>
              <a:gd name="connsiteY185" fmla="*/ 298686 h 1157500"/>
              <a:gd name="connsiteX186" fmla="*/ 941286 w 12192000"/>
              <a:gd name="connsiteY186" fmla="*/ 288932 h 1157500"/>
              <a:gd name="connsiteX187" fmla="*/ 950845 w 12192000"/>
              <a:gd name="connsiteY187" fmla="*/ 286595 h 1157500"/>
              <a:gd name="connsiteX188" fmla="*/ 953292 w 12192000"/>
              <a:gd name="connsiteY188" fmla="*/ 280892 h 1157500"/>
              <a:gd name="connsiteX189" fmla="*/ 967499 w 12192000"/>
              <a:gd name="connsiteY189" fmla="*/ 273760 h 1157500"/>
              <a:gd name="connsiteX190" fmla="*/ 1069267 w 12192000"/>
              <a:gd name="connsiteY190" fmla="*/ 262766 h 1157500"/>
              <a:gd name="connsiteX191" fmla="*/ 1138407 w 12192000"/>
              <a:gd name="connsiteY191" fmla="*/ 246567 h 1157500"/>
              <a:gd name="connsiteX192" fmla="*/ 1164931 w 12192000"/>
              <a:gd name="connsiteY192" fmla="*/ 238622 h 1157500"/>
              <a:gd name="connsiteX193" fmla="*/ 1211622 w 12192000"/>
              <a:gd name="connsiteY193" fmla="*/ 220676 h 1157500"/>
              <a:gd name="connsiteX194" fmla="*/ 1274567 w 12192000"/>
              <a:gd name="connsiteY194" fmla="*/ 203380 h 1157500"/>
              <a:gd name="connsiteX195" fmla="*/ 1325029 w 12192000"/>
              <a:gd name="connsiteY195" fmla="*/ 207937 h 1157500"/>
              <a:gd name="connsiteX196" fmla="*/ 1356805 w 12192000"/>
              <a:gd name="connsiteY196" fmla="*/ 203622 h 1157500"/>
              <a:gd name="connsiteX197" fmla="*/ 1468752 w 12192000"/>
              <a:gd name="connsiteY197" fmla="*/ 214604 h 1157500"/>
              <a:gd name="connsiteX198" fmla="*/ 1650750 w 12192000"/>
              <a:gd name="connsiteY198" fmla="*/ 165090 h 1157500"/>
              <a:gd name="connsiteX199" fmla="*/ 1655056 w 12192000"/>
              <a:gd name="connsiteY199" fmla="*/ 172106 h 1157500"/>
              <a:gd name="connsiteX200" fmla="*/ 1683220 w 12192000"/>
              <a:gd name="connsiteY200" fmla="*/ 169652 h 1157500"/>
              <a:gd name="connsiteX201" fmla="*/ 1685599 w 12192000"/>
              <a:gd name="connsiteY201" fmla="*/ 165388 h 1157500"/>
              <a:gd name="connsiteX202" fmla="*/ 1735783 w 12192000"/>
              <a:gd name="connsiteY202" fmla="*/ 177400 h 1157500"/>
              <a:gd name="connsiteX203" fmla="*/ 1797102 w 12192000"/>
              <a:gd name="connsiteY203" fmla="*/ 182289 h 1157500"/>
              <a:gd name="connsiteX204" fmla="*/ 1845638 w 12192000"/>
              <a:gd name="connsiteY204" fmla="*/ 163774 h 1157500"/>
              <a:gd name="connsiteX205" fmla="*/ 1848980 w 12192000"/>
              <a:gd name="connsiteY205" fmla="*/ 167516 h 1157500"/>
              <a:gd name="connsiteX206" fmla="*/ 1880587 w 12192000"/>
              <a:gd name="connsiteY206" fmla="*/ 165506 h 1157500"/>
              <a:gd name="connsiteX207" fmla="*/ 1995803 w 12192000"/>
              <a:gd name="connsiteY207" fmla="*/ 131847 h 1157500"/>
              <a:gd name="connsiteX208" fmla="*/ 2057448 w 12192000"/>
              <a:gd name="connsiteY208" fmla="*/ 128650 h 1157500"/>
              <a:gd name="connsiteX209" fmla="*/ 2119088 w 12192000"/>
              <a:gd name="connsiteY209" fmla="*/ 113508 h 1157500"/>
              <a:gd name="connsiteX210" fmla="*/ 2138831 w 12192000"/>
              <a:gd name="connsiteY210" fmla="*/ 116194 h 1157500"/>
              <a:gd name="connsiteX211" fmla="*/ 2214259 w 12192000"/>
              <a:gd name="connsiteY211" fmla="*/ 110542 h 1157500"/>
              <a:gd name="connsiteX212" fmla="*/ 2264911 w 12192000"/>
              <a:gd name="connsiteY212" fmla="*/ 101639 h 1157500"/>
              <a:gd name="connsiteX213" fmla="*/ 2454058 w 12192000"/>
              <a:gd name="connsiteY213" fmla="*/ 67266 h 1157500"/>
              <a:gd name="connsiteX214" fmla="*/ 2534188 w 12192000"/>
              <a:gd name="connsiteY214" fmla="*/ 63730 h 1157500"/>
              <a:gd name="connsiteX215" fmla="*/ 2616912 w 12192000"/>
              <a:gd name="connsiteY215" fmla="*/ 44757 h 1157500"/>
              <a:gd name="connsiteX216" fmla="*/ 2698592 w 12192000"/>
              <a:gd name="connsiteY216" fmla="*/ 35873 h 1157500"/>
              <a:gd name="connsiteX217" fmla="*/ 2891953 w 12192000"/>
              <a:gd name="connsiteY21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307239 w 12192000"/>
              <a:gd name="connsiteY97" fmla="*/ 94591 h 1157500"/>
              <a:gd name="connsiteX98" fmla="*/ 8339282 w 12192000"/>
              <a:gd name="connsiteY98" fmla="*/ 108942 h 1157500"/>
              <a:gd name="connsiteX99" fmla="*/ 8346156 w 12192000"/>
              <a:gd name="connsiteY99" fmla="*/ 111227 h 1157500"/>
              <a:gd name="connsiteX100" fmla="*/ 8346467 w 12192000"/>
              <a:gd name="connsiteY100" fmla="*/ 111024 h 1157500"/>
              <a:gd name="connsiteX101" fmla="*/ 8354069 w 12192000"/>
              <a:gd name="connsiteY101" fmla="*/ 112942 h 1157500"/>
              <a:gd name="connsiteX102" fmla="*/ 8358687 w 12192000"/>
              <a:gd name="connsiteY102" fmla="*/ 115393 h 1157500"/>
              <a:gd name="connsiteX103" fmla="*/ 8433385 w 12192000"/>
              <a:gd name="connsiteY103" fmla="*/ 99669 h 1157500"/>
              <a:gd name="connsiteX104" fmla="*/ 8533779 w 12192000"/>
              <a:gd name="connsiteY104" fmla="*/ 98374 h 1157500"/>
              <a:gd name="connsiteX105" fmla="*/ 8632833 w 12192000"/>
              <a:gd name="connsiteY105" fmla="*/ 100532 h 1157500"/>
              <a:gd name="connsiteX106" fmla="*/ 8668523 w 12192000"/>
              <a:gd name="connsiteY106" fmla="*/ 102979 h 1157500"/>
              <a:gd name="connsiteX107" fmla="*/ 8732893 w 12192000"/>
              <a:gd name="connsiteY107" fmla="*/ 99991 h 1157500"/>
              <a:gd name="connsiteX108" fmla="*/ 8764071 w 12192000"/>
              <a:gd name="connsiteY108" fmla="*/ 94587 h 1157500"/>
              <a:gd name="connsiteX109" fmla="*/ 8767004 w 12192000"/>
              <a:gd name="connsiteY109" fmla="*/ 91519 h 1157500"/>
              <a:gd name="connsiteX110" fmla="*/ 8772553 w 12192000"/>
              <a:gd name="connsiteY110" fmla="*/ 90314 h 1157500"/>
              <a:gd name="connsiteX111" fmla="*/ 8787201 w 12192000"/>
              <a:gd name="connsiteY111" fmla="*/ 92033 h 1157500"/>
              <a:gd name="connsiteX112" fmla="*/ 8792624 w 12192000"/>
              <a:gd name="connsiteY112" fmla="*/ 93503 h 1157500"/>
              <a:gd name="connsiteX113" fmla="*/ 8800741 w 12192000"/>
              <a:gd name="connsiteY113" fmla="*/ 93897 h 1157500"/>
              <a:gd name="connsiteX114" fmla="*/ 8800966 w 12192000"/>
              <a:gd name="connsiteY114" fmla="*/ 93645 h 1157500"/>
              <a:gd name="connsiteX115" fmla="*/ 8808513 w 12192000"/>
              <a:gd name="connsiteY115" fmla="*/ 94530 h 1157500"/>
              <a:gd name="connsiteX116" fmla="*/ 8845110 w 12192000"/>
              <a:gd name="connsiteY116" fmla="*/ 102179 h 1157500"/>
              <a:gd name="connsiteX117" fmla="*/ 8917529 w 12192000"/>
              <a:gd name="connsiteY117" fmla="*/ 76373 h 1157500"/>
              <a:gd name="connsiteX118" fmla="*/ 9026654 w 12192000"/>
              <a:gd name="connsiteY118" fmla="*/ 93420 h 1157500"/>
              <a:gd name="connsiteX119" fmla="*/ 9088505 w 12192000"/>
              <a:gd name="connsiteY119" fmla="*/ 113002 h 1157500"/>
              <a:gd name="connsiteX120" fmla="*/ 9203241 w 12192000"/>
              <a:gd name="connsiteY120" fmla="*/ 111713 h 1157500"/>
              <a:gd name="connsiteX121" fmla="*/ 9415584 w 12192000"/>
              <a:gd name="connsiteY121" fmla="*/ 157156 h 1157500"/>
              <a:gd name="connsiteX122" fmla="*/ 9505102 w 12192000"/>
              <a:gd name="connsiteY122" fmla="*/ 141042 h 1157500"/>
              <a:gd name="connsiteX123" fmla="*/ 9643040 w 12192000"/>
              <a:gd name="connsiteY123" fmla="*/ 158233 h 1157500"/>
              <a:gd name="connsiteX124" fmla="*/ 9762999 w 12192000"/>
              <a:gd name="connsiteY124" fmla="*/ 162623 h 1157500"/>
              <a:gd name="connsiteX125" fmla="*/ 9776183 w 12192000"/>
              <a:gd name="connsiteY125" fmla="*/ 162191 h 1157500"/>
              <a:gd name="connsiteX126" fmla="*/ 9780532 w 12192000"/>
              <a:gd name="connsiteY126" fmla="*/ 155823 h 1157500"/>
              <a:gd name="connsiteX127" fmla="*/ 9910588 w 12192000"/>
              <a:gd name="connsiteY127" fmla="*/ 154327 h 1157500"/>
              <a:gd name="connsiteX128" fmla="*/ 9924173 w 12192000"/>
              <a:gd name="connsiteY128" fmla="*/ 158591 h 1157500"/>
              <a:gd name="connsiteX129" fmla="*/ 10010969 w 12192000"/>
              <a:gd name="connsiteY129" fmla="*/ 155802 h 1157500"/>
              <a:gd name="connsiteX130" fmla="*/ 10070699 w 12192000"/>
              <a:gd name="connsiteY130" fmla="*/ 157854 h 1157500"/>
              <a:gd name="connsiteX131" fmla="*/ 10155104 w 12192000"/>
              <a:gd name="connsiteY131" fmla="*/ 151613 h 1157500"/>
              <a:gd name="connsiteX132" fmla="*/ 10250982 w 12192000"/>
              <a:gd name="connsiteY132" fmla="*/ 128642 h 1157500"/>
              <a:gd name="connsiteX133" fmla="*/ 10343301 w 12192000"/>
              <a:gd name="connsiteY133" fmla="*/ 90884 h 1157500"/>
              <a:gd name="connsiteX134" fmla="*/ 10366625 w 12192000"/>
              <a:gd name="connsiteY134" fmla="*/ 79428 h 1157500"/>
              <a:gd name="connsiteX135" fmla="*/ 10433505 w 12192000"/>
              <a:gd name="connsiteY135" fmla="*/ 65000 h 1157500"/>
              <a:gd name="connsiteX136" fmla="*/ 10547510 w 12192000"/>
              <a:gd name="connsiteY136" fmla="*/ 47246 h 1157500"/>
              <a:gd name="connsiteX137" fmla="*/ 10588150 w 12192000"/>
              <a:gd name="connsiteY137" fmla="*/ 32287 h 1157500"/>
              <a:gd name="connsiteX138" fmla="*/ 10589457 w 12192000"/>
              <a:gd name="connsiteY138" fmla="*/ 25296 h 1157500"/>
              <a:gd name="connsiteX139" fmla="*/ 10699976 w 12192000"/>
              <a:gd name="connsiteY139" fmla="*/ 43345 h 1157500"/>
              <a:gd name="connsiteX140" fmla="*/ 10812237 w 12192000"/>
              <a:gd name="connsiteY140" fmla="*/ 46327 h 1157500"/>
              <a:gd name="connsiteX141" fmla="*/ 10869837 w 12192000"/>
              <a:gd name="connsiteY141" fmla="*/ 65795 h 1157500"/>
              <a:gd name="connsiteX142" fmla="*/ 10881770 w 12192000"/>
              <a:gd name="connsiteY142" fmla="*/ 73672 h 1157500"/>
              <a:gd name="connsiteX143" fmla="*/ 10896899 w 12192000"/>
              <a:gd name="connsiteY143" fmla="*/ 70731 h 1157500"/>
              <a:gd name="connsiteX144" fmla="*/ 10901748 w 12192000"/>
              <a:gd name="connsiteY144" fmla="*/ 66352 h 1157500"/>
              <a:gd name="connsiteX145" fmla="*/ 10947419 w 12192000"/>
              <a:gd name="connsiteY145" fmla="*/ 83316 h 1157500"/>
              <a:gd name="connsiteX146" fmla="*/ 10953034 w 12192000"/>
              <a:gd name="connsiteY146" fmla="*/ 84438 h 1157500"/>
              <a:gd name="connsiteX147" fmla="*/ 10992070 w 12192000"/>
              <a:gd name="connsiteY147" fmla="*/ 88841 h 1157500"/>
              <a:gd name="connsiteX148" fmla="*/ 11112372 w 12192000"/>
              <a:gd name="connsiteY148" fmla="*/ 82247 h 1157500"/>
              <a:gd name="connsiteX149" fmla="*/ 11147719 w 12192000"/>
              <a:gd name="connsiteY149" fmla="*/ 80560 h 1157500"/>
              <a:gd name="connsiteX150" fmla="*/ 11172617 w 12192000"/>
              <a:gd name="connsiteY150" fmla="*/ 76265 h 1157500"/>
              <a:gd name="connsiteX151" fmla="*/ 11240397 w 12192000"/>
              <a:gd name="connsiteY151" fmla="*/ 81830 h 1157500"/>
              <a:gd name="connsiteX152" fmla="*/ 11270034 w 12192000"/>
              <a:gd name="connsiteY152" fmla="*/ 91947 h 1157500"/>
              <a:gd name="connsiteX153" fmla="*/ 11293091 w 12192000"/>
              <a:gd name="connsiteY153" fmla="*/ 92042 h 1157500"/>
              <a:gd name="connsiteX154" fmla="*/ 11310949 w 12192000"/>
              <a:gd name="connsiteY154" fmla="*/ 97842 h 1157500"/>
              <a:gd name="connsiteX155" fmla="*/ 11345279 w 12192000"/>
              <a:gd name="connsiteY155" fmla="*/ 95451 h 1157500"/>
              <a:gd name="connsiteX156" fmla="*/ 11354597 w 12192000"/>
              <a:gd name="connsiteY156" fmla="*/ 97953 h 1157500"/>
              <a:gd name="connsiteX157" fmla="*/ 11367725 w 12192000"/>
              <a:gd name="connsiteY157" fmla="*/ 97999 h 1157500"/>
              <a:gd name="connsiteX158" fmla="*/ 11399832 w 12192000"/>
              <a:gd name="connsiteY158" fmla="*/ 110616 h 1157500"/>
              <a:gd name="connsiteX159" fmla="*/ 11487595 w 12192000"/>
              <a:gd name="connsiteY159" fmla="*/ 152322 h 1157500"/>
              <a:gd name="connsiteX160" fmla="*/ 11590850 w 12192000"/>
              <a:gd name="connsiteY160" fmla="*/ 238552 h 1157500"/>
              <a:gd name="connsiteX161" fmla="*/ 11736204 w 12192000"/>
              <a:gd name="connsiteY161" fmla="*/ 277509 h 1157500"/>
              <a:gd name="connsiteX162" fmla="*/ 11760331 w 12192000"/>
              <a:gd name="connsiteY162" fmla="*/ 291936 h 1157500"/>
              <a:gd name="connsiteX163" fmla="*/ 11819139 w 12192000"/>
              <a:gd name="connsiteY163" fmla="*/ 304143 h 1157500"/>
              <a:gd name="connsiteX164" fmla="*/ 11821967 w 12192000"/>
              <a:gd name="connsiteY164" fmla="*/ 305790 h 1157500"/>
              <a:gd name="connsiteX165" fmla="*/ 11847125 w 12192000"/>
              <a:gd name="connsiteY165" fmla="*/ 297401 h 1157500"/>
              <a:gd name="connsiteX166" fmla="*/ 11980134 w 12192000"/>
              <a:gd name="connsiteY166" fmla="*/ 321911 h 1157500"/>
              <a:gd name="connsiteX167" fmla="*/ 12174576 w 12192000"/>
              <a:gd name="connsiteY167" fmla="*/ 376108 h 1157500"/>
              <a:gd name="connsiteX168" fmla="*/ 12192000 w 12192000"/>
              <a:gd name="connsiteY168" fmla="*/ 379233 h 1157500"/>
              <a:gd name="connsiteX169" fmla="*/ 12192000 w 12192000"/>
              <a:gd name="connsiteY169" fmla="*/ 1157500 h 1157500"/>
              <a:gd name="connsiteX170" fmla="*/ 0 w 12192000"/>
              <a:gd name="connsiteY170" fmla="*/ 1157500 h 1157500"/>
              <a:gd name="connsiteX171" fmla="*/ 0 w 12192000"/>
              <a:gd name="connsiteY171" fmla="*/ 483545 h 1157500"/>
              <a:gd name="connsiteX172" fmla="*/ 5331 w 12192000"/>
              <a:gd name="connsiteY172" fmla="*/ 482797 h 1157500"/>
              <a:gd name="connsiteX173" fmla="*/ 39902 w 12192000"/>
              <a:gd name="connsiteY173" fmla="*/ 472284 h 1157500"/>
              <a:gd name="connsiteX174" fmla="*/ 117880 w 12192000"/>
              <a:gd name="connsiteY174" fmla="*/ 420956 h 1157500"/>
              <a:gd name="connsiteX175" fmla="*/ 238140 w 12192000"/>
              <a:gd name="connsiteY175" fmla="*/ 379297 h 1157500"/>
              <a:gd name="connsiteX176" fmla="*/ 249589 w 12192000"/>
              <a:gd name="connsiteY176" fmla="*/ 379517 h 1157500"/>
              <a:gd name="connsiteX177" fmla="*/ 296963 w 12192000"/>
              <a:gd name="connsiteY177" fmla="*/ 356102 h 1157500"/>
              <a:gd name="connsiteX178" fmla="*/ 339235 w 12192000"/>
              <a:gd name="connsiteY178" fmla="*/ 324425 h 1157500"/>
              <a:gd name="connsiteX179" fmla="*/ 447152 w 12192000"/>
              <a:gd name="connsiteY179" fmla="*/ 327423 h 1157500"/>
              <a:gd name="connsiteX180" fmla="*/ 475247 w 12192000"/>
              <a:gd name="connsiteY180" fmla="*/ 336714 h 1157500"/>
              <a:gd name="connsiteX181" fmla="*/ 477967 w 12192000"/>
              <a:gd name="connsiteY181" fmla="*/ 337960 h 1157500"/>
              <a:gd name="connsiteX182" fmla="*/ 703732 w 12192000"/>
              <a:gd name="connsiteY182" fmla="*/ 316599 h 1157500"/>
              <a:gd name="connsiteX183" fmla="*/ 853391 w 12192000"/>
              <a:gd name="connsiteY183" fmla="*/ 303591 h 1157500"/>
              <a:gd name="connsiteX184" fmla="*/ 925332 w 12192000"/>
              <a:gd name="connsiteY184" fmla="*/ 298686 h 1157500"/>
              <a:gd name="connsiteX185" fmla="*/ 941286 w 12192000"/>
              <a:gd name="connsiteY185" fmla="*/ 288932 h 1157500"/>
              <a:gd name="connsiteX186" fmla="*/ 950845 w 12192000"/>
              <a:gd name="connsiteY186" fmla="*/ 286595 h 1157500"/>
              <a:gd name="connsiteX187" fmla="*/ 953292 w 12192000"/>
              <a:gd name="connsiteY187" fmla="*/ 280892 h 1157500"/>
              <a:gd name="connsiteX188" fmla="*/ 967499 w 12192000"/>
              <a:gd name="connsiteY188" fmla="*/ 273760 h 1157500"/>
              <a:gd name="connsiteX189" fmla="*/ 1069267 w 12192000"/>
              <a:gd name="connsiteY189" fmla="*/ 262766 h 1157500"/>
              <a:gd name="connsiteX190" fmla="*/ 1138407 w 12192000"/>
              <a:gd name="connsiteY190" fmla="*/ 246567 h 1157500"/>
              <a:gd name="connsiteX191" fmla="*/ 1164931 w 12192000"/>
              <a:gd name="connsiteY191" fmla="*/ 238622 h 1157500"/>
              <a:gd name="connsiteX192" fmla="*/ 1211622 w 12192000"/>
              <a:gd name="connsiteY192" fmla="*/ 220676 h 1157500"/>
              <a:gd name="connsiteX193" fmla="*/ 1274567 w 12192000"/>
              <a:gd name="connsiteY193" fmla="*/ 203380 h 1157500"/>
              <a:gd name="connsiteX194" fmla="*/ 1325029 w 12192000"/>
              <a:gd name="connsiteY194" fmla="*/ 207937 h 1157500"/>
              <a:gd name="connsiteX195" fmla="*/ 1356805 w 12192000"/>
              <a:gd name="connsiteY195" fmla="*/ 203622 h 1157500"/>
              <a:gd name="connsiteX196" fmla="*/ 1468752 w 12192000"/>
              <a:gd name="connsiteY196" fmla="*/ 214604 h 1157500"/>
              <a:gd name="connsiteX197" fmla="*/ 1650750 w 12192000"/>
              <a:gd name="connsiteY197" fmla="*/ 165090 h 1157500"/>
              <a:gd name="connsiteX198" fmla="*/ 1655056 w 12192000"/>
              <a:gd name="connsiteY198" fmla="*/ 172106 h 1157500"/>
              <a:gd name="connsiteX199" fmla="*/ 1683220 w 12192000"/>
              <a:gd name="connsiteY199" fmla="*/ 169652 h 1157500"/>
              <a:gd name="connsiteX200" fmla="*/ 1685599 w 12192000"/>
              <a:gd name="connsiteY200" fmla="*/ 165388 h 1157500"/>
              <a:gd name="connsiteX201" fmla="*/ 1735783 w 12192000"/>
              <a:gd name="connsiteY201" fmla="*/ 177400 h 1157500"/>
              <a:gd name="connsiteX202" fmla="*/ 1797102 w 12192000"/>
              <a:gd name="connsiteY202" fmla="*/ 182289 h 1157500"/>
              <a:gd name="connsiteX203" fmla="*/ 1845638 w 12192000"/>
              <a:gd name="connsiteY203" fmla="*/ 163774 h 1157500"/>
              <a:gd name="connsiteX204" fmla="*/ 1848980 w 12192000"/>
              <a:gd name="connsiteY204" fmla="*/ 167516 h 1157500"/>
              <a:gd name="connsiteX205" fmla="*/ 1880587 w 12192000"/>
              <a:gd name="connsiteY205" fmla="*/ 165506 h 1157500"/>
              <a:gd name="connsiteX206" fmla="*/ 1995803 w 12192000"/>
              <a:gd name="connsiteY206" fmla="*/ 131847 h 1157500"/>
              <a:gd name="connsiteX207" fmla="*/ 2057448 w 12192000"/>
              <a:gd name="connsiteY207" fmla="*/ 128650 h 1157500"/>
              <a:gd name="connsiteX208" fmla="*/ 2119088 w 12192000"/>
              <a:gd name="connsiteY208" fmla="*/ 113508 h 1157500"/>
              <a:gd name="connsiteX209" fmla="*/ 2138831 w 12192000"/>
              <a:gd name="connsiteY209" fmla="*/ 116194 h 1157500"/>
              <a:gd name="connsiteX210" fmla="*/ 2214259 w 12192000"/>
              <a:gd name="connsiteY210" fmla="*/ 110542 h 1157500"/>
              <a:gd name="connsiteX211" fmla="*/ 2264911 w 12192000"/>
              <a:gd name="connsiteY211" fmla="*/ 101639 h 1157500"/>
              <a:gd name="connsiteX212" fmla="*/ 2454058 w 12192000"/>
              <a:gd name="connsiteY212" fmla="*/ 67266 h 1157500"/>
              <a:gd name="connsiteX213" fmla="*/ 2534188 w 12192000"/>
              <a:gd name="connsiteY213" fmla="*/ 63730 h 1157500"/>
              <a:gd name="connsiteX214" fmla="*/ 2616912 w 12192000"/>
              <a:gd name="connsiteY214" fmla="*/ 44757 h 1157500"/>
              <a:gd name="connsiteX215" fmla="*/ 2698592 w 12192000"/>
              <a:gd name="connsiteY215" fmla="*/ 35873 h 1157500"/>
              <a:gd name="connsiteX216" fmla="*/ 2891953 w 12192000"/>
              <a:gd name="connsiteY21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94439 w 12192000"/>
              <a:gd name="connsiteY68" fmla="*/ 177642 h 1157500"/>
              <a:gd name="connsiteX69" fmla="*/ 6900419 w 12192000"/>
              <a:gd name="connsiteY69" fmla="*/ 178910 h 1157500"/>
              <a:gd name="connsiteX70" fmla="*/ 6963220 w 12192000"/>
              <a:gd name="connsiteY70" fmla="*/ 167304 h 1157500"/>
              <a:gd name="connsiteX71" fmla="*/ 6976706 w 12192000"/>
              <a:gd name="connsiteY71" fmla="*/ 170894 h 1157500"/>
              <a:gd name="connsiteX72" fmla="*/ 6987064 w 12192000"/>
              <a:gd name="connsiteY72" fmla="*/ 160402 h 1157500"/>
              <a:gd name="connsiteX73" fmla="*/ 7030230 w 12192000"/>
              <a:gd name="connsiteY73" fmla="*/ 159715 h 1157500"/>
              <a:gd name="connsiteX74" fmla="*/ 7045014 w 12192000"/>
              <a:gd name="connsiteY74" fmla="*/ 169101 h 1157500"/>
              <a:gd name="connsiteX75" fmla="*/ 7058714 w 12192000"/>
              <a:gd name="connsiteY75" fmla="*/ 175992 h 1157500"/>
              <a:gd name="connsiteX76" fmla="*/ 7060499 w 12192000"/>
              <a:gd name="connsiteY76" fmla="*/ 176063 h 1157500"/>
              <a:gd name="connsiteX77" fmla="*/ 7078430 w 12192000"/>
              <a:gd name="connsiteY77" fmla="*/ 176793 h 1157500"/>
              <a:gd name="connsiteX78" fmla="*/ 7176563 w 12192000"/>
              <a:gd name="connsiteY78" fmla="*/ 173244 h 1157500"/>
              <a:gd name="connsiteX79" fmla="*/ 7205529 w 12192000"/>
              <a:gd name="connsiteY79" fmla="*/ 181011 h 1157500"/>
              <a:gd name="connsiteX80" fmla="*/ 7310118 w 12192000"/>
              <a:gd name="connsiteY80" fmla="*/ 162605 h 1157500"/>
              <a:gd name="connsiteX81" fmla="*/ 7673859 w 12192000"/>
              <a:gd name="connsiteY81" fmla="*/ 150336 h 1157500"/>
              <a:gd name="connsiteX82" fmla="*/ 7692748 w 12192000"/>
              <a:gd name="connsiteY82" fmla="*/ 161537 h 1157500"/>
              <a:gd name="connsiteX83" fmla="*/ 7756672 w 12192000"/>
              <a:gd name="connsiteY83" fmla="*/ 157372 h 1157500"/>
              <a:gd name="connsiteX84" fmla="*/ 7974189 w 12192000"/>
              <a:gd name="connsiteY84" fmla="*/ 154819 h 1157500"/>
              <a:gd name="connsiteX85" fmla="*/ 8101969 w 12192000"/>
              <a:gd name="connsiteY85" fmla="*/ 144495 h 1157500"/>
              <a:gd name="connsiteX86" fmla="*/ 8106826 w 12192000"/>
              <a:gd name="connsiteY86" fmla="*/ 139853 h 1157500"/>
              <a:gd name="connsiteX87" fmla="*/ 8162058 w 12192000"/>
              <a:gd name="connsiteY87" fmla="*/ 96704 h 1157500"/>
              <a:gd name="connsiteX88" fmla="*/ 8184568 w 12192000"/>
              <a:gd name="connsiteY88" fmla="*/ 93990 h 1157500"/>
              <a:gd name="connsiteX89" fmla="*/ 8228227 w 12192000"/>
              <a:gd name="connsiteY89" fmla="*/ 105972 h 1157500"/>
              <a:gd name="connsiteX90" fmla="*/ 8237963 w 12192000"/>
              <a:gd name="connsiteY90" fmla="*/ 106996 h 1157500"/>
              <a:gd name="connsiteX91" fmla="*/ 8248358 w 12192000"/>
              <a:gd name="connsiteY91" fmla="*/ 106062 h 1157500"/>
              <a:gd name="connsiteX92" fmla="*/ 8249309 w 12192000"/>
              <a:gd name="connsiteY92" fmla="*/ 106698 h 1157500"/>
              <a:gd name="connsiteX93" fmla="*/ 8249997 w 12192000"/>
              <a:gd name="connsiteY93" fmla="*/ 105915 h 1157500"/>
              <a:gd name="connsiteX94" fmla="*/ 8272162 w 12192000"/>
              <a:gd name="connsiteY94" fmla="*/ 103924 h 1157500"/>
              <a:gd name="connsiteX95" fmla="*/ 8292349 w 12192000"/>
              <a:gd name="connsiteY95" fmla="*/ 97480 h 1157500"/>
              <a:gd name="connsiteX96" fmla="*/ 8307239 w 12192000"/>
              <a:gd name="connsiteY96" fmla="*/ 94591 h 1157500"/>
              <a:gd name="connsiteX97" fmla="*/ 8339282 w 12192000"/>
              <a:gd name="connsiteY97" fmla="*/ 108942 h 1157500"/>
              <a:gd name="connsiteX98" fmla="*/ 8346156 w 12192000"/>
              <a:gd name="connsiteY98" fmla="*/ 111227 h 1157500"/>
              <a:gd name="connsiteX99" fmla="*/ 8346467 w 12192000"/>
              <a:gd name="connsiteY99" fmla="*/ 111024 h 1157500"/>
              <a:gd name="connsiteX100" fmla="*/ 8354069 w 12192000"/>
              <a:gd name="connsiteY100" fmla="*/ 112942 h 1157500"/>
              <a:gd name="connsiteX101" fmla="*/ 8358687 w 12192000"/>
              <a:gd name="connsiteY101" fmla="*/ 115393 h 1157500"/>
              <a:gd name="connsiteX102" fmla="*/ 8433385 w 12192000"/>
              <a:gd name="connsiteY102" fmla="*/ 99669 h 1157500"/>
              <a:gd name="connsiteX103" fmla="*/ 8533779 w 12192000"/>
              <a:gd name="connsiteY103" fmla="*/ 98374 h 1157500"/>
              <a:gd name="connsiteX104" fmla="*/ 8632833 w 12192000"/>
              <a:gd name="connsiteY104" fmla="*/ 100532 h 1157500"/>
              <a:gd name="connsiteX105" fmla="*/ 8668523 w 12192000"/>
              <a:gd name="connsiteY105" fmla="*/ 102979 h 1157500"/>
              <a:gd name="connsiteX106" fmla="*/ 8732893 w 12192000"/>
              <a:gd name="connsiteY106" fmla="*/ 99991 h 1157500"/>
              <a:gd name="connsiteX107" fmla="*/ 8764071 w 12192000"/>
              <a:gd name="connsiteY107" fmla="*/ 94587 h 1157500"/>
              <a:gd name="connsiteX108" fmla="*/ 8767004 w 12192000"/>
              <a:gd name="connsiteY108" fmla="*/ 91519 h 1157500"/>
              <a:gd name="connsiteX109" fmla="*/ 8772553 w 12192000"/>
              <a:gd name="connsiteY109" fmla="*/ 90314 h 1157500"/>
              <a:gd name="connsiteX110" fmla="*/ 8787201 w 12192000"/>
              <a:gd name="connsiteY110" fmla="*/ 92033 h 1157500"/>
              <a:gd name="connsiteX111" fmla="*/ 8792624 w 12192000"/>
              <a:gd name="connsiteY111" fmla="*/ 93503 h 1157500"/>
              <a:gd name="connsiteX112" fmla="*/ 8800741 w 12192000"/>
              <a:gd name="connsiteY112" fmla="*/ 93897 h 1157500"/>
              <a:gd name="connsiteX113" fmla="*/ 8800966 w 12192000"/>
              <a:gd name="connsiteY113" fmla="*/ 93645 h 1157500"/>
              <a:gd name="connsiteX114" fmla="*/ 8808513 w 12192000"/>
              <a:gd name="connsiteY114" fmla="*/ 94530 h 1157500"/>
              <a:gd name="connsiteX115" fmla="*/ 8845110 w 12192000"/>
              <a:gd name="connsiteY115" fmla="*/ 102179 h 1157500"/>
              <a:gd name="connsiteX116" fmla="*/ 8917529 w 12192000"/>
              <a:gd name="connsiteY116" fmla="*/ 76373 h 1157500"/>
              <a:gd name="connsiteX117" fmla="*/ 9026654 w 12192000"/>
              <a:gd name="connsiteY117" fmla="*/ 93420 h 1157500"/>
              <a:gd name="connsiteX118" fmla="*/ 9088505 w 12192000"/>
              <a:gd name="connsiteY118" fmla="*/ 113002 h 1157500"/>
              <a:gd name="connsiteX119" fmla="*/ 9203241 w 12192000"/>
              <a:gd name="connsiteY119" fmla="*/ 111713 h 1157500"/>
              <a:gd name="connsiteX120" fmla="*/ 9415584 w 12192000"/>
              <a:gd name="connsiteY120" fmla="*/ 157156 h 1157500"/>
              <a:gd name="connsiteX121" fmla="*/ 9505102 w 12192000"/>
              <a:gd name="connsiteY121" fmla="*/ 141042 h 1157500"/>
              <a:gd name="connsiteX122" fmla="*/ 9643040 w 12192000"/>
              <a:gd name="connsiteY122" fmla="*/ 158233 h 1157500"/>
              <a:gd name="connsiteX123" fmla="*/ 9762999 w 12192000"/>
              <a:gd name="connsiteY123" fmla="*/ 162623 h 1157500"/>
              <a:gd name="connsiteX124" fmla="*/ 9776183 w 12192000"/>
              <a:gd name="connsiteY124" fmla="*/ 162191 h 1157500"/>
              <a:gd name="connsiteX125" fmla="*/ 9780532 w 12192000"/>
              <a:gd name="connsiteY125" fmla="*/ 155823 h 1157500"/>
              <a:gd name="connsiteX126" fmla="*/ 9910588 w 12192000"/>
              <a:gd name="connsiteY126" fmla="*/ 154327 h 1157500"/>
              <a:gd name="connsiteX127" fmla="*/ 9924173 w 12192000"/>
              <a:gd name="connsiteY127" fmla="*/ 158591 h 1157500"/>
              <a:gd name="connsiteX128" fmla="*/ 10010969 w 12192000"/>
              <a:gd name="connsiteY128" fmla="*/ 155802 h 1157500"/>
              <a:gd name="connsiteX129" fmla="*/ 10070699 w 12192000"/>
              <a:gd name="connsiteY129" fmla="*/ 157854 h 1157500"/>
              <a:gd name="connsiteX130" fmla="*/ 10155104 w 12192000"/>
              <a:gd name="connsiteY130" fmla="*/ 151613 h 1157500"/>
              <a:gd name="connsiteX131" fmla="*/ 10250982 w 12192000"/>
              <a:gd name="connsiteY131" fmla="*/ 128642 h 1157500"/>
              <a:gd name="connsiteX132" fmla="*/ 10343301 w 12192000"/>
              <a:gd name="connsiteY132" fmla="*/ 90884 h 1157500"/>
              <a:gd name="connsiteX133" fmla="*/ 10366625 w 12192000"/>
              <a:gd name="connsiteY133" fmla="*/ 79428 h 1157500"/>
              <a:gd name="connsiteX134" fmla="*/ 10433505 w 12192000"/>
              <a:gd name="connsiteY134" fmla="*/ 65000 h 1157500"/>
              <a:gd name="connsiteX135" fmla="*/ 10547510 w 12192000"/>
              <a:gd name="connsiteY135" fmla="*/ 47246 h 1157500"/>
              <a:gd name="connsiteX136" fmla="*/ 10588150 w 12192000"/>
              <a:gd name="connsiteY136" fmla="*/ 32287 h 1157500"/>
              <a:gd name="connsiteX137" fmla="*/ 10589457 w 12192000"/>
              <a:gd name="connsiteY137" fmla="*/ 25296 h 1157500"/>
              <a:gd name="connsiteX138" fmla="*/ 10699976 w 12192000"/>
              <a:gd name="connsiteY138" fmla="*/ 43345 h 1157500"/>
              <a:gd name="connsiteX139" fmla="*/ 10812237 w 12192000"/>
              <a:gd name="connsiteY139" fmla="*/ 46327 h 1157500"/>
              <a:gd name="connsiteX140" fmla="*/ 10869837 w 12192000"/>
              <a:gd name="connsiteY140" fmla="*/ 65795 h 1157500"/>
              <a:gd name="connsiteX141" fmla="*/ 10881770 w 12192000"/>
              <a:gd name="connsiteY141" fmla="*/ 73672 h 1157500"/>
              <a:gd name="connsiteX142" fmla="*/ 10896899 w 12192000"/>
              <a:gd name="connsiteY142" fmla="*/ 70731 h 1157500"/>
              <a:gd name="connsiteX143" fmla="*/ 10901748 w 12192000"/>
              <a:gd name="connsiteY143" fmla="*/ 66352 h 1157500"/>
              <a:gd name="connsiteX144" fmla="*/ 10947419 w 12192000"/>
              <a:gd name="connsiteY144" fmla="*/ 83316 h 1157500"/>
              <a:gd name="connsiteX145" fmla="*/ 10953034 w 12192000"/>
              <a:gd name="connsiteY145" fmla="*/ 84438 h 1157500"/>
              <a:gd name="connsiteX146" fmla="*/ 10992070 w 12192000"/>
              <a:gd name="connsiteY146" fmla="*/ 88841 h 1157500"/>
              <a:gd name="connsiteX147" fmla="*/ 11112372 w 12192000"/>
              <a:gd name="connsiteY147" fmla="*/ 82247 h 1157500"/>
              <a:gd name="connsiteX148" fmla="*/ 11147719 w 12192000"/>
              <a:gd name="connsiteY148" fmla="*/ 80560 h 1157500"/>
              <a:gd name="connsiteX149" fmla="*/ 11172617 w 12192000"/>
              <a:gd name="connsiteY149" fmla="*/ 76265 h 1157500"/>
              <a:gd name="connsiteX150" fmla="*/ 11240397 w 12192000"/>
              <a:gd name="connsiteY150" fmla="*/ 81830 h 1157500"/>
              <a:gd name="connsiteX151" fmla="*/ 11270034 w 12192000"/>
              <a:gd name="connsiteY151" fmla="*/ 91947 h 1157500"/>
              <a:gd name="connsiteX152" fmla="*/ 11293091 w 12192000"/>
              <a:gd name="connsiteY152" fmla="*/ 92042 h 1157500"/>
              <a:gd name="connsiteX153" fmla="*/ 11310949 w 12192000"/>
              <a:gd name="connsiteY153" fmla="*/ 97842 h 1157500"/>
              <a:gd name="connsiteX154" fmla="*/ 11345279 w 12192000"/>
              <a:gd name="connsiteY154" fmla="*/ 95451 h 1157500"/>
              <a:gd name="connsiteX155" fmla="*/ 11354597 w 12192000"/>
              <a:gd name="connsiteY155" fmla="*/ 97953 h 1157500"/>
              <a:gd name="connsiteX156" fmla="*/ 11367725 w 12192000"/>
              <a:gd name="connsiteY156" fmla="*/ 97999 h 1157500"/>
              <a:gd name="connsiteX157" fmla="*/ 11399832 w 12192000"/>
              <a:gd name="connsiteY157" fmla="*/ 110616 h 1157500"/>
              <a:gd name="connsiteX158" fmla="*/ 11487595 w 12192000"/>
              <a:gd name="connsiteY158" fmla="*/ 152322 h 1157500"/>
              <a:gd name="connsiteX159" fmla="*/ 11590850 w 12192000"/>
              <a:gd name="connsiteY159" fmla="*/ 238552 h 1157500"/>
              <a:gd name="connsiteX160" fmla="*/ 11736204 w 12192000"/>
              <a:gd name="connsiteY160" fmla="*/ 277509 h 1157500"/>
              <a:gd name="connsiteX161" fmla="*/ 11760331 w 12192000"/>
              <a:gd name="connsiteY161" fmla="*/ 291936 h 1157500"/>
              <a:gd name="connsiteX162" fmla="*/ 11819139 w 12192000"/>
              <a:gd name="connsiteY162" fmla="*/ 304143 h 1157500"/>
              <a:gd name="connsiteX163" fmla="*/ 11821967 w 12192000"/>
              <a:gd name="connsiteY163" fmla="*/ 305790 h 1157500"/>
              <a:gd name="connsiteX164" fmla="*/ 11847125 w 12192000"/>
              <a:gd name="connsiteY164" fmla="*/ 297401 h 1157500"/>
              <a:gd name="connsiteX165" fmla="*/ 11980134 w 12192000"/>
              <a:gd name="connsiteY165" fmla="*/ 321911 h 1157500"/>
              <a:gd name="connsiteX166" fmla="*/ 12174576 w 12192000"/>
              <a:gd name="connsiteY166" fmla="*/ 376108 h 1157500"/>
              <a:gd name="connsiteX167" fmla="*/ 12192000 w 12192000"/>
              <a:gd name="connsiteY167" fmla="*/ 379233 h 1157500"/>
              <a:gd name="connsiteX168" fmla="*/ 12192000 w 12192000"/>
              <a:gd name="connsiteY168" fmla="*/ 1157500 h 1157500"/>
              <a:gd name="connsiteX169" fmla="*/ 0 w 12192000"/>
              <a:gd name="connsiteY169" fmla="*/ 1157500 h 1157500"/>
              <a:gd name="connsiteX170" fmla="*/ 0 w 12192000"/>
              <a:gd name="connsiteY170" fmla="*/ 483545 h 1157500"/>
              <a:gd name="connsiteX171" fmla="*/ 5331 w 12192000"/>
              <a:gd name="connsiteY171" fmla="*/ 482797 h 1157500"/>
              <a:gd name="connsiteX172" fmla="*/ 39902 w 12192000"/>
              <a:gd name="connsiteY172" fmla="*/ 472284 h 1157500"/>
              <a:gd name="connsiteX173" fmla="*/ 117880 w 12192000"/>
              <a:gd name="connsiteY173" fmla="*/ 420956 h 1157500"/>
              <a:gd name="connsiteX174" fmla="*/ 238140 w 12192000"/>
              <a:gd name="connsiteY174" fmla="*/ 379297 h 1157500"/>
              <a:gd name="connsiteX175" fmla="*/ 249589 w 12192000"/>
              <a:gd name="connsiteY175" fmla="*/ 379517 h 1157500"/>
              <a:gd name="connsiteX176" fmla="*/ 296963 w 12192000"/>
              <a:gd name="connsiteY176" fmla="*/ 356102 h 1157500"/>
              <a:gd name="connsiteX177" fmla="*/ 339235 w 12192000"/>
              <a:gd name="connsiteY177" fmla="*/ 324425 h 1157500"/>
              <a:gd name="connsiteX178" fmla="*/ 447152 w 12192000"/>
              <a:gd name="connsiteY178" fmla="*/ 327423 h 1157500"/>
              <a:gd name="connsiteX179" fmla="*/ 475247 w 12192000"/>
              <a:gd name="connsiteY179" fmla="*/ 336714 h 1157500"/>
              <a:gd name="connsiteX180" fmla="*/ 477967 w 12192000"/>
              <a:gd name="connsiteY180" fmla="*/ 337960 h 1157500"/>
              <a:gd name="connsiteX181" fmla="*/ 703732 w 12192000"/>
              <a:gd name="connsiteY181" fmla="*/ 316599 h 1157500"/>
              <a:gd name="connsiteX182" fmla="*/ 853391 w 12192000"/>
              <a:gd name="connsiteY182" fmla="*/ 303591 h 1157500"/>
              <a:gd name="connsiteX183" fmla="*/ 925332 w 12192000"/>
              <a:gd name="connsiteY183" fmla="*/ 298686 h 1157500"/>
              <a:gd name="connsiteX184" fmla="*/ 941286 w 12192000"/>
              <a:gd name="connsiteY184" fmla="*/ 288932 h 1157500"/>
              <a:gd name="connsiteX185" fmla="*/ 950845 w 12192000"/>
              <a:gd name="connsiteY185" fmla="*/ 286595 h 1157500"/>
              <a:gd name="connsiteX186" fmla="*/ 953292 w 12192000"/>
              <a:gd name="connsiteY186" fmla="*/ 280892 h 1157500"/>
              <a:gd name="connsiteX187" fmla="*/ 967499 w 12192000"/>
              <a:gd name="connsiteY187" fmla="*/ 273760 h 1157500"/>
              <a:gd name="connsiteX188" fmla="*/ 1069267 w 12192000"/>
              <a:gd name="connsiteY188" fmla="*/ 262766 h 1157500"/>
              <a:gd name="connsiteX189" fmla="*/ 1138407 w 12192000"/>
              <a:gd name="connsiteY189" fmla="*/ 246567 h 1157500"/>
              <a:gd name="connsiteX190" fmla="*/ 1164931 w 12192000"/>
              <a:gd name="connsiteY190" fmla="*/ 238622 h 1157500"/>
              <a:gd name="connsiteX191" fmla="*/ 1211622 w 12192000"/>
              <a:gd name="connsiteY191" fmla="*/ 220676 h 1157500"/>
              <a:gd name="connsiteX192" fmla="*/ 1274567 w 12192000"/>
              <a:gd name="connsiteY192" fmla="*/ 203380 h 1157500"/>
              <a:gd name="connsiteX193" fmla="*/ 1325029 w 12192000"/>
              <a:gd name="connsiteY193" fmla="*/ 207937 h 1157500"/>
              <a:gd name="connsiteX194" fmla="*/ 1356805 w 12192000"/>
              <a:gd name="connsiteY194" fmla="*/ 203622 h 1157500"/>
              <a:gd name="connsiteX195" fmla="*/ 1468752 w 12192000"/>
              <a:gd name="connsiteY195" fmla="*/ 214604 h 1157500"/>
              <a:gd name="connsiteX196" fmla="*/ 1650750 w 12192000"/>
              <a:gd name="connsiteY196" fmla="*/ 165090 h 1157500"/>
              <a:gd name="connsiteX197" fmla="*/ 1655056 w 12192000"/>
              <a:gd name="connsiteY197" fmla="*/ 172106 h 1157500"/>
              <a:gd name="connsiteX198" fmla="*/ 1683220 w 12192000"/>
              <a:gd name="connsiteY198" fmla="*/ 169652 h 1157500"/>
              <a:gd name="connsiteX199" fmla="*/ 1685599 w 12192000"/>
              <a:gd name="connsiteY199" fmla="*/ 165388 h 1157500"/>
              <a:gd name="connsiteX200" fmla="*/ 1735783 w 12192000"/>
              <a:gd name="connsiteY200" fmla="*/ 177400 h 1157500"/>
              <a:gd name="connsiteX201" fmla="*/ 1797102 w 12192000"/>
              <a:gd name="connsiteY201" fmla="*/ 182289 h 1157500"/>
              <a:gd name="connsiteX202" fmla="*/ 1845638 w 12192000"/>
              <a:gd name="connsiteY202" fmla="*/ 163774 h 1157500"/>
              <a:gd name="connsiteX203" fmla="*/ 1848980 w 12192000"/>
              <a:gd name="connsiteY203" fmla="*/ 167516 h 1157500"/>
              <a:gd name="connsiteX204" fmla="*/ 1880587 w 12192000"/>
              <a:gd name="connsiteY204" fmla="*/ 165506 h 1157500"/>
              <a:gd name="connsiteX205" fmla="*/ 1995803 w 12192000"/>
              <a:gd name="connsiteY205" fmla="*/ 131847 h 1157500"/>
              <a:gd name="connsiteX206" fmla="*/ 2057448 w 12192000"/>
              <a:gd name="connsiteY206" fmla="*/ 128650 h 1157500"/>
              <a:gd name="connsiteX207" fmla="*/ 2119088 w 12192000"/>
              <a:gd name="connsiteY207" fmla="*/ 113508 h 1157500"/>
              <a:gd name="connsiteX208" fmla="*/ 2138831 w 12192000"/>
              <a:gd name="connsiteY208" fmla="*/ 116194 h 1157500"/>
              <a:gd name="connsiteX209" fmla="*/ 2214259 w 12192000"/>
              <a:gd name="connsiteY209" fmla="*/ 110542 h 1157500"/>
              <a:gd name="connsiteX210" fmla="*/ 2264911 w 12192000"/>
              <a:gd name="connsiteY210" fmla="*/ 101639 h 1157500"/>
              <a:gd name="connsiteX211" fmla="*/ 2454058 w 12192000"/>
              <a:gd name="connsiteY211" fmla="*/ 67266 h 1157500"/>
              <a:gd name="connsiteX212" fmla="*/ 2534188 w 12192000"/>
              <a:gd name="connsiteY212" fmla="*/ 63730 h 1157500"/>
              <a:gd name="connsiteX213" fmla="*/ 2616912 w 12192000"/>
              <a:gd name="connsiteY213" fmla="*/ 44757 h 1157500"/>
              <a:gd name="connsiteX214" fmla="*/ 2698592 w 12192000"/>
              <a:gd name="connsiteY214" fmla="*/ 35873 h 1157500"/>
              <a:gd name="connsiteX215" fmla="*/ 2891953 w 12192000"/>
              <a:gd name="connsiteY21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94439 w 12192000"/>
              <a:gd name="connsiteY68" fmla="*/ 177642 h 1157500"/>
              <a:gd name="connsiteX69" fmla="*/ 6963220 w 12192000"/>
              <a:gd name="connsiteY69" fmla="*/ 167304 h 1157500"/>
              <a:gd name="connsiteX70" fmla="*/ 6976706 w 12192000"/>
              <a:gd name="connsiteY70" fmla="*/ 170894 h 1157500"/>
              <a:gd name="connsiteX71" fmla="*/ 6987064 w 12192000"/>
              <a:gd name="connsiteY71" fmla="*/ 160402 h 1157500"/>
              <a:gd name="connsiteX72" fmla="*/ 7030230 w 12192000"/>
              <a:gd name="connsiteY72" fmla="*/ 159715 h 1157500"/>
              <a:gd name="connsiteX73" fmla="*/ 7045014 w 12192000"/>
              <a:gd name="connsiteY73" fmla="*/ 169101 h 1157500"/>
              <a:gd name="connsiteX74" fmla="*/ 7058714 w 12192000"/>
              <a:gd name="connsiteY74" fmla="*/ 175992 h 1157500"/>
              <a:gd name="connsiteX75" fmla="*/ 7060499 w 12192000"/>
              <a:gd name="connsiteY75" fmla="*/ 176063 h 1157500"/>
              <a:gd name="connsiteX76" fmla="*/ 7078430 w 12192000"/>
              <a:gd name="connsiteY76" fmla="*/ 176793 h 1157500"/>
              <a:gd name="connsiteX77" fmla="*/ 7176563 w 12192000"/>
              <a:gd name="connsiteY77" fmla="*/ 173244 h 1157500"/>
              <a:gd name="connsiteX78" fmla="*/ 7205529 w 12192000"/>
              <a:gd name="connsiteY78" fmla="*/ 181011 h 1157500"/>
              <a:gd name="connsiteX79" fmla="*/ 7310118 w 12192000"/>
              <a:gd name="connsiteY79" fmla="*/ 162605 h 1157500"/>
              <a:gd name="connsiteX80" fmla="*/ 7673859 w 12192000"/>
              <a:gd name="connsiteY80" fmla="*/ 150336 h 1157500"/>
              <a:gd name="connsiteX81" fmla="*/ 7692748 w 12192000"/>
              <a:gd name="connsiteY81" fmla="*/ 161537 h 1157500"/>
              <a:gd name="connsiteX82" fmla="*/ 7756672 w 12192000"/>
              <a:gd name="connsiteY82" fmla="*/ 157372 h 1157500"/>
              <a:gd name="connsiteX83" fmla="*/ 7974189 w 12192000"/>
              <a:gd name="connsiteY83" fmla="*/ 154819 h 1157500"/>
              <a:gd name="connsiteX84" fmla="*/ 8101969 w 12192000"/>
              <a:gd name="connsiteY84" fmla="*/ 144495 h 1157500"/>
              <a:gd name="connsiteX85" fmla="*/ 8106826 w 12192000"/>
              <a:gd name="connsiteY85" fmla="*/ 139853 h 1157500"/>
              <a:gd name="connsiteX86" fmla="*/ 8162058 w 12192000"/>
              <a:gd name="connsiteY86" fmla="*/ 96704 h 1157500"/>
              <a:gd name="connsiteX87" fmla="*/ 8184568 w 12192000"/>
              <a:gd name="connsiteY87" fmla="*/ 93990 h 1157500"/>
              <a:gd name="connsiteX88" fmla="*/ 8228227 w 12192000"/>
              <a:gd name="connsiteY88" fmla="*/ 105972 h 1157500"/>
              <a:gd name="connsiteX89" fmla="*/ 8237963 w 12192000"/>
              <a:gd name="connsiteY89" fmla="*/ 106996 h 1157500"/>
              <a:gd name="connsiteX90" fmla="*/ 8248358 w 12192000"/>
              <a:gd name="connsiteY90" fmla="*/ 106062 h 1157500"/>
              <a:gd name="connsiteX91" fmla="*/ 8249309 w 12192000"/>
              <a:gd name="connsiteY91" fmla="*/ 106698 h 1157500"/>
              <a:gd name="connsiteX92" fmla="*/ 8249997 w 12192000"/>
              <a:gd name="connsiteY92" fmla="*/ 105915 h 1157500"/>
              <a:gd name="connsiteX93" fmla="*/ 8272162 w 12192000"/>
              <a:gd name="connsiteY93" fmla="*/ 103924 h 1157500"/>
              <a:gd name="connsiteX94" fmla="*/ 8292349 w 12192000"/>
              <a:gd name="connsiteY94" fmla="*/ 97480 h 1157500"/>
              <a:gd name="connsiteX95" fmla="*/ 8307239 w 12192000"/>
              <a:gd name="connsiteY95" fmla="*/ 94591 h 1157500"/>
              <a:gd name="connsiteX96" fmla="*/ 8339282 w 12192000"/>
              <a:gd name="connsiteY96" fmla="*/ 108942 h 1157500"/>
              <a:gd name="connsiteX97" fmla="*/ 8346156 w 12192000"/>
              <a:gd name="connsiteY97" fmla="*/ 111227 h 1157500"/>
              <a:gd name="connsiteX98" fmla="*/ 8346467 w 12192000"/>
              <a:gd name="connsiteY98" fmla="*/ 111024 h 1157500"/>
              <a:gd name="connsiteX99" fmla="*/ 8354069 w 12192000"/>
              <a:gd name="connsiteY99" fmla="*/ 112942 h 1157500"/>
              <a:gd name="connsiteX100" fmla="*/ 8358687 w 12192000"/>
              <a:gd name="connsiteY100" fmla="*/ 115393 h 1157500"/>
              <a:gd name="connsiteX101" fmla="*/ 8433385 w 12192000"/>
              <a:gd name="connsiteY101" fmla="*/ 99669 h 1157500"/>
              <a:gd name="connsiteX102" fmla="*/ 8533779 w 12192000"/>
              <a:gd name="connsiteY102" fmla="*/ 98374 h 1157500"/>
              <a:gd name="connsiteX103" fmla="*/ 8632833 w 12192000"/>
              <a:gd name="connsiteY103" fmla="*/ 100532 h 1157500"/>
              <a:gd name="connsiteX104" fmla="*/ 8668523 w 12192000"/>
              <a:gd name="connsiteY104" fmla="*/ 102979 h 1157500"/>
              <a:gd name="connsiteX105" fmla="*/ 8732893 w 12192000"/>
              <a:gd name="connsiteY105" fmla="*/ 99991 h 1157500"/>
              <a:gd name="connsiteX106" fmla="*/ 8764071 w 12192000"/>
              <a:gd name="connsiteY106" fmla="*/ 94587 h 1157500"/>
              <a:gd name="connsiteX107" fmla="*/ 8767004 w 12192000"/>
              <a:gd name="connsiteY107" fmla="*/ 91519 h 1157500"/>
              <a:gd name="connsiteX108" fmla="*/ 8772553 w 12192000"/>
              <a:gd name="connsiteY108" fmla="*/ 90314 h 1157500"/>
              <a:gd name="connsiteX109" fmla="*/ 8787201 w 12192000"/>
              <a:gd name="connsiteY109" fmla="*/ 92033 h 1157500"/>
              <a:gd name="connsiteX110" fmla="*/ 8792624 w 12192000"/>
              <a:gd name="connsiteY110" fmla="*/ 93503 h 1157500"/>
              <a:gd name="connsiteX111" fmla="*/ 8800741 w 12192000"/>
              <a:gd name="connsiteY111" fmla="*/ 93897 h 1157500"/>
              <a:gd name="connsiteX112" fmla="*/ 8800966 w 12192000"/>
              <a:gd name="connsiteY112" fmla="*/ 93645 h 1157500"/>
              <a:gd name="connsiteX113" fmla="*/ 8808513 w 12192000"/>
              <a:gd name="connsiteY113" fmla="*/ 94530 h 1157500"/>
              <a:gd name="connsiteX114" fmla="*/ 8845110 w 12192000"/>
              <a:gd name="connsiteY114" fmla="*/ 102179 h 1157500"/>
              <a:gd name="connsiteX115" fmla="*/ 8917529 w 12192000"/>
              <a:gd name="connsiteY115" fmla="*/ 76373 h 1157500"/>
              <a:gd name="connsiteX116" fmla="*/ 9026654 w 12192000"/>
              <a:gd name="connsiteY116" fmla="*/ 93420 h 1157500"/>
              <a:gd name="connsiteX117" fmla="*/ 9088505 w 12192000"/>
              <a:gd name="connsiteY117" fmla="*/ 113002 h 1157500"/>
              <a:gd name="connsiteX118" fmla="*/ 9203241 w 12192000"/>
              <a:gd name="connsiteY118" fmla="*/ 111713 h 1157500"/>
              <a:gd name="connsiteX119" fmla="*/ 9415584 w 12192000"/>
              <a:gd name="connsiteY119" fmla="*/ 157156 h 1157500"/>
              <a:gd name="connsiteX120" fmla="*/ 9505102 w 12192000"/>
              <a:gd name="connsiteY120" fmla="*/ 141042 h 1157500"/>
              <a:gd name="connsiteX121" fmla="*/ 9643040 w 12192000"/>
              <a:gd name="connsiteY121" fmla="*/ 158233 h 1157500"/>
              <a:gd name="connsiteX122" fmla="*/ 9762999 w 12192000"/>
              <a:gd name="connsiteY122" fmla="*/ 162623 h 1157500"/>
              <a:gd name="connsiteX123" fmla="*/ 9776183 w 12192000"/>
              <a:gd name="connsiteY123" fmla="*/ 162191 h 1157500"/>
              <a:gd name="connsiteX124" fmla="*/ 9780532 w 12192000"/>
              <a:gd name="connsiteY124" fmla="*/ 155823 h 1157500"/>
              <a:gd name="connsiteX125" fmla="*/ 9910588 w 12192000"/>
              <a:gd name="connsiteY125" fmla="*/ 154327 h 1157500"/>
              <a:gd name="connsiteX126" fmla="*/ 9924173 w 12192000"/>
              <a:gd name="connsiteY126" fmla="*/ 158591 h 1157500"/>
              <a:gd name="connsiteX127" fmla="*/ 10010969 w 12192000"/>
              <a:gd name="connsiteY127" fmla="*/ 155802 h 1157500"/>
              <a:gd name="connsiteX128" fmla="*/ 10070699 w 12192000"/>
              <a:gd name="connsiteY128" fmla="*/ 157854 h 1157500"/>
              <a:gd name="connsiteX129" fmla="*/ 10155104 w 12192000"/>
              <a:gd name="connsiteY129" fmla="*/ 151613 h 1157500"/>
              <a:gd name="connsiteX130" fmla="*/ 10250982 w 12192000"/>
              <a:gd name="connsiteY130" fmla="*/ 128642 h 1157500"/>
              <a:gd name="connsiteX131" fmla="*/ 10343301 w 12192000"/>
              <a:gd name="connsiteY131" fmla="*/ 90884 h 1157500"/>
              <a:gd name="connsiteX132" fmla="*/ 10366625 w 12192000"/>
              <a:gd name="connsiteY132" fmla="*/ 79428 h 1157500"/>
              <a:gd name="connsiteX133" fmla="*/ 10433505 w 12192000"/>
              <a:gd name="connsiteY133" fmla="*/ 65000 h 1157500"/>
              <a:gd name="connsiteX134" fmla="*/ 10547510 w 12192000"/>
              <a:gd name="connsiteY134" fmla="*/ 47246 h 1157500"/>
              <a:gd name="connsiteX135" fmla="*/ 10588150 w 12192000"/>
              <a:gd name="connsiteY135" fmla="*/ 32287 h 1157500"/>
              <a:gd name="connsiteX136" fmla="*/ 10589457 w 12192000"/>
              <a:gd name="connsiteY136" fmla="*/ 25296 h 1157500"/>
              <a:gd name="connsiteX137" fmla="*/ 10699976 w 12192000"/>
              <a:gd name="connsiteY137" fmla="*/ 43345 h 1157500"/>
              <a:gd name="connsiteX138" fmla="*/ 10812237 w 12192000"/>
              <a:gd name="connsiteY138" fmla="*/ 46327 h 1157500"/>
              <a:gd name="connsiteX139" fmla="*/ 10869837 w 12192000"/>
              <a:gd name="connsiteY139" fmla="*/ 65795 h 1157500"/>
              <a:gd name="connsiteX140" fmla="*/ 10881770 w 12192000"/>
              <a:gd name="connsiteY140" fmla="*/ 73672 h 1157500"/>
              <a:gd name="connsiteX141" fmla="*/ 10896899 w 12192000"/>
              <a:gd name="connsiteY141" fmla="*/ 70731 h 1157500"/>
              <a:gd name="connsiteX142" fmla="*/ 10901748 w 12192000"/>
              <a:gd name="connsiteY142" fmla="*/ 66352 h 1157500"/>
              <a:gd name="connsiteX143" fmla="*/ 10947419 w 12192000"/>
              <a:gd name="connsiteY143" fmla="*/ 83316 h 1157500"/>
              <a:gd name="connsiteX144" fmla="*/ 10953034 w 12192000"/>
              <a:gd name="connsiteY144" fmla="*/ 84438 h 1157500"/>
              <a:gd name="connsiteX145" fmla="*/ 10992070 w 12192000"/>
              <a:gd name="connsiteY145" fmla="*/ 88841 h 1157500"/>
              <a:gd name="connsiteX146" fmla="*/ 11112372 w 12192000"/>
              <a:gd name="connsiteY146" fmla="*/ 82247 h 1157500"/>
              <a:gd name="connsiteX147" fmla="*/ 11147719 w 12192000"/>
              <a:gd name="connsiteY147" fmla="*/ 80560 h 1157500"/>
              <a:gd name="connsiteX148" fmla="*/ 11172617 w 12192000"/>
              <a:gd name="connsiteY148" fmla="*/ 76265 h 1157500"/>
              <a:gd name="connsiteX149" fmla="*/ 11240397 w 12192000"/>
              <a:gd name="connsiteY149" fmla="*/ 81830 h 1157500"/>
              <a:gd name="connsiteX150" fmla="*/ 11270034 w 12192000"/>
              <a:gd name="connsiteY150" fmla="*/ 91947 h 1157500"/>
              <a:gd name="connsiteX151" fmla="*/ 11293091 w 12192000"/>
              <a:gd name="connsiteY151" fmla="*/ 92042 h 1157500"/>
              <a:gd name="connsiteX152" fmla="*/ 11310949 w 12192000"/>
              <a:gd name="connsiteY152" fmla="*/ 97842 h 1157500"/>
              <a:gd name="connsiteX153" fmla="*/ 11345279 w 12192000"/>
              <a:gd name="connsiteY153" fmla="*/ 95451 h 1157500"/>
              <a:gd name="connsiteX154" fmla="*/ 11354597 w 12192000"/>
              <a:gd name="connsiteY154" fmla="*/ 97953 h 1157500"/>
              <a:gd name="connsiteX155" fmla="*/ 11367725 w 12192000"/>
              <a:gd name="connsiteY155" fmla="*/ 97999 h 1157500"/>
              <a:gd name="connsiteX156" fmla="*/ 11399832 w 12192000"/>
              <a:gd name="connsiteY156" fmla="*/ 110616 h 1157500"/>
              <a:gd name="connsiteX157" fmla="*/ 11487595 w 12192000"/>
              <a:gd name="connsiteY157" fmla="*/ 152322 h 1157500"/>
              <a:gd name="connsiteX158" fmla="*/ 11590850 w 12192000"/>
              <a:gd name="connsiteY158" fmla="*/ 238552 h 1157500"/>
              <a:gd name="connsiteX159" fmla="*/ 11736204 w 12192000"/>
              <a:gd name="connsiteY159" fmla="*/ 277509 h 1157500"/>
              <a:gd name="connsiteX160" fmla="*/ 11760331 w 12192000"/>
              <a:gd name="connsiteY160" fmla="*/ 291936 h 1157500"/>
              <a:gd name="connsiteX161" fmla="*/ 11819139 w 12192000"/>
              <a:gd name="connsiteY161" fmla="*/ 304143 h 1157500"/>
              <a:gd name="connsiteX162" fmla="*/ 11821967 w 12192000"/>
              <a:gd name="connsiteY162" fmla="*/ 305790 h 1157500"/>
              <a:gd name="connsiteX163" fmla="*/ 11847125 w 12192000"/>
              <a:gd name="connsiteY163" fmla="*/ 297401 h 1157500"/>
              <a:gd name="connsiteX164" fmla="*/ 11980134 w 12192000"/>
              <a:gd name="connsiteY164" fmla="*/ 321911 h 1157500"/>
              <a:gd name="connsiteX165" fmla="*/ 12174576 w 12192000"/>
              <a:gd name="connsiteY165" fmla="*/ 376108 h 1157500"/>
              <a:gd name="connsiteX166" fmla="*/ 12192000 w 12192000"/>
              <a:gd name="connsiteY166" fmla="*/ 379233 h 1157500"/>
              <a:gd name="connsiteX167" fmla="*/ 12192000 w 12192000"/>
              <a:gd name="connsiteY167" fmla="*/ 1157500 h 1157500"/>
              <a:gd name="connsiteX168" fmla="*/ 0 w 12192000"/>
              <a:gd name="connsiteY168" fmla="*/ 1157500 h 1157500"/>
              <a:gd name="connsiteX169" fmla="*/ 0 w 12192000"/>
              <a:gd name="connsiteY169" fmla="*/ 483545 h 1157500"/>
              <a:gd name="connsiteX170" fmla="*/ 5331 w 12192000"/>
              <a:gd name="connsiteY170" fmla="*/ 482797 h 1157500"/>
              <a:gd name="connsiteX171" fmla="*/ 39902 w 12192000"/>
              <a:gd name="connsiteY171" fmla="*/ 472284 h 1157500"/>
              <a:gd name="connsiteX172" fmla="*/ 117880 w 12192000"/>
              <a:gd name="connsiteY172" fmla="*/ 420956 h 1157500"/>
              <a:gd name="connsiteX173" fmla="*/ 238140 w 12192000"/>
              <a:gd name="connsiteY173" fmla="*/ 379297 h 1157500"/>
              <a:gd name="connsiteX174" fmla="*/ 249589 w 12192000"/>
              <a:gd name="connsiteY174" fmla="*/ 379517 h 1157500"/>
              <a:gd name="connsiteX175" fmla="*/ 296963 w 12192000"/>
              <a:gd name="connsiteY175" fmla="*/ 356102 h 1157500"/>
              <a:gd name="connsiteX176" fmla="*/ 339235 w 12192000"/>
              <a:gd name="connsiteY176" fmla="*/ 324425 h 1157500"/>
              <a:gd name="connsiteX177" fmla="*/ 447152 w 12192000"/>
              <a:gd name="connsiteY177" fmla="*/ 327423 h 1157500"/>
              <a:gd name="connsiteX178" fmla="*/ 475247 w 12192000"/>
              <a:gd name="connsiteY178" fmla="*/ 336714 h 1157500"/>
              <a:gd name="connsiteX179" fmla="*/ 477967 w 12192000"/>
              <a:gd name="connsiteY179" fmla="*/ 337960 h 1157500"/>
              <a:gd name="connsiteX180" fmla="*/ 703732 w 12192000"/>
              <a:gd name="connsiteY180" fmla="*/ 316599 h 1157500"/>
              <a:gd name="connsiteX181" fmla="*/ 853391 w 12192000"/>
              <a:gd name="connsiteY181" fmla="*/ 303591 h 1157500"/>
              <a:gd name="connsiteX182" fmla="*/ 925332 w 12192000"/>
              <a:gd name="connsiteY182" fmla="*/ 298686 h 1157500"/>
              <a:gd name="connsiteX183" fmla="*/ 941286 w 12192000"/>
              <a:gd name="connsiteY183" fmla="*/ 288932 h 1157500"/>
              <a:gd name="connsiteX184" fmla="*/ 950845 w 12192000"/>
              <a:gd name="connsiteY184" fmla="*/ 286595 h 1157500"/>
              <a:gd name="connsiteX185" fmla="*/ 953292 w 12192000"/>
              <a:gd name="connsiteY185" fmla="*/ 280892 h 1157500"/>
              <a:gd name="connsiteX186" fmla="*/ 967499 w 12192000"/>
              <a:gd name="connsiteY186" fmla="*/ 273760 h 1157500"/>
              <a:gd name="connsiteX187" fmla="*/ 1069267 w 12192000"/>
              <a:gd name="connsiteY187" fmla="*/ 262766 h 1157500"/>
              <a:gd name="connsiteX188" fmla="*/ 1138407 w 12192000"/>
              <a:gd name="connsiteY188" fmla="*/ 246567 h 1157500"/>
              <a:gd name="connsiteX189" fmla="*/ 1164931 w 12192000"/>
              <a:gd name="connsiteY189" fmla="*/ 238622 h 1157500"/>
              <a:gd name="connsiteX190" fmla="*/ 1211622 w 12192000"/>
              <a:gd name="connsiteY190" fmla="*/ 220676 h 1157500"/>
              <a:gd name="connsiteX191" fmla="*/ 1274567 w 12192000"/>
              <a:gd name="connsiteY191" fmla="*/ 203380 h 1157500"/>
              <a:gd name="connsiteX192" fmla="*/ 1325029 w 12192000"/>
              <a:gd name="connsiteY192" fmla="*/ 207937 h 1157500"/>
              <a:gd name="connsiteX193" fmla="*/ 1356805 w 12192000"/>
              <a:gd name="connsiteY193" fmla="*/ 203622 h 1157500"/>
              <a:gd name="connsiteX194" fmla="*/ 1468752 w 12192000"/>
              <a:gd name="connsiteY194" fmla="*/ 214604 h 1157500"/>
              <a:gd name="connsiteX195" fmla="*/ 1650750 w 12192000"/>
              <a:gd name="connsiteY195" fmla="*/ 165090 h 1157500"/>
              <a:gd name="connsiteX196" fmla="*/ 1655056 w 12192000"/>
              <a:gd name="connsiteY196" fmla="*/ 172106 h 1157500"/>
              <a:gd name="connsiteX197" fmla="*/ 1683220 w 12192000"/>
              <a:gd name="connsiteY197" fmla="*/ 169652 h 1157500"/>
              <a:gd name="connsiteX198" fmla="*/ 1685599 w 12192000"/>
              <a:gd name="connsiteY198" fmla="*/ 165388 h 1157500"/>
              <a:gd name="connsiteX199" fmla="*/ 1735783 w 12192000"/>
              <a:gd name="connsiteY199" fmla="*/ 177400 h 1157500"/>
              <a:gd name="connsiteX200" fmla="*/ 1797102 w 12192000"/>
              <a:gd name="connsiteY200" fmla="*/ 182289 h 1157500"/>
              <a:gd name="connsiteX201" fmla="*/ 1845638 w 12192000"/>
              <a:gd name="connsiteY201" fmla="*/ 163774 h 1157500"/>
              <a:gd name="connsiteX202" fmla="*/ 1848980 w 12192000"/>
              <a:gd name="connsiteY202" fmla="*/ 167516 h 1157500"/>
              <a:gd name="connsiteX203" fmla="*/ 1880587 w 12192000"/>
              <a:gd name="connsiteY203" fmla="*/ 165506 h 1157500"/>
              <a:gd name="connsiteX204" fmla="*/ 1995803 w 12192000"/>
              <a:gd name="connsiteY204" fmla="*/ 131847 h 1157500"/>
              <a:gd name="connsiteX205" fmla="*/ 2057448 w 12192000"/>
              <a:gd name="connsiteY205" fmla="*/ 128650 h 1157500"/>
              <a:gd name="connsiteX206" fmla="*/ 2119088 w 12192000"/>
              <a:gd name="connsiteY206" fmla="*/ 113508 h 1157500"/>
              <a:gd name="connsiteX207" fmla="*/ 2138831 w 12192000"/>
              <a:gd name="connsiteY207" fmla="*/ 116194 h 1157500"/>
              <a:gd name="connsiteX208" fmla="*/ 2214259 w 12192000"/>
              <a:gd name="connsiteY208" fmla="*/ 110542 h 1157500"/>
              <a:gd name="connsiteX209" fmla="*/ 2264911 w 12192000"/>
              <a:gd name="connsiteY209" fmla="*/ 101639 h 1157500"/>
              <a:gd name="connsiteX210" fmla="*/ 2454058 w 12192000"/>
              <a:gd name="connsiteY210" fmla="*/ 67266 h 1157500"/>
              <a:gd name="connsiteX211" fmla="*/ 2534188 w 12192000"/>
              <a:gd name="connsiteY211" fmla="*/ 63730 h 1157500"/>
              <a:gd name="connsiteX212" fmla="*/ 2616912 w 12192000"/>
              <a:gd name="connsiteY212" fmla="*/ 44757 h 1157500"/>
              <a:gd name="connsiteX213" fmla="*/ 2698592 w 12192000"/>
              <a:gd name="connsiteY213" fmla="*/ 35873 h 1157500"/>
              <a:gd name="connsiteX214" fmla="*/ 2891953 w 12192000"/>
              <a:gd name="connsiteY21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94439 w 12192000"/>
              <a:gd name="connsiteY67" fmla="*/ 177642 h 1157500"/>
              <a:gd name="connsiteX68" fmla="*/ 6963220 w 12192000"/>
              <a:gd name="connsiteY68" fmla="*/ 167304 h 1157500"/>
              <a:gd name="connsiteX69" fmla="*/ 6976706 w 12192000"/>
              <a:gd name="connsiteY69" fmla="*/ 170894 h 1157500"/>
              <a:gd name="connsiteX70" fmla="*/ 6987064 w 12192000"/>
              <a:gd name="connsiteY70" fmla="*/ 160402 h 1157500"/>
              <a:gd name="connsiteX71" fmla="*/ 7030230 w 12192000"/>
              <a:gd name="connsiteY71" fmla="*/ 159715 h 1157500"/>
              <a:gd name="connsiteX72" fmla="*/ 7045014 w 12192000"/>
              <a:gd name="connsiteY72" fmla="*/ 169101 h 1157500"/>
              <a:gd name="connsiteX73" fmla="*/ 7058714 w 12192000"/>
              <a:gd name="connsiteY73" fmla="*/ 175992 h 1157500"/>
              <a:gd name="connsiteX74" fmla="*/ 7060499 w 12192000"/>
              <a:gd name="connsiteY74" fmla="*/ 176063 h 1157500"/>
              <a:gd name="connsiteX75" fmla="*/ 7078430 w 12192000"/>
              <a:gd name="connsiteY75" fmla="*/ 176793 h 1157500"/>
              <a:gd name="connsiteX76" fmla="*/ 7176563 w 12192000"/>
              <a:gd name="connsiteY76" fmla="*/ 173244 h 1157500"/>
              <a:gd name="connsiteX77" fmla="*/ 7205529 w 12192000"/>
              <a:gd name="connsiteY77" fmla="*/ 181011 h 1157500"/>
              <a:gd name="connsiteX78" fmla="*/ 7310118 w 12192000"/>
              <a:gd name="connsiteY78" fmla="*/ 162605 h 1157500"/>
              <a:gd name="connsiteX79" fmla="*/ 7673859 w 12192000"/>
              <a:gd name="connsiteY79" fmla="*/ 150336 h 1157500"/>
              <a:gd name="connsiteX80" fmla="*/ 7692748 w 12192000"/>
              <a:gd name="connsiteY80" fmla="*/ 161537 h 1157500"/>
              <a:gd name="connsiteX81" fmla="*/ 7756672 w 12192000"/>
              <a:gd name="connsiteY81" fmla="*/ 157372 h 1157500"/>
              <a:gd name="connsiteX82" fmla="*/ 7974189 w 12192000"/>
              <a:gd name="connsiteY82" fmla="*/ 154819 h 1157500"/>
              <a:gd name="connsiteX83" fmla="*/ 8101969 w 12192000"/>
              <a:gd name="connsiteY83" fmla="*/ 144495 h 1157500"/>
              <a:gd name="connsiteX84" fmla="*/ 8106826 w 12192000"/>
              <a:gd name="connsiteY84" fmla="*/ 139853 h 1157500"/>
              <a:gd name="connsiteX85" fmla="*/ 8162058 w 12192000"/>
              <a:gd name="connsiteY85" fmla="*/ 96704 h 1157500"/>
              <a:gd name="connsiteX86" fmla="*/ 8184568 w 12192000"/>
              <a:gd name="connsiteY86" fmla="*/ 93990 h 1157500"/>
              <a:gd name="connsiteX87" fmla="*/ 8228227 w 12192000"/>
              <a:gd name="connsiteY87" fmla="*/ 105972 h 1157500"/>
              <a:gd name="connsiteX88" fmla="*/ 8237963 w 12192000"/>
              <a:gd name="connsiteY88" fmla="*/ 106996 h 1157500"/>
              <a:gd name="connsiteX89" fmla="*/ 8248358 w 12192000"/>
              <a:gd name="connsiteY89" fmla="*/ 106062 h 1157500"/>
              <a:gd name="connsiteX90" fmla="*/ 8249309 w 12192000"/>
              <a:gd name="connsiteY90" fmla="*/ 106698 h 1157500"/>
              <a:gd name="connsiteX91" fmla="*/ 8249997 w 12192000"/>
              <a:gd name="connsiteY91" fmla="*/ 105915 h 1157500"/>
              <a:gd name="connsiteX92" fmla="*/ 8272162 w 12192000"/>
              <a:gd name="connsiteY92" fmla="*/ 103924 h 1157500"/>
              <a:gd name="connsiteX93" fmla="*/ 8292349 w 12192000"/>
              <a:gd name="connsiteY93" fmla="*/ 97480 h 1157500"/>
              <a:gd name="connsiteX94" fmla="*/ 8307239 w 12192000"/>
              <a:gd name="connsiteY94" fmla="*/ 94591 h 1157500"/>
              <a:gd name="connsiteX95" fmla="*/ 8339282 w 12192000"/>
              <a:gd name="connsiteY95" fmla="*/ 108942 h 1157500"/>
              <a:gd name="connsiteX96" fmla="*/ 8346156 w 12192000"/>
              <a:gd name="connsiteY96" fmla="*/ 111227 h 1157500"/>
              <a:gd name="connsiteX97" fmla="*/ 8346467 w 12192000"/>
              <a:gd name="connsiteY97" fmla="*/ 111024 h 1157500"/>
              <a:gd name="connsiteX98" fmla="*/ 8354069 w 12192000"/>
              <a:gd name="connsiteY98" fmla="*/ 112942 h 1157500"/>
              <a:gd name="connsiteX99" fmla="*/ 8358687 w 12192000"/>
              <a:gd name="connsiteY99" fmla="*/ 115393 h 1157500"/>
              <a:gd name="connsiteX100" fmla="*/ 8433385 w 12192000"/>
              <a:gd name="connsiteY100" fmla="*/ 99669 h 1157500"/>
              <a:gd name="connsiteX101" fmla="*/ 8533779 w 12192000"/>
              <a:gd name="connsiteY101" fmla="*/ 98374 h 1157500"/>
              <a:gd name="connsiteX102" fmla="*/ 8632833 w 12192000"/>
              <a:gd name="connsiteY102" fmla="*/ 100532 h 1157500"/>
              <a:gd name="connsiteX103" fmla="*/ 8668523 w 12192000"/>
              <a:gd name="connsiteY103" fmla="*/ 102979 h 1157500"/>
              <a:gd name="connsiteX104" fmla="*/ 8732893 w 12192000"/>
              <a:gd name="connsiteY104" fmla="*/ 99991 h 1157500"/>
              <a:gd name="connsiteX105" fmla="*/ 8764071 w 12192000"/>
              <a:gd name="connsiteY105" fmla="*/ 94587 h 1157500"/>
              <a:gd name="connsiteX106" fmla="*/ 8767004 w 12192000"/>
              <a:gd name="connsiteY106" fmla="*/ 91519 h 1157500"/>
              <a:gd name="connsiteX107" fmla="*/ 8772553 w 12192000"/>
              <a:gd name="connsiteY107" fmla="*/ 90314 h 1157500"/>
              <a:gd name="connsiteX108" fmla="*/ 8787201 w 12192000"/>
              <a:gd name="connsiteY108" fmla="*/ 92033 h 1157500"/>
              <a:gd name="connsiteX109" fmla="*/ 8792624 w 12192000"/>
              <a:gd name="connsiteY109" fmla="*/ 93503 h 1157500"/>
              <a:gd name="connsiteX110" fmla="*/ 8800741 w 12192000"/>
              <a:gd name="connsiteY110" fmla="*/ 93897 h 1157500"/>
              <a:gd name="connsiteX111" fmla="*/ 8800966 w 12192000"/>
              <a:gd name="connsiteY111" fmla="*/ 93645 h 1157500"/>
              <a:gd name="connsiteX112" fmla="*/ 8808513 w 12192000"/>
              <a:gd name="connsiteY112" fmla="*/ 94530 h 1157500"/>
              <a:gd name="connsiteX113" fmla="*/ 8845110 w 12192000"/>
              <a:gd name="connsiteY113" fmla="*/ 102179 h 1157500"/>
              <a:gd name="connsiteX114" fmla="*/ 8917529 w 12192000"/>
              <a:gd name="connsiteY114" fmla="*/ 76373 h 1157500"/>
              <a:gd name="connsiteX115" fmla="*/ 9026654 w 12192000"/>
              <a:gd name="connsiteY115" fmla="*/ 93420 h 1157500"/>
              <a:gd name="connsiteX116" fmla="*/ 9088505 w 12192000"/>
              <a:gd name="connsiteY116" fmla="*/ 113002 h 1157500"/>
              <a:gd name="connsiteX117" fmla="*/ 9203241 w 12192000"/>
              <a:gd name="connsiteY117" fmla="*/ 111713 h 1157500"/>
              <a:gd name="connsiteX118" fmla="*/ 9415584 w 12192000"/>
              <a:gd name="connsiteY118" fmla="*/ 157156 h 1157500"/>
              <a:gd name="connsiteX119" fmla="*/ 9505102 w 12192000"/>
              <a:gd name="connsiteY119" fmla="*/ 141042 h 1157500"/>
              <a:gd name="connsiteX120" fmla="*/ 9643040 w 12192000"/>
              <a:gd name="connsiteY120" fmla="*/ 158233 h 1157500"/>
              <a:gd name="connsiteX121" fmla="*/ 9762999 w 12192000"/>
              <a:gd name="connsiteY121" fmla="*/ 162623 h 1157500"/>
              <a:gd name="connsiteX122" fmla="*/ 9776183 w 12192000"/>
              <a:gd name="connsiteY122" fmla="*/ 162191 h 1157500"/>
              <a:gd name="connsiteX123" fmla="*/ 9780532 w 12192000"/>
              <a:gd name="connsiteY123" fmla="*/ 155823 h 1157500"/>
              <a:gd name="connsiteX124" fmla="*/ 9910588 w 12192000"/>
              <a:gd name="connsiteY124" fmla="*/ 154327 h 1157500"/>
              <a:gd name="connsiteX125" fmla="*/ 9924173 w 12192000"/>
              <a:gd name="connsiteY125" fmla="*/ 158591 h 1157500"/>
              <a:gd name="connsiteX126" fmla="*/ 10010969 w 12192000"/>
              <a:gd name="connsiteY126" fmla="*/ 155802 h 1157500"/>
              <a:gd name="connsiteX127" fmla="*/ 10070699 w 12192000"/>
              <a:gd name="connsiteY127" fmla="*/ 157854 h 1157500"/>
              <a:gd name="connsiteX128" fmla="*/ 10155104 w 12192000"/>
              <a:gd name="connsiteY128" fmla="*/ 151613 h 1157500"/>
              <a:gd name="connsiteX129" fmla="*/ 10250982 w 12192000"/>
              <a:gd name="connsiteY129" fmla="*/ 128642 h 1157500"/>
              <a:gd name="connsiteX130" fmla="*/ 10343301 w 12192000"/>
              <a:gd name="connsiteY130" fmla="*/ 90884 h 1157500"/>
              <a:gd name="connsiteX131" fmla="*/ 10366625 w 12192000"/>
              <a:gd name="connsiteY131" fmla="*/ 79428 h 1157500"/>
              <a:gd name="connsiteX132" fmla="*/ 10433505 w 12192000"/>
              <a:gd name="connsiteY132" fmla="*/ 65000 h 1157500"/>
              <a:gd name="connsiteX133" fmla="*/ 10547510 w 12192000"/>
              <a:gd name="connsiteY133" fmla="*/ 47246 h 1157500"/>
              <a:gd name="connsiteX134" fmla="*/ 10588150 w 12192000"/>
              <a:gd name="connsiteY134" fmla="*/ 32287 h 1157500"/>
              <a:gd name="connsiteX135" fmla="*/ 10589457 w 12192000"/>
              <a:gd name="connsiteY135" fmla="*/ 25296 h 1157500"/>
              <a:gd name="connsiteX136" fmla="*/ 10699976 w 12192000"/>
              <a:gd name="connsiteY136" fmla="*/ 43345 h 1157500"/>
              <a:gd name="connsiteX137" fmla="*/ 10812237 w 12192000"/>
              <a:gd name="connsiteY137" fmla="*/ 46327 h 1157500"/>
              <a:gd name="connsiteX138" fmla="*/ 10869837 w 12192000"/>
              <a:gd name="connsiteY138" fmla="*/ 65795 h 1157500"/>
              <a:gd name="connsiteX139" fmla="*/ 10881770 w 12192000"/>
              <a:gd name="connsiteY139" fmla="*/ 73672 h 1157500"/>
              <a:gd name="connsiteX140" fmla="*/ 10896899 w 12192000"/>
              <a:gd name="connsiteY140" fmla="*/ 70731 h 1157500"/>
              <a:gd name="connsiteX141" fmla="*/ 10901748 w 12192000"/>
              <a:gd name="connsiteY141" fmla="*/ 66352 h 1157500"/>
              <a:gd name="connsiteX142" fmla="*/ 10947419 w 12192000"/>
              <a:gd name="connsiteY142" fmla="*/ 83316 h 1157500"/>
              <a:gd name="connsiteX143" fmla="*/ 10953034 w 12192000"/>
              <a:gd name="connsiteY143" fmla="*/ 84438 h 1157500"/>
              <a:gd name="connsiteX144" fmla="*/ 10992070 w 12192000"/>
              <a:gd name="connsiteY144" fmla="*/ 88841 h 1157500"/>
              <a:gd name="connsiteX145" fmla="*/ 11112372 w 12192000"/>
              <a:gd name="connsiteY145" fmla="*/ 82247 h 1157500"/>
              <a:gd name="connsiteX146" fmla="*/ 11147719 w 12192000"/>
              <a:gd name="connsiteY146" fmla="*/ 80560 h 1157500"/>
              <a:gd name="connsiteX147" fmla="*/ 11172617 w 12192000"/>
              <a:gd name="connsiteY147" fmla="*/ 76265 h 1157500"/>
              <a:gd name="connsiteX148" fmla="*/ 11240397 w 12192000"/>
              <a:gd name="connsiteY148" fmla="*/ 81830 h 1157500"/>
              <a:gd name="connsiteX149" fmla="*/ 11270034 w 12192000"/>
              <a:gd name="connsiteY149" fmla="*/ 91947 h 1157500"/>
              <a:gd name="connsiteX150" fmla="*/ 11293091 w 12192000"/>
              <a:gd name="connsiteY150" fmla="*/ 92042 h 1157500"/>
              <a:gd name="connsiteX151" fmla="*/ 11310949 w 12192000"/>
              <a:gd name="connsiteY151" fmla="*/ 97842 h 1157500"/>
              <a:gd name="connsiteX152" fmla="*/ 11345279 w 12192000"/>
              <a:gd name="connsiteY152" fmla="*/ 95451 h 1157500"/>
              <a:gd name="connsiteX153" fmla="*/ 11354597 w 12192000"/>
              <a:gd name="connsiteY153" fmla="*/ 97953 h 1157500"/>
              <a:gd name="connsiteX154" fmla="*/ 11367725 w 12192000"/>
              <a:gd name="connsiteY154" fmla="*/ 97999 h 1157500"/>
              <a:gd name="connsiteX155" fmla="*/ 11399832 w 12192000"/>
              <a:gd name="connsiteY155" fmla="*/ 110616 h 1157500"/>
              <a:gd name="connsiteX156" fmla="*/ 11487595 w 12192000"/>
              <a:gd name="connsiteY156" fmla="*/ 152322 h 1157500"/>
              <a:gd name="connsiteX157" fmla="*/ 11590850 w 12192000"/>
              <a:gd name="connsiteY157" fmla="*/ 238552 h 1157500"/>
              <a:gd name="connsiteX158" fmla="*/ 11736204 w 12192000"/>
              <a:gd name="connsiteY158" fmla="*/ 277509 h 1157500"/>
              <a:gd name="connsiteX159" fmla="*/ 11760331 w 12192000"/>
              <a:gd name="connsiteY159" fmla="*/ 291936 h 1157500"/>
              <a:gd name="connsiteX160" fmla="*/ 11819139 w 12192000"/>
              <a:gd name="connsiteY160" fmla="*/ 304143 h 1157500"/>
              <a:gd name="connsiteX161" fmla="*/ 11821967 w 12192000"/>
              <a:gd name="connsiteY161" fmla="*/ 305790 h 1157500"/>
              <a:gd name="connsiteX162" fmla="*/ 11847125 w 12192000"/>
              <a:gd name="connsiteY162" fmla="*/ 297401 h 1157500"/>
              <a:gd name="connsiteX163" fmla="*/ 11980134 w 12192000"/>
              <a:gd name="connsiteY163" fmla="*/ 321911 h 1157500"/>
              <a:gd name="connsiteX164" fmla="*/ 12174576 w 12192000"/>
              <a:gd name="connsiteY164" fmla="*/ 376108 h 1157500"/>
              <a:gd name="connsiteX165" fmla="*/ 12192000 w 12192000"/>
              <a:gd name="connsiteY165" fmla="*/ 379233 h 1157500"/>
              <a:gd name="connsiteX166" fmla="*/ 12192000 w 12192000"/>
              <a:gd name="connsiteY166" fmla="*/ 1157500 h 1157500"/>
              <a:gd name="connsiteX167" fmla="*/ 0 w 12192000"/>
              <a:gd name="connsiteY167" fmla="*/ 1157500 h 1157500"/>
              <a:gd name="connsiteX168" fmla="*/ 0 w 12192000"/>
              <a:gd name="connsiteY168" fmla="*/ 483545 h 1157500"/>
              <a:gd name="connsiteX169" fmla="*/ 5331 w 12192000"/>
              <a:gd name="connsiteY169" fmla="*/ 482797 h 1157500"/>
              <a:gd name="connsiteX170" fmla="*/ 39902 w 12192000"/>
              <a:gd name="connsiteY170" fmla="*/ 472284 h 1157500"/>
              <a:gd name="connsiteX171" fmla="*/ 117880 w 12192000"/>
              <a:gd name="connsiteY171" fmla="*/ 420956 h 1157500"/>
              <a:gd name="connsiteX172" fmla="*/ 238140 w 12192000"/>
              <a:gd name="connsiteY172" fmla="*/ 379297 h 1157500"/>
              <a:gd name="connsiteX173" fmla="*/ 249589 w 12192000"/>
              <a:gd name="connsiteY173" fmla="*/ 379517 h 1157500"/>
              <a:gd name="connsiteX174" fmla="*/ 296963 w 12192000"/>
              <a:gd name="connsiteY174" fmla="*/ 356102 h 1157500"/>
              <a:gd name="connsiteX175" fmla="*/ 339235 w 12192000"/>
              <a:gd name="connsiteY175" fmla="*/ 324425 h 1157500"/>
              <a:gd name="connsiteX176" fmla="*/ 447152 w 12192000"/>
              <a:gd name="connsiteY176" fmla="*/ 327423 h 1157500"/>
              <a:gd name="connsiteX177" fmla="*/ 475247 w 12192000"/>
              <a:gd name="connsiteY177" fmla="*/ 336714 h 1157500"/>
              <a:gd name="connsiteX178" fmla="*/ 477967 w 12192000"/>
              <a:gd name="connsiteY178" fmla="*/ 337960 h 1157500"/>
              <a:gd name="connsiteX179" fmla="*/ 703732 w 12192000"/>
              <a:gd name="connsiteY179" fmla="*/ 316599 h 1157500"/>
              <a:gd name="connsiteX180" fmla="*/ 853391 w 12192000"/>
              <a:gd name="connsiteY180" fmla="*/ 303591 h 1157500"/>
              <a:gd name="connsiteX181" fmla="*/ 925332 w 12192000"/>
              <a:gd name="connsiteY181" fmla="*/ 298686 h 1157500"/>
              <a:gd name="connsiteX182" fmla="*/ 941286 w 12192000"/>
              <a:gd name="connsiteY182" fmla="*/ 288932 h 1157500"/>
              <a:gd name="connsiteX183" fmla="*/ 950845 w 12192000"/>
              <a:gd name="connsiteY183" fmla="*/ 286595 h 1157500"/>
              <a:gd name="connsiteX184" fmla="*/ 953292 w 12192000"/>
              <a:gd name="connsiteY184" fmla="*/ 280892 h 1157500"/>
              <a:gd name="connsiteX185" fmla="*/ 967499 w 12192000"/>
              <a:gd name="connsiteY185" fmla="*/ 273760 h 1157500"/>
              <a:gd name="connsiteX186" fmla="*/ 1069267 w 12192000"/>
              <a:gd name="connsiteY186" fmla="*/ 262766 h 1157500"/>
              <a:gd name="connsiteX187" fmla="*/ 1138407 w 12192000"/>
              <a:gd name="connsiteY187" fmla="*/ 246567 h 1157500"/>
              <a:gd name="connsiteX188" fmla="*/ 1164931 w 12192000"/>
              <a:gd name="connsiteY188" fmla="*/ 238622 h 1157500"/>
              <a:gd name="connsiteX189" fmla="*/ 1211622 w 12192000"/>
              <a:gd name="connsiteY189" fmla="*/ 220676 h 1157500"/>
              <a:gd name="connsiteX190" fmla="*/ 1274567 w 12192000"/>
              <a:gd name="connsiteY190" fmla="*/ 203380 h 1157500"/>
              <a:gd name="connsiteX191" fmla="*/ 1325029 w 12192000"/>
              <a:gd name="connsiteY191" fmla="*/ 207937 h 1157500"/>
              <a:gd name="connsiteX192" fmla="*/ 1356805 w 12192000"/>
              <a:gd name="connsiteY192" fmla="*/ 203622 h 1157500"/>
              <a:gd name="connsiteX193" fmla="*/ 1468752 w 12192000"/>
              <a:gd name="connsiteY193" fmla="*/ 214604 h 1157500"/>
              <a:gd name="connsiteX194" fmla="*/ 1650750 w 12192000"/>
              <a:gd name="connsiteY194" fmla="*/ 165090 h 1157500"/>
              <a:gd name="connsiteX195" fmla="*/ 1655056 w 12192000"/>
              <a:gd name="connsiteY195" fmla="*/ 172106 h 1157500"/>
              <a:gd name="connsiteX196" fmla="*/ 1683220 w 12192000"/>
              <a:gd name="connsiteY196" fmla="*/ 169652 h 1157500"/>
              <a:gd name="connsiteX197" fmla="*/ 1685599 w 12192000"/>
              <a:gd name="connsiteY197" fmla="*/ 165388 h 1157500"/>
              <a:gd name="connsiteX198" fmla="*/ 1735783 w 12192000"/>
              <a:gd name="connsiteY198" fmla="*/ 177400 h 1157500"/>
              <a:gd name="connsiteX199" fmla="*/ 1797102 w 12192000"/>
              <a:gd name="connsiteY199" fmla="*/ 182289 h 1157500"/>
              <a:gd name="connsiteX200" fmla="*/ 1845638 w 12192000"/>
              <a:gd name="connsiteY200" fmla="*/ 163774 h 1157500"/>
              <a:gd name="connsiteX201" fmla="*/ 1848980 w 12192000"/>
              <a:gd name="connsiteY201" fmla="*/ 167516 h 1157500"/>
              <a:gd name="connsiteX202" fmla="*/ 1880587 w 12192000"/>
              <a:gd name="connsiteY202" fmla="*/ 165506 h 1157500"/>
              <a:gd name="connsiteX203" fmla="*/ 1995803 w 12192000"/>
              <a:gd name="connsiteY203" fmla="*/ 131847 h 1157500"/>
              <a:gd name="connsiteX204" fmla="*/ 2057448 w 12192000"/>
              <a:gd name="connsiteY204" fmla="*/ 128650 h 1157500"/>
              <a:gd name="connsiteX205" fmla="*/ 2119088 w 12192000"/>
              <a:gd name="connsiteY205" fmla="*/ 113508 h 1157500"/>
              <a:gd name="connsiteX206" fmla="*/ 2138831 w 12192000"/>
              <a:gd name="connsiteY206" fmla="*/ 116194 h 1157500"/>
              <a:gd name="connsiteX207" fmla="*/ 2214259 w 12192000"/>
              <a:gd name="connsiteY207" fmla="*/ 110542 h 1157500"/>
              <a:gd name="connsiteX208" fmla="*/ 2264911 w 12192000"/>
              <a:gd name="connsiteY208" fmla="*/ 101639 h 1157500"/>
              <a:gd name="connsiteX209" fmla="*/ 2454058 w 12192000"/>
              <a:gd name="connsiteY209" fmla="*/ 67266 h 1157500"/>
              <a:gd name="connsiteX210" fmla="*/ 2534188 w 12192000"/>
              <a:gd name="connsiteY210" fmla="*/ 63730 h 1157500"/>
              <a:gd name="connsiteX211" fmla="*/ 2616912 w 12192000"/>
              <a:gd name="connsiteY211" fmla="*/ 44757 h 1157500"/>
              <a:gd name="connsiteX212" fmla="*/ 2698592 w 12192000"/>
              <a:gd name="connsiteY212" fmla="*/ 35873 h 1157500"/>
              <a:gd name="connsiteX213" fmla="*/ 2891953 w 12192000"/>
              <a:gd name="connsiteY21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94439 w 12192000"/>
              <a:gd name="connsiteY67" fmla="*/ 177642 h 1157500"/>
              <a:gd name="connsiteX68" fmla="*/ 6963220 w 12192000"/>
              <a:gd name="connsiteY68" fmla="*/ 167304 h 1157500"/>
              <a:gd name="connsiteX69" fmla="*/ 6976706 w 12192000"/>
              <a:gd name="connsiteY69" fmla="*/ 170894 h 1157500"/>
              <a:gd name="connsiteX70" fmla="*/ 6987064 w 12192000"/>
              <a:gd name="connsiteY70" fmla="*/ 160402 h 1157500"/>
              <a:gd name="connsiteX71" fmla="*/ 7030230 w 12192000"/>
              <a:gd name="connsiteY71" fmla="*/ 159715 h 1157500"/>
              <a:gd name="connsiteX72" fmla="*/ 7045014 w 12192000"/>
              <a:gd name="connsiteY72" fmla="*/ 169101 h 1157500"/>
              <a:gd name="connsiteX73" fmla="*/ 7058714 w 12192000"/>
              <a:gd name="connsiteY73" fmla="*/ 175992 h 1157500"/>
              <a:gd name="connsiteX74" fmla="*/ 7060499 w 12192000"/>
              <a:gd name="connsiteY74" fmla="*/ 176063 h 1157500"/>
              <a:gd name="connsiteX75" fmla="*/ 7176563 w 12192000"/>
              <a:gd name="connsiteY75" fmla="*/ 173244 h 1157500"/>
              <a:gd name="connsiteX76" fmla="*/ 7205529 w 12192000"/>
              <a:gd name="connsiteY76" fmla="*/ 181011 h 1157500"/>
              <a:gd name="connsiteX77" fmla="*/ 7310118 w 12192000"/>
              <a:gd name="connsiteY77" fmla="*/ 162605 h 1157500"/>
              <a:gd name="connsiteX78" fmla="*/ 7673859 w 12192000"/>
              <a:gd name="connsiteY78" fmla="*/ 150336 h 1157500"/>
              <a:gd name="connsiteX79" fmla="*/ 7692748 w 12192000"/>
              <a:gd name="connsiteY79" fmla="*/ 161537 h 1157500"/>
              <a:gd name="connsiteX80" fmla="*/ 7756672 w 12192000"/>
              <a:gd name="connsiteY80" fmla="*/ 157372 h 1157500"/>
              <a:gd name="connsiteX81" fmla="*/ 7974189 w 12192000"/>
              <a:gd name="connsiteY81" fmla="*/ 154819 h 1157500"/>
              <a:gd name="connsiteX82" fmla="*/ 8101969 w 12192000"/>
              <a:gd name="connsiteY82" fmla="*/ 144495 h 1157500"/>
              <a:gd name="connsiteX83" fmla="*/ 8106826 w 12192000"/>
              <a:gd name="connsiteY83" fmla="*/ 139853 h 1157500"/>
              <a:gd name="connsiteX84" fmla="*/ 8162058 w 12192000"/>
              <a:gd name="connsiteY84" fmla="*/ 96704 h 1157500"/>
              <a:gd name="connsiteX85" fmla="*/ 8184568 w 12192000"/>
              <a:gd name="connsiteY85" fmla="*/ 93990 h 1157500"/>
              <a:gd name="connsiteX86" fmla="*/ 8228227 w 12192000"/>
              <a:gd name="connsiteY86" fmla="*/ 105972 h 1157500"/>
              <a:gd name="connsiteX87" fmla="*/ 8237963 w 12192000"/>
              <a:gd name="connsiteY87" fmla="*/ 106996 h 1157500"/>
              <a:gd name="connsiteX88" fmla="*/ 8248358 w 12192000"/>
              <a:gd name="connsiteY88" fmla="*/ 106062 h 1157500"/>
              <a:gd name="connsiteX89" fmla="*/ 8249309 w 12192000"/>
              <a:gd name="connsiteY89" fmla="*/ 106698 h 1157500"/>
              <a:gd name="connsiteX90" fmla="*/ 8249997 w 12192000"/>
              <a:gd name="connsiteY90" fmla="*/ 105915 h 1157500"/>
              <a:gd name="connsiteX91" fmla="*/ 8272162 w 12192000"/>
              <a:gd name="connsiteY91" fmla="*/ 103924 h 1157500"/>
              <a:gd name="connsiteX92" fmla="*/ 8292349 w 12192000"/>
              <a:gd name="connsiteY92" fmla="*/ 97480 h 1157500"/>
              <a:gd name="connsiteX93" fmla="*/ 8307239 w 12192000"/>
              <a:gd name="connsiteY93" fmla="*/ 94591 h 1157500"/>
              <a:gd name="connsiteX94" fmla="*/ 8339282 w 12192000"/>
              <a:gd name="connsiteY94" fmla="*/ 108942 h 1157500"/>
              <a:gd name="connsiteX95" fmla="*/ 8346156 w 12192000"/>
              <a:gd name="connsiteY95" fmla="*/ 111227 h 1157500"/>
              <a:gd name="connsiteX96" fmla="*/ 8346467 w 12192000"/>
              <a:gd name="connsiteY96" fmla="*/ 111024 h 1157500"/>
              <a:gd name="connsiteX97" fmla="*/ 8354069 w 12192000"/>
              <a:gd name="connsiteY97" fmla="*/ 112942 h 1157500"/>
              <a:gd name="connsiteX98" fmla="*/ 8358687 w 12192000"/>
              <a:gd name="connsiteY98" fmla="*/ 115393 h 1157500"/>
              <a:gd name="connsiteX99" fmla="*/ 8433385 w 12192000"/>
              <a:gd name="connsiteY99" fmla="*/ 99669 h 1157500"/>
              <a:gd name="connsiteX100" fmla="*/ 8533779 w 12192000"/>
              <a:gd name="connsiteY100" fmla="*/ 98374 h 1157500"/>
              <a:gd name="connsiteX101" fmla="*/ 8632833 w 12192000"/>
              <a:gd name="connsiteY101" fmla="*/ 100532 h 1157500"/>
              <a:gd name="connsiteX102" fmla="*/ 8668523 w 12192000"/>
              <a:gd name="connsiteY102" fmla="*/ 102979 h 1157500"/>
              <a:gd name="connsiteX103" fmla="*/ 8732893 w 12192000"/>
              <a:gd name="connsiteY103" fmla="*/ 99991 h 1157500"/>
              <a:gd name="connsiteX104" fmla="*/ 8764071 w 12192000"/>
              <a:gd name="connsiteY104" fmla="*/ 94587 h 1157500"/>
              <a:gd name="connsiteX105" fmla="*/ 8767004 w 12192000"/>
              <a:gd name="connsiteY105" fmla="*/ 91519 h 1157500"/>
              <a:gd name="connsiteX106" fmla="*/ 8772553 w 12192000"/>
              <a:gd name="connsiteY106" fmla="*/ 90314 h 1157500"/>
              <a:gd name="connsiteX107" fmla="*/ 8787201 w 12192000"/>
              <a:gd name="connsiteY107" fmla="*/ 92033 h 1157500"/>
              <a:gd name="connsiteX108" fmla="*/ 8792624 w 12192000"/>
              <a:gd name="connsiteY108" fmla="*/ 93503 h 1157500"/>
              <a:gd name="connsiteX109" fmla="*/ 8800741 w 12192000"/>
              <a:gd name="connsiteY109" fmla="*/ 93897 h 1157500"/>
              <a:gd name="connsiteX110" fmla="*/ 8800966 w 12192000"/>
              <a:gd name="connsiteY110" fmla="*/ 93645 h 1157500"/>
              <a:gd name="connsiteX111" fmla="*/ 8808513 w 12192000"/>
              <a:gd name="connsiteY111" fmla="*/ 94530 h 1157500"/>
              <a:gd name="connsiteX112" fmla="*/ 8845110 w 12192000"/>
              <a:gd name="connsiteY112" fmla="*/ 102179 h 1157500"/>
              <a:gd name="connsiteX113" fmla="*/ 8917529 w 12192000"/>
              <a:gd name="connsiteY113" fmla="*/ 76373 h 1157500"/>
              <a:gd name="connsiteX114" fmla="*/ 9026654 w 12192000"/>
              <a:gd name="connsiteY114" fmla="*/ 93420 h 1157500"/>
              <a:gd name="connsiteX115" fmla="*/ 9088505 w 12192000"/>
              <a:gd name="connsiteY115" fmla="*/ 113002 h 1157500"/>
              <a:gd name="connsiteX116" fmla="*/ 9203241 w 12192000"/>
              <a:gd name="connsiteY116" fmla="*/ 111713 h 1157500"/>
              <a:gd name="connsiteX117" fmla="*/ 9415584 w 12192000"/>
              <a:gd name="connsiteY117" fmla="*/ 157156 h 1157500"/>
              <a:gd name="connsiteX118" fmla="*/ 9505102 w 12192000"/>
              <a:gd name="connsiteY118" fmla="*/ 141042 h 1157500"/>
              <a:gd name="connsiteX119" fmla="*/ 9643040 w 12192000"/>
              <a:gd name="connsiteY119" fmla="*/ 158233 h 1157500"/>
              <a:gd name="connsiteX120" fmla="*/ 9762999 w 12192000"/>
              <a:gd name="connsiteY120" fmla="*/ 162623 h 1157500"/>
              <a:gd name="connsiteX121" fmla="*/ 9776183 w 12192000"/>
              <a:gd name="connsiteY121" fmla="*/ 162191 h 1157500"/>
              <a:gd name="connsiteX122" fmla="*/ 9780532 w 12192000"/>
              <a:gd name="connsiteY122" fmla="*/ 155823 h 1157500"/>
              <a:gd name="connsiteX123" fmla="*/ 9910588 w 12192000"/>
              <a:gd name="connsiteY123" fmla="*/ 154327 h 1157500"/>
              <a:gd name="connsiteX124" fmla="*/ 9924173 w 12192000"/>
              <a:gd name="connsiteY124" fmla="*/ 158591 h 1157500"/>
              <a:gd name="connsiteX125" fmla="*/ 10010969 w 12192000"/>
              <a:gd name="connsiteY125" fmla="*/ 155802 h 1157500"/>
              <a:gd name="connsiteX126" fmla="*/ 10070699 w 12192000"/>
              <a:gd name="connsiteY126" fmla="*/ 157854 h 1157500"/>
              <a:gd name="connsiteX127" fmla="*/ 10155104 w 12192000"/>
              <a:gd name="connsiteY127" fmla="*/ 151613 h 1157500"/>
              <a:gd name="connsiteX128" fmla="*/ 10250982 w 12192000"/>
              <a:gd name="connsiteY128" fmla="*/ 128642 h 1157500"/>
              <a:gd name="connsiteX129" fmla="*/ 10343301 w 12192000"/>
              <a:gd name="connsiteY129" fmla="*/ 90884 h 1157500"/>
              <a:gd name="connsiteX130" fmla="*/ 10366625 w 12192000"/>
              <a:gd name="connsiteY130" fmla="*/ 79428 h 1157500"/>
              <a:gd name="connsiteX131" fmla="*/ 10433505 w 12192000"/>
              <a:gd name="connsiteY131" fmla="*/ 65000 h 1157500"/>
              <a:gd name="connsiteX132" fmla="*/ 10547510 w 12192000"/>
              <a:gd name="connsiteY132" fmla="*/ 47246 h 1157500"/>
              <a:gd name="connsiteX133" fmla="*/ 10588150 w 12192000"/>
              <a:gd name="connsiteY133" fmla="*/ 32287 h 1157500"/>
              <a:gd name="connsiteX134" fmla="*/ 10589457 w 12192000"/>
              <a:gd name="connsiteY134" fmla="*/ 25296 h 1157500"/>
              <a:gd name="connsiteX135" fmla="*/ 10699976 w 12192000"/>
              <a:gd name="connsiteY135" fmla="*/ 43345 h 1157500"/>
              <a:gd name="connsiteX136" fmla="*/ 10812237 w 12192000"/>
              <a:gd name="connsiteY136" fmla="*/ 46327 h 1157500"/>
              <a:gd name="connsiteX137" fmla="*/ 10869837 w 12192000"/>
              <a:gd name="connsiteY137" fmla="*/ 65795 h 1157500"/>
              <a:gd name="connsiteX138" fmla="*/ 10881770 w 12192000"/>
              <a:gd name="connsiteY138" fmla="*/ 73672 h 1157500"/>
              <a:gd name="connsiteX139" fmla="*/ 10896899 w 12192000"/>
              <a:gd name="connsiteY139" fmla="*/ 70731 h 1157500"/>
              <a:gd name="connsiteX140" fmla="*/ 10901748 w 12192000"/>
              <a:gd name="connsiteY140" fmla="*/ 66352 h 1157500"/>
              <a:gd name="connsiteX141" fmla="*/ 10947419 w 12192000"/>
              <a:gd name="connsiteY141" fmla="*/ 83316 h 1157500"/>
              <a:gd name="connsiteX142" fmla="*/ 10953034 w 12192000"/>
              <a:gd name="connsiteY142" fmla="*/ 84438 h 1157500"/>
              <a:gd name="connsiteX143" fmla="*/ 10992070 w 12192000"/>
              <a:gd name="connsiteY143" fmla="*/ 88841 h 1157500"/>
              <a:gd name="connsiteX144" fmla="*/ 11112372 w 12192000"/>
              <a:gd name="connsiteY144" fmla="*/ 82247 h 1157500"/>
              <a:gd name="connsiteX145" fmla="*/ 11147719 w 12192000"/>
              <a:gd name="connsiteY145" fmla="*/ 80560 h 1157500"/>
              <a:gd name="connsiteX146" fmla="*/ 11172617 w 12192000"/>
              <a:gd name="connsiteY146" fmla="*/ 76265 h 1157500"/>
              <a:gd name="connsiteX147" fmla="*/ 11240397 w 12192000"/>
              <a:gd name="connsiteY147" fmla="*/ 81830 h 1157500"/>
              <a:gd name="connsiteX148" fmla="*/ 11270034 w 12192000"/>
              <a:gd name="connsiteY148" fmla="*/ 91947 h 1157500"/>
              <a:gd name="connsiteX149" fmla="*/ 11293091 w 12192000"/>
              <a:gd name="connsiteY149" fmla="*/ 92042 h 1157500"/>
              <a:gd name="connsiteX150" fmla="*/ 11310949 w 12192000"/>
              <a:gd name="connsiteY150" fmla="*/ 97842 h 1157500"/>
              <a:gd name="connsiteX151" fmla="*/ 11345279 w 12192000"/>
              <a:gd name="connsiteY151" fmla="*/ 95451 h 1157500"/>
              <a:gd name="connsiteX152" fmla="*/ 11354597 w 12192000"/>
              <a:gd name="connsiteY152" fmla="*/ 97953 h 1157500"/>
              <a:gd name="connsiteX153" fmla="*/ 11367725 w 12192000"/>
              <a:gd name="connsiteY153" fmla="*/ 97999 h 1157500"/>
              <a:gd name="connsiteX154" fmla="*/ 11399832 w 12192000"/>
              <a:gd name="connsiteY154" fmla="*/ 110616 h 1157500"/>
              <a:gd name="connsiteX155" fmla="*/ 11487595 w 12192000"/>
              <a:gd name="connsiteY155" fmla="*/ 152322 h 1157500"/>
              <a:gd name="connsiteX156" fmla="*/ 11590850 w 12192000"/>
              <a:gd name="connsiteY156" fmla="*/ 238552 h 1157500"/>
              <a:gd name="connsiteX157" fmla="*/ 11736204 w 12192000"/>
              <a:gd name="connsiteY157" fmla="*/ 277509 h 1157500"/>
              <a:gd name="connsiteX158" fmla="*/ 11760331 w 12192000"/>
              <a:gd name="connsiteY158" fmla="*/ 291936 h 1157500"/>
              <a:gd name="connsiteX159" fmla="*/ 11819139 w 12192000"/>
              <a:gd name="connsiteY159" fmla="*/ 304143 h 1157500"/>
              <a:gd name="connsiteX160" fmla="*/ 11821967 w 12192000"/>
              <a:gd name="connsiteY160" fmla="*/ 305790 h 1157500"/>
              <a:gd name="connsiteX161" fmla="*/ 11847125 w 12192000"/>
              <a:gd name="connsiteY161" fmla="*/ 297401 h 1157500"/>
              <a:gd name="connsiteX162" fmla="*/ 11980134 w 12192000"/>
              <a:gd name="connsiteY162" fmla="*/ 321911 h 1157500"/>
              <a:gd name="connsiteX163" fmla="*/ 12174576 w 12192000"/>
              <a:gd name="connsiteY163" fmla="*/ 376108 h 1157500"/>
              <a:gd name="connsiteX164" fmla="*/ 12192000 w 12192000"/>
              <a:gd name="connsiteY164" fmla="*/ 379233 h 1157500"/>
              <a:gd name="connsiteX165" fmla="*/ 12192000 w 12192000"/>
              <a:gd name="connsiteY165" fmla="*/ 1157500 h 1157500"/>
              <a:gd name="connsiteX166" fmla="*/ 0 w 12192000"/>
              <a:gd name="connsiteY166" fmla="*/ 1157500 h 1157500"/>
              <a:gd name="connsiteX167" fmla="*/ 0 w 12192000"/>
              <a:gd name="connsiteY167" fmla="*/ 483545 h 1157500"/>
              <a:gd name="connsiteX168" fmla="*/ 5331 w 12192000"/>
              <a:gd name="connsiteY168" fmla="*/ 482797 h 1157500"/>
              <a:gd name="connsiteX169" fmla="*/ 39902 w 12192000"/>
              <a:gd name="connsiteY169" fmla="*/ 472284 h 1157500"/>
              <a:gd name="connsiteX170" fmla="*/ 117880 w 12192000"/>
              <a:gd name="connsiteY170" fmla="*/ 420956 h 1157500"/>
              <a:gd name="connsiteX171" fmla="*/ 238140 w 12192000"/>
              <a:gd name="connsiteY171" fmla="*/ 379297 h 1157500"/>
              <a:gd name="connsiteX172" fmla="*/ 249589 w 12192000"/>
              <a:gd name="connsiteY172" fmla="*/ 379517 h 1157500"/>
              <a:gd name="connsiteX173" fmla="*/ 296963 w 12192000"/>
              <a:gd name="connsiteY173" fmla="*/ 356102 h 1157500"/>
              <a:gd name="connsiteX174" fmla="*/ 339235 w 12192000"/>
              <a:gd name="connsiteY174" fmla="*/ 324425 h 1157500"/>
              <a:gd name="connsiteX175" fmla="*/ 447152 w 12192000"/>
              <a:gd name="connsiteY175" fmla="*/ 327423 h 1157500"/>
              <a:gd name="connsiteX176" fmla="*/ 475247 w 12192000"/>
              <a:gd name="connsiteY176" fmla="*/ 336714 h 1157500"/>
              <a:gd name="connsiteX177" fmla="*/ 477967 w 12192000"/>
              <a:gd name="connsiteY177" fmla="*/ 337960 h 1157500"/>
              <a:gd name="connsiteX178" fmla="*/ 703732 w 12192000"/>
              <a:gd name="connsiteY178" fmla="*/ 316599 h 1157500"/>
              <a:gd name="connsiteX179" fmla="*/ 853391 w 12192000"/>
              <a:gd name="connsiteY179" fmla="*/ 303591 h 1157500"/>
              <a:gd name="connsiteX180" fmla="*/ 925332 w 12192000"/>
              <a:gd name="connsiteY180" fmla="*/ 298686 h 1157500"/>
              <a:gd name="connsiteX181" fmla="*/ 941286 w 12192000"/>
              <a:gd name="connsiteY181" fmla="*/ 288932 h 1157500"/>
              <a:gd name="connsiteX182" fmla="*/ 950845 w 12192000"/>
              <a:gd name="connsiteY182" fmla="*/ 286595 h 1157500"/>
              <a:gd name="connsiteX183" fmla="*/ 953292 w 12192000"/>
              <a:gd name="connsiteY183" fmla="*/ 280892 h 1157500"/>
              <a:gd name="connsiteX184" fmla="*/ 967499 w 12192000"/>
              <a:gd name="connsiteY184" fmla="*/ 273760 h 1157500"/>
              <a:gd name="connsiteX185" fmla="*/ 1069267 w 12192000"/>
              <a:gd name="connsiteY185" fmla="*/ 262766 h 1157500"/>
              <a:gd name="connsiteX186" fmla="*/ 1138407 w 12192000"/>
              <a:gd name="connsiteY186" fmla="*/ 246567 h 1157500"/>
              <a:gd name="connsiteX187" fmla="*/ 1164931 w 12192000"/>
              <a:gd name="connsiteY187" fmla="*/ 238622 h 1157500"/>
              <a:gd name="connsiteX188" fmla="*/ 1211622 w 12192000"/>
              <a:gd name="connsiteY188" fmla="*/ 220676 h 1157500"/>
              <a:gd name="connsiteX189" fmla="*/ 1274567 w 12192000"/>
              <a:gd name="connsiteY189" fmla="*/ 203380 h 1157500"/>
              <a:gd name="connsiteX190" fmla="*/ 1325029 w 12192000"/>
              <a:gd name="connsiteY190" fmla="*/ 207937 h 1157500"/>
              <a:gd name="connsiteX191" fmla="*/ 1356805 w 12192000"/>
              <a:gd name="connsiteY191" fmla="*/ 203622 h 1157500"/>
              <a:gd name="connsiteX192" fmla="*/ 1468752 w 12192000"/>
              <a:gd name="connsiteY192" fmla="*/ 214604 h 1157500"/>
              <a:gd name="connsiteX193" fmla="*/ 1650750 w 12192000"/>
              <a:gd name="connsiteY193" fmla="*/ 165090 h 1157500"/>
              <a:gd name="connsiteX194" fmla="*/ 1655056 w 12192000"/>
              <a:gd name="connsiteY194" fmla="*/ 172106 h 1157500"/>
              <a:gd name="connsiteX195" fmla="*/ 1683220 w 12192000"/>
              <a:gd name="connsiteY195" fmla="*/ 169652 h 1157500"/>
              <a:gd name="connsiteX196" fmla="*/ 1685599 w 12192000"/>
              <a:gd name="connsiteY196" fmla="*/ 165388 h 1157500"/>
              <a:gd name="connsiteX197" fmla="*/ 1735783 w 12192000"/>
              <a:gd name="connsiteY197" fmla="*/ 177400 h 1157500"/>
              <a:gd name="connsiteX198" fmla="*/ 1797102 w 12192000"/>
              <a:gd name="connsiteY198" fmla="*/ 182289 h 1157500"/>
              <a:gd name="connsiteX199" fmla="*/ 1845638 w 12192000"/>
              <a:gd name="connsiteY199" fmla="*/ 163774 h 1157500"/>
              <a:gd name="connsiteX200" fmla="*/ 1848980 w 12192000"/>
              <a:gd name="connsiteY200" fmla="*/ 167516 h 1157500"/>
              <a:gd name="connsiteX201" fmla="*/ 1880587 w 12192000"/>
              <a:gd name="connsiteY201" fmla="*/ 165506 h 1157500"/>
              <a:gd name="connsiteX202" fmla="*/ 1995803 w 12192000"/>
              <a:gd name="connsiteY202" fmla="*/ 131847 h 1157500"/>
              <a:gd name="connsiteX203" fmla="*/ 2057448 w 12192000"/>
              <a:gd name="connsiteY203" fmla="*/ 128650 h 1157500"/>
              <a:gd name="connsiteX204" fmla="*/ 2119088 w 12192000"/>
              <a:gd name="connsiteY204" fmla="*/ 113508 h 1157500"/>
              <a:gd name="connsiteX205" fmla="*/ 2138831 w 12192000"/>
              <a:gd name="connsiteY205" fmla="*/ 116194 h 1157500"/>
              <a:gd name="connsiteX206" fmla="*/ 2214259 w 12192000"/>
              <a:gd name="connsiteY206" fmla="*/ 110542 h 1157500"/>
              <a:gd name="connsiteX207" fmla="*/ 2264911 w 12192000"/>
              <a:gd name="connsiteY207" fmla="*/ 101639 h 1157500"/>
              <a:gd name="connsiteX208" fmla="*/ 2454058 w 12192000"/>
              <a:gd name="connsiteY208" fmla="*/ 67266 h 1157500"/>
              <a:gd name="connsiteX209" fmla="*/ 2534188 w 12192000"/>
              <a:gd name="connsiteY209" fmla="*/ 63730 h 1157500"/>
              <a:gd name="connsiteX210" fmla="*/ 2616912 w 12192000"/>
              <a:gd name="connsiteY210" fmla="*/ 44757 h 1157500"/>
              <a:gd name="connsiteX211" fmla="*/ 2698592 w 12192000"/>
              <a:gd name="connsiteY211" fmla="*/ 35873 h 1157500"/>
              <a:gd name="connsiteX212" fmla="*/ 2891953 w 12192000"/>
              <a:gd name="connsiteY21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61047 w 12192000"/>
              <a:gd name="connsiteY55" fmla="*/ 175844 h 1157500"/>
              <a:gd name="connsiteX56" fmla="*/ 6595639 w 12192000"/>
              <a:gd name="connsiteY56" fmla="*/ 168164 h 1157500"/>
              <a:gd name="connsiteX57" fmla="*/ 6692265 w 12192000"/>
              <a:gd name="connsiteY57" fmla="*/ 164829 h 1157500"/>
              <a:gd name="connsiteX58" fmla="*/ 6697219 w 12192000"/>
              <a:gd name="connsiteY58" fmla="*/ 165301 h 1157500"/>
              <a:gd name="connsiteX59" fmla="*/ 6713656 w 12192000"/>
              <a:gd name="connsiteY59" fmla="*/ 153600 h 1157500"/>
              <a:gd name="connsiteX60" fmla="*/ 6714383 w 12192000"/>
              <a:gd name="connsiteY60" fmla="*/ 150425 h 1157500"/>
              <a:gd name="connsiteX61" fmla="*/ 6774793 w 12192000"/>
              <a:gd name="connsiteY61" fmla="*/ 159713 h 1157500"/>
              <a:gd name="connsiteX62" fmla="*/ 6782112 w 12192000"/>
              <a:gd name="connsiteY62" fmla="*/ 155255 h 1157500"/>
              <a:gd name="connsiteX63" fmla="*/ 6822392 w 12192000"/>
              <a:gd name="connsiteY63" fmla="*/ 168588 h 1157500"/>
              <a:gd name="connsiteX64" fmla="*/ 6842719 w 12192000"/>
              <a:gd name="connsiteY64" fmla="*/ 171593 h 1157500"/>
              <a:gd name="connsiteX65" fmla="*/ 6878958 w 12192000"/>
              <a:gd name="connsiteY65" fmla="*/ 180824 h 1157500"/>
              <a:gd name="connsiteX66" fmla="*/ 6894439 w 12192000"/>
              <a:gd name="connsiteY66" fmla="*/ 177642 h 1157500"/>
              <a:gd name="connsiteX67" fmla="*/ 6963220 w 12192000"/>
              <a:gd name="connsiteY67" fmla="*/ 167304 h 1157500"/>
              <a:gd name="connsiteX68" fmla="*/ 6976706 w 12192000"/>
              <a:gd name="connsiteY68" fmla="*/ 170894 h 1157500"/>
              <a:gd name="connsiteX69" fmla="*/ 6987064 w 12192000"/>
              <a:gd name="connsiteY69" fmla="*/ 160402 h 1157500"/>
              <a:gd name="connsiteX70" fmla="*/ 7030230 w 12192000"/>
              <a:gd name="connsiteY70" fmla="*/ 159715 h 1157500"/>
              <a:gd name="connsiteX71" fmla="*/ 7045014 w 12192000"/>
              <a:gd name="connsiteY71" fmla="*/ 169101 h 1157500"/>
              <a:gd name="connsiteX72" fmla="*/ 7058714 w 12192000"/>
              <a:gd name="connsiteY72" fmla="*/ 175992 h 1157500"/>
              <a:gd name="connsiteX73" fmla="*/ 7060499 w 12192000"/>
              <a:gd name="connsiteY73" fmla="*/ 176063 h 1157500"/>
              <a:gd name="connsiteX74" fmla="*/ 7176563 w 12192000"/>
              <a:gd name="connsiteY74" fmla="*/ 173244 h 1157500"/>
              <a:gd name="connsiteX75" fmla="*/ 7205529 w 12192000"/>
              <a:gd name="connsiteY75" fmla="*/ 181011 h 1157500"/>
              <a:gd name="connsiteX76" fmla="*/ 7310118 w 12192000"/>
              <a:gd name="connsiteY76" fmla="*/ 162605 h 1157500"/>
              <a:gd name="connsiteX77" fmla="*/ 7673859 w 12192000"/>
              <a:gd name="connsiteY77" fmla="*/ 150336 h 1157500"/>
              <a:gd name="connsiteX78" fmla="*/ 7692748 w 12192000"/>
              <a:gd name="connsiteY78" fmla="*/ 161537 h 1157500"/>
              <a:gd name="connsiteX79" fmla="*/ 7756672 w 12192000"/>
              <a:gd name="connsiteY79" fmla="*/ 157372 h 1157500"/>
              <a:gd name="connsiteX80" fmla="*/ 7974189 w 12192000"/>
              <a:gd name="connsiteY80" fmla="*/ 154819 h 1157500"/>
              <a:gd name="connsiteX81" fmla="*/ 8101969 w 12192000"/>
              <a:gd name="connsiteY81" fmla="*/ 144495 h 1157500"/>
              <a:gd name="connsiteX82" fmla="*/ 8106826 w 12192000"/>
              <a:gd name="connsiteY82" fmla="*/ 139853 h 1157500"/>
              <a:gd name="connsiteX83" fmla="*/ 8162058 w 12192000"/>
              <a:gd name="connsiteY83" fmla="*/ 96704 h 1157500"/>
              <a:gd name="connsiteX84" fmla="*/ 8184568 w 12192000"/>
              <a:gd name="connsiteY84" fmla="*/ 93990 h 1157500"/>
              <a:gd name="connsiteX85" fmla="*/ 8228227 w 12192000"/>
              <a:gd name="connsiteY85" fmla="*/ 105972 h 1157500"/>
              <a:gd name="connsiteX86" fmla="*/ 8237963 w 12192000"/>
              <a:gd name="connsiteY86" fmla="*/ 106996 h 1157500"/>
              <a:gd name="connsiteX87" fmla="*/ 8248358 w 12192000"/>
              <a:gd name="connsiteY87" fmla="*/ 106062 h 1157500"/>
              <a:gd name="connsiteX88" fmla="*/ 8249309 w 12192000"/>
              <a:gd name="connsiteY88" fmla="*/ 106698 h 1157500"/>
              <a:gd name="connsiteX89" fmla="*/ 8249997 w 12192000"/>
              <a:gd name="connsiteY89" fmla="*/ 105915 h 1157500"/>
              <a:gd name="connsiteX90" fmla="*/ 8272162 w 12192000"/>
              <a:gd name="connsiteY90" fmla="*/ 103924 h 1157500"/>
              <a:gd name="connsiteX91" fmla="*/ 8292349 w 12192000"/>
              <a:gd name="connsiteY91" fmla="*/ 97480 h 1157500"/>
              <a:gd name="connsiteX92" fmla="*/ 8307239 w 12192000"/>
              <a:gd name="connsiteY92" fmla="*/ 94591 h 1157500"/>
              <a:gd name="connsiteX93" fmla="*/ 8339282 w 12192000"/>
              <a:gd name="connsiteY93" fmla="*/ 108942 h 1157500"/>
              <a:gd name="connsiteX94" fmla="*/ 8346156 w 12192000"/>
              <a:gd name="connsiteY94" fmla="*/ 111227 h 1157500"/>
              <a:gd name="connsiteX95" fmla="*/ 8346467 w 12192000"/>
              <a:gd name="connsiteY95" fmla="*/ 111024 h 1157500"/>
              <a:gd name="connsiteX96" fmla="*/ 8354069 w 12192000"/>
              <a:gd name="connsiteY96" fmla="*/ 112942 h 1157500"/>
              <a:gd name="connsiteX97" fmla="*/ 8358687 w 12192000"/>
              <a:gd name="connsiteY97" fmla="*/ 115393 h 1157500"/>
              <a:gd name="connsiteX98" fmla="*/ 8433385 w 12192000"/>
              <a:gd name="connsiteY98" fmla="*/ 99669 h 1157500"/>
              <a:gd name="connsiteX99" fmla="*/ 8533779 w 12192000"/>
              <a:gd name="connsiteY99" fmla="*/ 98374 h 1157500"/>
              <a:gd name="connsiteX100" fmla="*/ 8632833 w 12192000"/>
              <a:gd name="connsiteY100" fmla="*/ 100532 h 1157500"/>
              <a:gd name="connsiteX101" fmla="*/ 8668523 w 12192000"/>
              <a:gd name="connsiteY101" fmla="*/ 102979 h 1157500"/>
              <a:gd name="connsiteX102" fmla="*/ 8732893 w 12192000"/>
              <a:gd name="connsiteY102" fmla="*/ 99991 h 1157500"/>
              <a:gd name="connsiteX103" fmla="*/ 8764071 w 12192000"/>
              <a:gd name="connsiteY103" fmla="*/ 94587 h 1157500"/>
              <a:gd name="connsiteX104" fmla="*/ 8767004 w 12192000"/>
              <a:gd name="connsiteY104" fmla="*/ 91519 h 1157500"/>
              <a:gd name="connsiteX105" fmla="*/ 8772553 w 12192000"/>
              <a:gd name="connsiteY105" fmla="*/ 90314 h 1157500"/>
              <a:gd name="connsiteX106" fmla="*/ 8787201 w 12192000"/>
              <a:gd name="connsiteY106" fmla="*/ 92033 h 1157500"/>
              <a:gd name="connsiteX107" fmla="*/ 8792624 w 12192000"/>
              <a:gd name="connsiteY107" fmla="*/ 93503 h 1157500"/>
              <a:gd name="connsiteX108" fmla="*/ 8800741 w 12192000"/>
              <a:gd name="connsiteY108" fmla="*/ 93897 h 1157500"/>
              <a:gd name="connsiteX109" fmla="*/ 8800966 w 12192000"/>
              <a:gd name="connsiteY109" fmla="*/ 93645 h 1157500"/>
              <a:gd name="connsiteX110" fmla="*/ 8808513 w 12192000"/>
              <a:gd name="connsiteY110" fmla="*/ 94530 h 1157500"/>
              <a:gd name="connsiteX111" fmla="*/ 8845110 w 12192000"/>
              <a:gd name="connsiteY111" fmla="*/ 102179 h 1157500"/>
              <a:gd name="connsiteX112" fmla="*/ 8917529 w 12192000"/>
              <a:gd name="connsiteY112" fmla="*/ 76373 h 1157500"/>
              <a:gd name="connsiteX113" fmla="*/ 9026654 w 12192000"/>
              <a:gd name="connsiteY113" fmla="*/ 93420 h 1157500"/>
              <a:gd name="connsiteX114" fmla="*/ 9088505 w 12192000"/>
              <a:gd name="connsiteY114" fmla="*/ 113002 h 1157500"/>
              <a:gd name="connsiteX115" fmla="*/ 9203241 w 12192000"/>
              <a:gd name="connsiteY115" fmla="*/ 111713 h 1157500"/>
              <a:gd name="connsiteX116" fmla="*/ 9415584 w 12192000"/>
              <a:gd name="connsiteY116" fmla="*/ 157156 h 1157500"/>
              <a:gd name="connsiteX117" fmla="*/ 9505102 w 12192000"/>
              <a:gd name="connsiteY117" fmla="*/ 141042 h 1157500"/>
              <a:gd name="connsiteX118" fmla="*/ 9643040 w 12192000"/>
              <a:gd name="connsiteY118" fmla="*/ 158233 h 1157500"/>
              <a:gd name="connsiteX119" fmla="*/ 9762999 w 12192000"/>
              <a:gd name="connsiteY119" fmla="*/ 162623 h 1157500"/>
              <a:gd name="connsiteX120" fmla="*/ 9776183 w 12192000"/>
              <a:gd name="connsiteY120" fmla="*/ 162191 h 1157500"/>
              <a:gd name="connsiteX121" fmla="*/ 9780532 w 12192000"/>
              <a:gd name="connsiteY121" fmla="*/ 155823 h 1157500"/>
              <a:gd name="connsiteX122" fmla="*/ 9910588 w 12192000"/>
              <a:gd name="connsiteY122" fmla="*/ 154327 h 1157500"/>
              <a:gd name="connsiteX123" fmla="*/ 9924173 w 12192000"/>
              <a:gd name="connsiteY123" fmla="*/ 158591 h 1157500"/>
              <a:gd name="connsiteX124" fmla="*/ 10010969 w 12192000"/>
              <a:gd name="connsiteY124" fmla="*/ 155802 h 1157500"/>
              <a:gd name="connsiteX125" fmla="*/ 10070699 w 12192000"/>
              <a:gd name="connsiteY125" fmla="*/ 157854 h 1157500"/>
              <a:gd name="connsiteX126" fmla="*/ 10155104 w 12192000"/>
              <a:gd name="connsiteY126" fmla="*/ 151613 h 1157500"/>
              <a:gd name="connsiteX127" fmla="*/ 10250982 w 12192000"/>
              <a:gd name="connsiteY127" fmla="*/ 128642 h 1157500"/>
              <a:gd name="connsiteX128" fmla="*/ 10343301 w 12192000"/>
              <a:gd name="connsiteY128" fmla="*/ 90884 h 1157500"/>
              <a:gd name="connsiteX129" fmla="*/ 10366625 w 12192000"/>
              <a:gd name="connsiteY129" fmla="*/ 79428 h 1157500"/>
              <a:gd name="connsiteX130" fmla="*/ 10433505 w 12192000"/>
              <a:gd name="connsiteY130" fmla="*/ 65000 h 1157500"/>
              <a:gd name="connsiteX131" fmla="*/ 10547510 w 12192000"/>
              <a:gd name="connsiteY131" fmla="*/ 47246 h 1157500"/>
              <a:gd name="connsiteX132" fmla="*/ 10588150 w 12192000"/>
              <a:gd name="connsiteY132" fmla="*/ 32287 h 1157500"/>
              <a:gd name="connsiteX133" fmla="*/ 10589457 w 12192000"/>
              <a:gd name="connsiteY133" fmla="*/ 25296 h 1157500"/>
              <a:gd name="connsiteX134" fmla="*/ 10699976 w 12192000"/>
              <a:gd name="connsiteY134" fmla="*/ 43345 h 1157500"/>
              <a:gd name="connsiteX135" fmla="*/ 10812237 w 12192000"/>
              <a:gd name="connsiteY135" fmla="*/ 46327 h 1157500"/>
              <a:gd name="connsiteX136" fmla="*/ 10869837 w 12192000"/>
              <a:gd name="connsiteY136" fmla="*/ 65795 h 1157500"/>
              <a:gd name="connsiteX137" fmla="*/ 10881770 w 12192000"/>
              <a:gd name="connsiteY137" fmla="*/ 73672 h 1157500"/>
              <a:gd name="connsiteX138" fmla="*/ 10896899 w 12192000"/>
              <a:gd name="connsiteY138" fmla="*/ 70731 h 1157500"/>
              <a:gd name="connsiteX139" fmla="*/ 10901748 w 12192000"/>
              <a:gd name="connsiteY139" fmla="*/ 66352 h 1157500"/>
              <a:gd name="connsiteX140" fmla="*/ 10947419 w 12192000"/>
              <a:gd name="connsiteY140" fmla="*/ 83316 h 1157500"/>
              <a:gd name="connsiteX141" fmla="*/ 10953034 w 12192000"/>
              <a:gd name="connsiteY141" fmla="*/ 84438 h 1157500"/>
              <a:gd name="connsiteX142" fmla="*/ 10992070 w 12192000"/>
              <a:gd name="connsiteY142" fmla="*/ 88841 h 1157500"/>
              <a:gd name="connsiteX143" fmla="*/ 11112372 w 12192000"/>
              <a:gd name="connsiteY143" fmla="*/ 82247 h 1157500"/>
              <a:gd name="connsiteX144" fmla="*/ 11147719 w 12192000"/>
              <a:gd name="connsiteY144" fmla="*/ 80560 h 1157500"/>
              <a:gd name="connsiteX145" fmla="*/ 11172617 w 12192000"/>
              <a:gd name="connsiteY145" fmla="*/ 76265 h 1157500"/>
              <a:gd name="connsiteX146" fmla="*/ 11240397 w 12192000"/>
              <a:gd name="connsiteY146" fmla="*/ 81830 h 1157500"/>
              <a:gd name="connsiteX147" fmla="*/ 11270034 w 12192000"/>
              <a:gd name="connsiteY147" fmla="*/ 91947 h 1157500"/>
              <a:gd name="connsiteX148" fmla="*/ 11293091 w 12192000"/>
              <a:gd name="connsiteY148" fmla="*/ 92042 h 1157500"/>
              <a:gd name="connsiteX149" fmla="*/ 11310949 w 12192000"/>
              <a:gd name="connsiteY149" fmla="*/ 97842 h 1157500"/>
              <a:gd name="connsiteX150" fmla="*/ 11345279 w 12192000"/>
              <a:gd name="connsiteY150" fmla="*/ 95451 h 1157500"/>
              <a:gd name="connsiteX151" fmla="*/ 11354597 w 12192000"/>
              <a:gd name="connsiteY151" fmla="*/ 97953 h 1157500"/>
              <a:gd name="connsiteX152" fmla="*/ 11367725 w 12192000"/>
              <a:gd name="connsiteY152" fmla="*/ 97999 h 1157500"/>
              <a:gd name="connsiteX153" fmla="*/ 11399832 w 12192000"/>
              <a:gd name="connsiteY153" fmla="*/ 110616 h 1157500"/>
              <a:gd name="connsiteX154" fmla="*/ 11487595 w 12192000"/>
              <a:gd name="connsiteY154" fmla="*/ 152322 h 1157500"/>
              <a:gd name="connsiteX155" fmla="*/ 11590850 w 12192000"/>
              <a:gd name="connsiteY155" fmla="*/ 238552 h 1157500"/>
              <a:gd name="connsiteX156" fmla="*/ 11736204 w 12192000"/>
              <a:gd name="connsiteY156" fmla="*/ 277509 h 1157500"/>
              <a:gd name="connsiteX157" fmla="*/ 11760331 w 12192000"/>
              <a:gd name="connsiteY157" fmla="*/ 291936 h 1157500"/>
              <a:gd name="connsiteX158" fmla="*/ 11819139 w 12192000"/>
              <a:gd name="connsiteY158" fmla="*/ 304143 h 1157500"/>
              <a:gd name="connsiteX159" fmla="*/ 11821967 w 12192000"/>
              <a:gd name="connsiteY159" fmla="*/ 305790 h 1157500"/>
              <a:gd name="connsiteX160" fmla="*/ 11847125 w 12192000"/>
              <a:gd name="connsiteY160" fmla="*/ 297401 h 1157500"/>
              <a:gd name="connsiteX161" fmla="*/ 11980134 w 12192000"/>
              <a:gd name="connsiteY161" fmla="*/ 321911 h 1157500"/>
              <a:gd name="connsiteX162" fmla="*/ 12174576 w 12192000"/>
              <a:gd name="connsiteY162" fmla="*/ 376108 h 1157500"/>
              <a:gd name="connsiteX163" fmla="*/ 12192000 w 12192000"/>
              <a:gd name="connsiteY163" fmla="*/ 379233 h 1157500"/>
              <a:gd name="connsiteX164" fmla="*/ 12192000 w 12192000"/>
              <a:gd name="connsiteY164" fmla="*/ 1157500 h 1157500"/>
              <a:gd name="connsiteX165" fmla="*/ 0 w 12192000"/>
              <a:gd name="connsiteY165" fmla="*/ 1157500 h 1157500"/>
              <a:gd name="connsiteX166" fmla="*/ 0 w 12192000"/>
              <a:gd name="connsiteY166" fmla="*/ 483545 h 1157500"/>
              <a:gd name="connsiteX167" fmla="*/ 5331 w 12192000"/>
              <a:gd name="connsiteY167" fmla="*/ 482797 h 1157500"/>
              <a:gd name="connsiteX168" fmla="*/ 39902 w 12192000"/>
              <a:gd name="connsiteY168" fmla="*/ 472284 h 1157500"/>
              <a:gd name="connsiteX169" fmla="*/ 117880 w 12192000"/>
              <a:gd name="connsiteY169" fmla="*/ 420956 h 1157500"/>
              <a:gd name="connsiteX170" fmla="*/ 238140 w 12192000"/>
              <a:gd name="connsiteY170" fmla="*/ 379297 h 1157500"/>
              <a:gd name="connsiteX171" fmla="*/ 249589 w 12192000"/>
              <a:gd name="connsiteY171" fmla="*/ 379517 h 1157500"/>
              <a:gd name="connsiteX172" fmla="*/ 296963 w 12192000"/>
              <a:gd name="connsiteY172" fmla="*/ 356102 h 1157500"/>
              <a:gd name="connsiteX173" fmla="*/ 339235 w 12192000"/>
              <a:gd name="connsiteY173" fmla="*/ 324425 h 1157500"/>
              <a:gd name="connsiteX174" fmla="*/ 447152 w 12192000"/>
              <a:gd name="connsiteY174" fmla="*/ 327423 h 1157500"/>
              <a:gd name="connsiteX175" fmla="*/ 475247 w 12192000"/>
              <a:gd name="connsiteY175" fmla="*/ 336714 h 1157500"/>
              <a:gd name="connsiteX176" fmla="*/ 477967 w 12192000"/>
              <a:gd name="connsiteY176" fmla="*/ 337960 h 1157500"/>
              <a:gd name="connsiteX177" fmla="*/ 703732 w 12192000"/>
              <a:gd name="connsiteY177" fmla="*/ 316599 h 1157500"/>
              <a:gd name="connsiteX178" fmla="*/ 853391 w 12192000"/>
              <a:gd name="connsiteY178" fmla="*/ 303591 h 1157500"/>
              <a:gd name="connsiteX179" fmla="*/ 925332 w 12192000"/>
              <a:gd name="connsiteY179" fmla="*/ 298686 h 1157500"/>
              <a:gd name="connsiteX180" fmla="*/ 941286 w 12192000"/>
              <a:gd name="connsiteY180" fmla="*/ 288932 h 1157500"/>
              <a:gd name="connsiteX181" fmla="*/ 950845 w 12192000"/>
              <a:gd name="connsiteY181" fmla="*/ 286595 h 1157500"/>
              <a:gd name="connsiteX182" fmla="*/ 953292 w 12192000"/>
              <a:gd name="connsiteY182" fmla="*/ 280892 h 1157500"/>
              <a:gd name="connsiteX183" fmla="*/ 967499 w 12192000"/>
              <a:gd name="connsiteY183" fmla="*/ 273760 h 1157500"/>
              <a:gd name="connsiteX184" fmla="*/ 1069267 w 12192000"/>
              <a:gd name="connsiteY184" fmla="*/ 262766 h 1157500"/>
              <a:gd name="connsiteX185" fmla="*/ 1138407 w 12192000"/>
              <a:gd name="connsiteY185" fmla="*/ 246567 h 1157500"/>
              <a:gd name="connsiteX186" fmla="*/ 1164931 w 12192000"/>
              <a:gd name="connsiteY186" fmla="*/ 238622 h 1157500"/>
              <a:gd name="connsiteX187" fmla="*/ 1211622 w 12192000"/>
              <a:gd name="connsiteY187" fmla="*/ 220676 h 1157500"/>
              <a:gd name="connsiteX188" fmla="*/ 1274567 w 12192000"/>
              <a:gd name="connsiteY188" fmla="*/ 203380 h 1157500"/>
              <a:gd name="connsiteX189" fmla="*/ 1325029 w 12192000"/>
              <a:gd name="connsiteY189" fmla="*/ 207937 h 1157500"/>
              <a:gd name="connsiteX190" fmla="*/ 1356805 w 12192000"/>
              <a:gd name="connsiteY190" fmla="*/ 203622 h 1157500"/>
              <a:gd name="connsiteX191" fmla="*/ 1468752 w 12192000"/>
              <a:gd name="connsiteY191" fmla="*/ 214604 h 1157500"/>
              <a:gd name="connsiteX192" fmla="*/ 1650750 w 12192000"/>
              <a:gd name="connsiteY192" fmla="*/ 165090 h 1157500"/>
              <a:gd name="connsiteX193" fmla="*/ 1655056 w 12192000"/>
              <a:gd name="connsiteY193" fmla="*/ 172106 h 1157500"/>
              <a:gd name="connsiteX194" fmla="*/ 1683220 w 12192000"/>
              <a:gd name="connsiteY194" fmla="*/ 169652 h 1157500"/>
              <a:gd name="connsiteX195" fmla="*/ 1685599 w 12192000"/>
              <a:gd name="connsiteY195" fmla="*/ 165388 h 1157500"/>
              <a:gd name="connsiteX196" fmla="*/ 1735783 w 12192000"/>
              <a:gd name="connsiteY196" fmla="*/ 177400 h 1157500"/>
              <a:gd name="connsiteX197" fmla="*/ 1797102 w 12192000"/>
              <a:gd name="connsiteY197" fmla="*/ 182289 h 1157500"/>
              <a:gd name="connsiteX198" fmla="*/ 1845638 w 12192000"/>
              <a:gd name="connsiteY198" fmla="*/ 163774 h 1157500"/>
              <a:gd name="connsiteX199" fmla="*/ 1848980 w 12192000"/>
              <a:gd name="connsiteY199" fmla="*/ 167516 h 1157500"/>
              <a:gd name="connsiteX200" fmla="*/ 1880587 w 12192000"/>
              <a:gd name="connsiteY200" fmla="*/ 165506 h 1157500"/>
              <a:gd name="connsiteX201" fmla="*/ 1995803 w 12192000"/>
              <a:gd name="connsiteY201" fmla="*/ 131847 h 1157500"/>
              <a:gd name="connsiteX202" fmla="*/ 2057448 w 12192000"/>
              <a:gd name="connsiteY202" fmla="*/ 128650 h 1157500"/>
              <a:gd name="connsiteX203" fmla="*/ 2119088 w 12192000"/>
              <a:gd name="connsiteY203" fmla="*/ 113508 h 1157500"/>
              <a:gd name="connsiteX204" fmla="*/ 2138831 w 12192000"/>
              <a:gd name="connsiteY204" fmla="*/ 116194 h 1157500"/>
              <a:gd name="connsiteX205" fmla="*/ 2214259 w 12192000"/>
              <a:gd name="connsiteY205" fmla="*/ 110542 h 1157500"/>
              <a:gd name="connsiteX206" fmla="*/ 2264911 w 12192000"/>
              <a:gd name="connsiteY206" fmla="*/ 101639 h 1157500"/>
              <a:gd name="connsiteX207" fmla="*/ 2454058 w 12192000"/>
              <a:gd name="connsiteY207" fmla="*/ 67266 h 1157500"/>
              <a:gd name="connsiteX208" fmla="*/ 2534188 w 12192000"/>
              <a:gd name="connsiteY208" fmla="*/ 63730 h 1157500"/>
              <a:gd name="connsiteX209" fmla="*/ 2616912 w 12192000"/>
              <a:gd name="connsiteY209" fmla="*/ 44757 h 1157500"/>
              <a:gd name="connsiteX210" fmla="*/ 2698592 w 12192000"/>
              <a:gd name="connsiteY210" fmla="*/ 35873 h 1157500"/>
              <a:gd name="connsiteX211" fmla="*/ 2891953 w 12192000"/>
              <a:gd name="connsiteY211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42719 w 12192000"/>
              <a:gd name="connsiteY63" fmla="*/ 171593 h 1157500"/>
              <a:gd name="connsiteX64" fmla="*/ 6878958 w 12192000"/>
              <a:gd name="connsiteY64" fmla="*/ 180824 h 1157500"/>
              <a:gd name="connsiteX65" fmla="*/ 6894439 w 12192000"/>
              <a:gd name="connsiteY65" fmla="*/ 177642 h 1157500"/>
              <a:gd name="connsiteX66" fmla="*/ 6963220 w 12192000"/>
              <a:gd name="connsiteY66" fmla="*/ 167304 h 1157500"/>
              <a:gd name="connsiteX67" fmla="*/ 6976706 w 12192000"/>
              <a:gd name="connsiteY67" fmla="*/ 170894 h 1157500"/>
              <a:gd name="connsiteX68" fmla="*/ 6987064 w 12192000"/>
              <a:gd name="connsiteY68" fmla="*/ 160402 h 1157500"/>
              <a:gd name="connsiteX69" fmla="*/ 7030230 w 12192000"/>
              <a:gd name="connsiteY69" fmla="*/ 159715 h 1157500"/>
              <a:gd name="connsiteX70" fmla="*/ 7045014 w 12192000"/>
              <a:gd name="connsiteY70" fmla="*/ 169101 h 1157500"/>
              <a:gd name="connsiteX71" fmla="*/ 7058714 w 12192000"/>
              <a:gd name="connsiteY71" fmla="*/ 175992 h 1157500"/>
              <a:gd name="connsiteX72" fmla="*/ 7060499 w 12192000"/>
              <a:gd name="connsiteY72" fmla="*/ 176063 h 1157500"/>
              <a:gd name="connsiteX73" fmla="*/ 7176563 w 12192000"/>
              <a:gd name="connsiteY73" fmla="*/ 173244 h 1157500"/>
              <a:gd name="connsiteX74" fmla="*/ 7205529 w 12192000"/>
              <a:gd name="connsiteY74" fmla="*/ 181011 h 1157500"/>
              <a:gd name="connsiteX75" fmla="*/ 7310118 w 12192000"/>
              <a:gd name="connsiteY75" fmla="*/ 162605 h 1157500"/>
              <a:gd name="connsiteX76" fmla="*/ 7673859 w 12192000"/>
              <a:gd name="connsiteY76" fmla="*/ 150336 h 1157500"/>
              <a:gd name="connsiteX77" fmla="*/ 7692748 w 12192000"/>
              <a:gd name="connsiteY77" fmla="*/ 161537 h 1157500"/>
              <a:gd name="connsiteX78" fmla="*/ 7756672 w 12192000"/>
              <a:gd name="connsiteY78" fmla="*/ 157372 h 1157500"/>
              <a:gd name="connsiteX79" fmla="*/ 7974189 w 12192000"/>
              <a:gd name="connsiteY79" fmla="*/ 154819 h 1157500"/>
              <a:gd name="connsiteX80" fmla="*/ 8101969 w 12192000"/>
              <a:gd name="connsiteY80" fmla="*/ 144495 h 1157500"/>
              <a:gd name="connsiteX81" fmla="*/ 8106826 w 12192000"/>
              <a:gd name="connsiteY81" fmla="*/ 139853 h 1157500"/>
              <a:gd name="connsiteX82" fmla="*/ 8162058 w 12192000"/>
              <a:gd name="connsiteY82" fmla="*/ 96704 h 1157500"/>
              <a:gd name="connsiteX83" fmla="*/ 8184568 w 12192000"/>
              <a:gd name="connsiteY83" fmla="*/ 93990 h 1157500"/>
              <a:gd name="connsiteX84" fmla="*/ 8228227 w 12192000"/>
              <a:gd name="connsiteY84" fmla="*/ 105972 h 1157500"/>
              <a:gd name="connsiteX85" fmla="*/ 8237963 w 12192000"/>
              <a:gd name="connsiteY85" fmla="*/ 106996 h 1157500"/>
              <a:gd name="connsiteX86" fmla="*/ 8248358 w 12192000"/>
              <a:gd name="connsiteY86" fmla="*/ 106062 h 1157500"/>
              <a:gd name="connsiteX87" fmla="*/ 8249309 w 12192000"/>
              <a:gd name="connsiteY87" fmla="*/ 106698 h 1157500"/>
              <a:gd name="connsiteX88" fmla="*/ 8249997 w 12192000"/>
              <a:gd name="connsiteY88" fmla="*/ 105915 h 1157500"/>
              <a:gd name="connsiteX89" fmla="*/ 8272162 w 12192000"/>
              <a:gd name="connsiteY89" fmla="*/ 103924 h 1157500"/>
              <a:gd name="connsiteX90" fmla="*/ 8292349 w 12192000"/>
              <a:gd name="connsiteY90" fmla="*/ 97480 h 1157500"/>
              <a:gd name="connsiteX91" fmla="*/ 8307239 w 12192000"/>
              <a:gd name="connsiteY91" fmla="*/ 94591 h 1157500"/>
              <a:gd name="connsiteX92" fmla="*/ 8339282 w 12192000"/>
              <a:gd name="connsiteY92" fmla="*/ 108942 h 1157500"/>
              <a:gd name="connsiteX93" fmla="*/ 8346156 w 12192000"/>
              <a:gd name="connsiteY93" fmla="*/ 111227 h 1157500"/>
              <a:gd name="connsiteX94" fmla="*/ 8346467 w 12192000"/>
              <a:gd name="connsiteY94" fmla="*/ 111024 h 1157500"/>
              <a:gd name="connsiteX95" fmla="*/ 8354069 w 12192000"/>
              <a:gd name="connsiteY95" fmla="*/ 112942 h 1157500"/>
              <a:gd name="connsiteX96" fmla="*/ 8358687 w 12192000"/>
              <a:gd name="connsiteY96" fmla="*/ 115393 h 1157500"/>
              <a:gd name="connsiteX97" fmla="*/ 8433385 w 12192000"/>
              <a:gd name="connsiteY97" fmla="*/ 99669 h 1157500"/>
              <a:gd name="connsiteX98" fmla="*/ 8533779 w 12192000"/>
              <a:gd name="connsiteY98" fmla="*/ 98374 h 1157500"/>
              <a:gd name="connsiteX99" fmla="*/ 8632833 w 12192000"/>
              <a:gd name="connsiteY99" fmla="*/ 100532 h 1157500"/>
              <a:gd name="connsiteX100" fmla="*/ 8668523 w 12192000"/>
              <a:gd name="connsiteY100" fmla="*/ 102979 h 1157500"/>
              <a:gd name="connsiteX101" fmla="*/ 8732893 w 12192000"/>
              <a:gd name="connsiteY101" fmla="*/ 99991 h 1157500"/>
              <a:gd name="connsiteX102" fmla="*/ 8764071 w 12192000"/>
              <a:gd name="connsiteY102" fmla="*/ 94587 h 1157500"/>
              <a:gd name="connsiteX103" fmla="*/ 8767004 w 12192000"/>
              <a:gd name="connsiteY103" fmla="*/ 91519 h 1157500"/>
              <a:gd name="connsiteX104" fmla="*/ 8772553 w 12192000"/>
              <a:gd name="connsiteY104" fmla="*/ 90314 h 1157500"/>
              <a:gd name="connsiteX105" fmla="*/ 8787201 w 12192000"/>
              <a:gd name="connsiteY105" fmla="*/ 92033 h 1157500"/>
              <a:gd name="connsiteX106" fmla="*/ 8792624 w 12192000"/>
              <a:gd name="connsiteY106" fmla="*/ 93503 h 1157500"/>
              <a:gd name="connsiteX107" fmla="*/ 8800741 w 12192000"/>
              <a:gd name="connsiteY107" fmla="*/ 93897 h 1157500"/>
              <a:gd name="connsiteX108" fmla="*/ 8800966 w 12192000"/>
              <a:gd name="connsiteY108" fmla="*/ 93645 h 1157500"/>
              <a:gd name="connsiteX109" fmla="*/ 8808513 w 12192000"/>
              <a:gd name="connsiteY109" fmla="*/ 94530 h 1157500"/>
              <a:gd name="connsiteX110" fmla="*/ 8845110 w 12192000"/>
              <a:gd name="connsiteY110" fmla="*/ 102179 h 1157500"/>
              <a:gd name="connsiteX111" fmla="*/ 8917529 w 12192000"/>
              <a:gd name="connsiteY111" fmla="*/ 76373 h 1157500"/>
              <a:gd name="connsiteX112" fmla="*/ 9026654 w 12192000"/>
              <a:gd name="connsiteY112" fmla="*/ 93420 h 1157500"/>
              <a:gd name="connsiteX113" fmla="*/ 9088505 w 12192000"/>
              <a:gd name="connsiteY113" fmla="*/ 113002 h 1157500"/>
              <a:gd name="connsiteX114" fmla="*/ 9203241 w 12192000"/>
              <a:gd name="connsiteY114" fmla="*/ 111713 h 1157500"/>
              <a:gd name="connsiteX115" fmla="*/ 9415584 w 12192000"/>
              <a:gd name="connsiteY115" fmla="*/ 157156 h 1157500"/>
              <a:gd name="connsiteX116" fmla="*/ 9505102 w 12192000"/>
              <a:gd name="connsiteY116" fmla="*/ 141042 h 1157500"/>
              <a:gd name="connsiteX117" fmla="*/ 9643040 w 12192000"/>
              <a:gd name="connsiteY117" fmla="*/ 158233 h 1157500"/>
              <a:gd name="connsiteX118" fmla="*/ 9762999 w 12192000"/>
              <a:gd name="connsiteY118" fmla="*/ 162623 h 1157500"/>
              <a:gd name="connsiteX119" fmla="*/ 9776183 w 12192000"/>
              <a:gd name="connsiteY119" fmla="*/ 162191 h 1157500"/>
              <a:gd name="connsiteX120" fmla="*/ 9780532 w 12192000"/>
              <a:gd name="connsiteY120" fmla="*/ 155823 h 1157500"/>
              <a:gd name="connsiteX121" fmla="*/ 9910588 w 12192000"/>
              <a:gd name="connsiteY121" fmla="*/ 154327 h 1157500"/>
              <a:gd name="connsiteX122" fmla="*/ 9924173 w 12192000"/>
              <a:gd name="connsiteY122" fmla="*/ 158591 h 1157500"/>
              <a:gd name="connsiteX123" fmla="*/ 10010969 w 12192000"/>
              <a:gd name="connsiteY123" fmla="*/ 155802 h 1157500"/>
              <a:gd name="connsiteX124" fmla="*/ 10070699 w 12192000"/>
              <a:gd name="connsiteY124" fmla="*/ 157854 h 1157500"/>
              <a:gd name="connsiteX125" fmla="*/ 10155104 w 12192000"/>
              <a:gd name="connsiteY125" fmla="*/ 151613 h 1157500"/>
              <a:gd name="connsiteX126" fmla="*/ 10250982 w 12192000"/>
              <a:gd name="connsiteY126" fmla="*/ 128642 h 1157500"/>
              <a:gd name="connsiteX127" fmla="*/ 10343301 w 12192000"/>
              <a:gd name="connsiteY127" fmla="*/ 90884 h 1157500"/>
              <a:gd name="connsiteX128" fmla="*/ 10366625 w 12192000"/>
              <a:gd name="connsiteY128" fmla="*/ 79428 h 1157500"/>
              <a:gd name="connsiteX129" fmla="*/ 10433505 w 12192000"/>
              <a:gd name="connsiteY129" fmla="*/ 65000 h 1157500"/>
              <a:gd name="connsiteX130" fmla="*/ 10547510 w 12192000"/>
              <a:gd name="connsiteY130" fmla="*/ 47246 h 1157500"/>
              <a:gd name="connsiteX131" fmla="*/ 10588150 w 12192000"/>
              <a:gd name="connsiteY131" fmla="*/ 32287 h 1157500"/>
              <a:gd name="connsiteX132" fmla="*/ 10589457 w 12192000"/>
              <a:gd name="connsiteY132" fmla="*/ 25296 h 1157500"/>
              <a:gd name="connsiteX133" fmla="*/ 10699976 w 12192000"/>
              <a:gd name="connsiteY133" fmla="*/ 43345 h 1157500"/>
              <a:gd name="connsiteX134" fmla="*/ 10812237 w 12192000"/>
              <a:gd name="connsiteY134" fmla="*/ 46327 h 1157500"/>
              <a:gd name="connsiteX135" fmla="*/ 10869837 w 12192000"/>
              <a:gd name="connsiteY135" fmla="*/ 65795 h 1157500"/>
              <a:gd name="connsiteX136" fmla="*/ 10881770 w 12192000"/>
              <a:gd name="connsiteY136" fmla="*/ 73672 h 1157500"/>
              <a:gd name="connsiteX137" fmla="*/ 10896899 w 12192000"/>
              <a:gd name="connsiteY137" fmla="*/ 70731 h 1157500"/>
              <a:gd name="connsiteX138" fmla="*/ 10901748 w 12192000"/>
              <a:gd name="connsiteY138" fmla="*/ 66352 h 1157500"/>
              <a:gd name="connsiteX139" fmla="*/ 10947419 w 12192000"/>
              <a:gd name="connsiteY139" fmla="*/ 83316 h 1157500"/>
              <a:gd name="connsiteX140" fmla="*/ 10953034 w 12192000"/>
              <a:gd name="connsiteY140" fmla="*/ 84438 h 1157500"/>
              <a:gd name="connsiteX141" fmla="*/ 10992070 w 12192000"/>
              <a:gd name="connsiteY141" fmla="*/ 88841 h 1157500"/>
              <a:gd name="connsiteX142" fmla="*/ 11112372 w 12192000"/>
              <a:gd name="connsiteY142" fmla="*/ 82247 h 1157500"/>
              <a:gd name="connsiteX143" fmla="*/ 11147719 w 12192000"/>
              <a:gd name="connsiteY143" fmla="*/ 80560 h 1157500"/>
              <a:gd name="connsiteX144" fmla="*/ 11172617 w 12192000"/>
              <a:gd name="connsiteY144" fmla="*/ 76265 h 1157500"/>
              <a:gd name="connsiteX145" fmla="*/ 11240397 w 12192000"/>
              <a:gd name="connsiteY145" fmla="*/ 81830 h 1157500"/>
              <a:gd name="connsiteX146" fmla="*/ 11270034 w 12192000"/>
              <a:gd name="connsiteY146" fmla="*/ 91947 h 1157500"/>
              <a:gd name="connsiteX147" fmla="*/ 11293091 w 12192000"/>
              <a:gd name="connsiteY147" fmla="*/ 92042 h 1157500"/>
              <a:gd name="connsiteX148" fmla="*/ 11310949 w 12192000"/>
              <a:gd name="connsiteY148" fmla="*/ 97842 h 1157500"/>
              <a:gd name="connsiteX149" fmla="*/ 11345279 w 12192000"/>
              <a:gd name="connsiteY149" fmla="*/ 95451 h 1157500"/>
              <a:gd name="connsiteX150" fmla="*/ 11354597 w 12192000"/>
              <a:gd name="connsiteY150" fmla="*/ 97953 h 1157500"/>
              <a:gd name="connsiteX151" fmla="*/ 11367725 w 12192000"/>
              <a:gd name="connsiteY151" fmla="*/ 97999 h 1157500"/>
              <a:gd name="connsiteX152" fmla="*/ 11399832 w 12192000"/>
              <a:gd name="connsiteY152" fmla="*/ 110616 h 1157500"/>
              <a:gd name="connsiteX153" fmla="*/ 11487595 w 12192000"/>
              <a:gd name="connsiteY153" fmla="*/ 152322 h 1157500"/>
              <a:gd name="connsiteX154" fmla="*/ 11590850 w 12192000"/>
              <a:gd name="connsiteY154" fmla="*/ 238552 h 1157500"/>
              <a:gd name="connsiteX155" fmla="*/ 11736204 w 12192000"/>
              <a:gd name="connsiteY155" fmla="*/ 277509 h 1157500"/>
              <a:gd name="connsiteX156" fmla="*/ 11760331 w 12192000"/>
              <a:gd name="connsiteY156" fmla="*/ 291936 h 1157500"/>
              <a:gd name="connsiteX157" fmla="*/ 11819139 w 12192000"/>
              <a:gd name="connsiteY157" fmla="*/ 304143 h 1157500"/>
              <a:gd name="connsiteX158" fmla="*/ 11821967 w 12192000"/>
              <a:gd name="connsiteY158" fmla="*/ 305790 h 1157500"/>
              <a:gd name="connsiteX159" fmla="*/ 11847125 w 12192000"/>
              <a:gd name="connsiteY159" fmla="*/ 297401 h 1157500"/>
              <a:gd name="connsiteX160" fmla="*/ 11980134 w 12192000"/>
              <a:gd name="connsiteY160" fmla="*/ 321911 h 1157500"/>
              <a:gd name="connsiteX161" fmla="*/ 12174576 w 12192000"/>
              <a:gd name="connsiteY161" fmla="*/ 376108 h 1157500"/>
              <a:gd name="connsiteX162" fmla="*/ 12192000 w 12192000"/>
              <a:gd name="connsiteY162" fmla="*/ 379233 h 1157500"/>
              <a:gd name="connsiteX163" fmla="*/ 12192000 w 12192000"/>
              <a:gd name="connsiteY163" fmla="*/ 1157500 h 1157500"/>
              <a:gd name="connsiteX164" fmla="*/ 0 w 12192000"/>
              <a:gd name="connsiteY164" fmla="*/ 1157500 h 1157500"/>
              <a:gd name="connsiteX165" fmla="*/ 0 w 12192000"/>
              <a:gd name="connsiteY165" fmla="*/ 483545 h 1157500"/>
              <a:gd name="connsiteX166" fmla="*/ 5331 w 12192000"/>
              <a:gd name="connsiteY166" fmla="*/ 482797 h 1157500"/>
              <a:gd name="connsiteX167" fmla="*/ 39902 w 12192000"/>
              <a:gd name="connsiteY167" fmla="*/ 472284 h 1157500"/>
              <a:gd name="connsiteX168" fmla="*/ 117880 w 12192000"/>
              <a:gd name="connsiteY168" fmla="*/ 420956 h 1157500"/>
              <a:gd name="connsiteX169" fmla="*/ 238140 w 12192000"/>
              <a:gd name="connsiteY169" fmla="*/ 379297 h 1157500"/>
              <a:gd name="connsiteX170" fmla="*/ 249589 w 12192000"/>
              <a:gd name="connsiteY170" fmla="*/ 379517 h 1157500"/>
              <a:gd name="connsiteX171" fmla="*/ 296963 w 12192000"/>
              <a:gd name="connsiteY171" fmla="*/ 356102 h 1157500"/>
              <a:gd name="connsiteX172" fmla="*/ 339235 w 12192000"/>
              <a:gd name="connsiteY172" fmla="*/ 324425 h 1157500"/>
              <a:gd name="connsiteX173" fmla="*/ 447152 w 12192000"/>
              <a:gd name="connsiteY173" fmla="*/ 327423 h 1157500"/>
              <a:gd name="connsiteX174" fmla="*/ 475247 w 12192000"/>
              <a:gd name="connsiteY174" fmla="*/ 336714 h 1157500"/>
              <a:gd name="connsiteX175" fmla="*/ 477967 w 12192000"/>
              <a:gd name="connsiteY175" fmla="*/ 337960 h 1157500"/>
              <a:gd name="connsiteX176" fmla="*/ 703732 w 12192000"/>
              <a:gd name="connsiteY176" fmla="*/ 316599 h 1157500"/>
              <a:gd name="connsiteX177" fmla="*/ 853391 w 12192000"/>
              <a:gd name="connsiteY177" fmla="*/ 303591 h 1157500"/>
              <a:gd name="connsiteX178" fmla="*/ 925332 w 12192000"/>
              <a:gd name="connsiteY178" fmla="*/ 298686 h 1157500"/>
              <a:gd name="connsiteX179" fmla="*/ 941286 w 12192000"/>
              <a:gd name="connsiteY179" fmla="*/ 288932 h 1157500"/>
              <a:gd name="connsiteX180" fmla="*/ 950845 w 12192000"/>
              <a:gd name="connsiteY180" fmla="*/ 286595 h 1157500"/>
              <a:gd name="connsiteX181" fmla="*/ 953292 w 12192000"/>
              <a:gd name="connsiteY181" fmla="*/ 280892 h 1157500"/>
              <a:gd name="connsiteX182" fmla="*/ 967499 w 12192000"/>
              <a:gd name="connsiteY182" fmla="*/ 273760 h 1157500"/>
              <a:gd name="connsiteX183" fmla="*/ 1069267 w 12192000"/>
              <a:gd name="connsiteY183" fmla="*/ 262766 h 1157500"/>
              <a:gd name="connsiteX184" fmla="*/ 1138407 w 12192000"/>
              <a:gd name="connsiteY184" fmla="*/ 246567 h 1157500"/>
              <a:gd name="connsiteX185" fmla="*/ 1164931 w 12192000"/>
              <a:gd name="connsiteY185" fmla="*/ 238622 h 1157500"/>
              <a:gd name="connsiteX186" fmla="*/ 1211622 w 12192000"/>
              <a:gd name="connsiteY186" fmla="*/ 220676 h 1157500"/>
              <a:gd name="connsiteX187" fmla="*/ 1274567 w 12192000"/>
              <a:gd name="connsiteY187" fmla="*/ 203380 h 1157500"/>
              <a:gd name="connsiteX188" fmla="*/ 1325029 w 12192000"/>
              <a:gd name="connsiteY188" fmla="*/ 207937 h 1157500"/>
              <a:gd name="connsiteX189" fmla="*/ 1356805 w 12192000"/>
              <a:gd name="connsiteY189" fmla="*/ 203622 h 1157500"/>
              <a:gd name="connsiteX190" fmla="*/ 1468752 w 12192000"/>
              <a:gd name="connsiteY190" fmla="*/ 214604 h 1157500"/>
              <a:gd name="connsiteX191" fmla="*/ 1650750 w 12192000"/>
              <a:gd name="connsiteY191" fmla="*/ 165090 h 1157500"/>
              <a:gd name="connsiteX192" fmla="*/ 1655056 w 12192000"/>
              <a:gd name="connsiteY192" fmla="*/ 172106 h 1157500"/>
              <a:gd name="connsiteX193" fmla="*/ 1683220 w 12192000"/>
              <a:gd name="connsiteY193" fmla="*/ 169652 h 1157500"/>
              <a:gd name="connsiteX194" fmla="*/ 1685599 w 12192000"/>
              <a:gd name="connsiteY194" fmla="*/ 165388 h 1157500"/>
              <a:gd name="connsiteX195" fmla="*/ 1735783 w 12192000"/>
              <a:gd name="connsiteY195" fmla="*/ 177400 h 1157500"/>
              <a:gd name="connsiteX196" fmla="*/ 1797102 w 12192000"/>
              <a:gd name="connsiteY196" fmla="*/ 182289 h 1157500"/>
              <a:gd name="connsiteX197" fmla="*/ 1845638 w 12192000"/>
              <a:gd name="connsiteY197" fmla="*/ 163774 h 1157500"/>
              <a:gd name="connsiteX198" fmla="*/ 1848980 w 12192000"/>
              <a:gd name="connsiteY198" fmla="*/ 167516 h 1157500"/>
              <a:gd name="connsiteX199" fmla="*/ 1880587 w 12192000"/>
              <a:gd name="connsiteY199" fmla="*/ 165506 h 1157500"/>
              <a:gd name="connsiteX200" fmla="*/ 1995803 w 12192000"/>
              <a:gd name="connsiteY200" fmla="*/ 131847 h 1157500"/>
              <a:gd name="connsiteX201" fmla="*/ 2057448 w 12192000"/>
              <a:gd name="connsiteY201" fmla="*/ 128650 h 1157500"/>
              <a:gd name="connsiteX202" fmla="*/ 2119088 w 12192000"/>
              <a:gd name="connsiteY202" fmla="*/ 113508 h 1157500"/>
              <a:gd name="connsiteX203" fmla="*/ 2138831 w 12192000"/>
              <a:gd name="connsiteY203" fmla="*/ 116194 h 1157500"/>
              <a:gd name="connsiteX204" fmla="*/ 2214259 w 12192000"/>
              <a:gd name="connsiteY204" fmla="*/ 110542 h 1157500"/>
              <a:gd name="connsiteX205" fmla="*/ 2264911 w 12192000"/>
              <a:gd name="connsiteY205" fmla="*/ 101639 h 1157500"/>
              <a:gd name="connsiteX206" fmla="*/ 2454058 w 12192000"/>
              <a:gd name="connsiteY206" fmla="*/ 67266 h 1157500"/>
              <a:gd name="connsiteX207" fmla="*/ 2534188 w 12192000"/>
              <a:gd name="connsiteY207" fmla="*/ 63730 h 1157500"/>
              <a:gd name="connsiteX208" fmla="*/ 2616912 w 12192000"/>
              <a:gd name="connsiteY208" fmla="*/ 44757 h 1157500"/>
              <a:gd name="connsiteX209" fmla="*/ 2698592 w 12192000"/>
              <a:gd name="connsiteY209" fmla="*/ 35873 h 1157500"/>
              <a:gd name="connsiteX210" fmla="*/ 2891953 w 12192000"/>
              <a:gd name="connsiteY210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30230 w 12192000"/>
              <a:gd name="connsiteY68" fmla="*/ 159715 h 1157500"/>
              <a:gd name="connsiteX69" fmla="*/ 7045014 w 12192000"/>
              <a:gd name="connsiteY69" fmla="*/ 169101 h 1157500"/>
              <a:gd name="connsiteX70" fmla="*/ 7058714 w 12192000"/>
              <a:gd name="connsiteY70" fmla="*/ 175992 h 1157500"/>
              <a:gd name="connsiteX71" fmla="*/ 7060499 w 12192000"/>
              <a:gd name="connsiteY71" fmla="*/ 176063 h 1157500"/>
              <a:gd name="connsiteX72" fmla="*/ 7176563 w 12192000"/>
              <a:gd name="connsiteY72" fmla="*/ 173244 h 1157500"/>
              <a:gd name="connsiteX73" fmla="*/ 7205529 w 12192000"/>
              <a:gd name="connsiteY73" fmla="*/ 181011 h 1157500"/>
              <a:gd name="connsiteX74" fmla="*/ 7310118 w 12192000"/>
              <a:gd name="connsiteY74" fmla="*/ 162605 h 1157500"/>
              <a:gd name="connsiteX75" fmla="*/ 7673859 w 12192000"/>
              <a:gd name="connsiteY75" fmla="*/ 150336 h 1157500"/>
              <a:gd name="connsiteX76" fmla="*/ 7692748 w 12192000"/>
              <a:gd name="connsiteY76" fmla="*/ 161537 h 1157500"/>
              <a:gd name="connsiteX77" fmla="*/ 7756672 w 12192000"/>
              <a:gd name="connsiteY77" fmla="*/ 157372 h 1157500"/>
              <a:gd name="connsiteX78" fmla="*/ 7974189 w 12192000"/>
              <a:gd name="connsiteY78" fmla="*/ 154819 h 1157500"/>
              <a:gd name="connsiteX79" fmla="*/ 8101969 w 12192000"/>
              <a:gd name="connsiteY79" fmla="*/ 144495 h 1157500"/>
              <a:gd name="connsiteX80" fmla="*/ 8106826 w 12192000"/>
              <a:gd name="connsiteY80" fmla="*/ 139853 h 1157500"/>
              <a:gd name="connsiteX81" fmla="*/ 8162058 w 12192000"/>
              <a:gd name="connsiteY81" fmla="*/ 96704 h 1157500"/>
              <a:gd name="connsiteX82" fmla="*/ 8184568 w 12192000"/>
              <a:gd name="connsiteY82" fmla="*/ 93990 h 1157500"/>
              <a:gd name="connsiteX83" fmla="*/ 8228227 w 12192000"/>
              <a:gd name="connsiteY83" fmla="*/ 105972 h 1157500"/>
              <a:gd name="connsiteX84" fmla="*/ 8237963 w 12192000"/>
              <a:gd name="connsiteY84" fmla="*/ 106996 h 1157500"/>
              <a:gd name="connsiteX85" fmla="*/ 8248358 w 12192000"/>
              <a:gd name="connsiteY85" fmla="*/ 106062 h 1157500"/>
              <a:gd name="connsiteX86" fmla="*/ 8249309 w 12192000"/>
              <a:gd name="connsiteY86" fmla="*/ 106698 h 1157500"/>
              <a:gd name="connsiteX87" fmla="*/ 8249997 w 12192000"/>
              <a:gd name="connsiteY87" fmla="*/ 105915 h 1157500"/>
              <a:gd name="connsiteX88" fmla="*/ 8272162 w 12192000"/>
              <a:gd name="connsiteY88" fmla="*/ 103924 h 1157500"/>
              <a:gd name="connsiteX89" fmla="*/ 8292349 w 12192000"/>
              <a:gd name="connsiteY89" fmla="*/ 97480 h 1157500"/>
              <a:gd name="connsiteX90" fmla="*/ 8307239 w 12192000"/>
              <a:gd name="connsiteY90" fmla="*/ 94591 h 1157500"/>
              <a:gd name="connsiteX91" fmla="*/ 8339282 w 12192000"/>
              <a:gd name="connsiteY91" fmla="*/ 108942 h 1157500"/>
              <a:gd name="connsiteX92" fmla="*/ 8346156 w 12192000"/>
              <a:gd name="connsiteY92" fmla="*/ 111227 h 1157500"/>
              <a:gd name="connsiteX93" fmla="*/ 8346467 w 12192000"/>
              <a:gd name="connsiteY93" fmla="*/ 111024 h 1157500"/>
              <a:gd name="connsiteX94" fmla="*/ 8354069 w 12192000"/>
              <a:gd name="connsiteY94" fmla="*/ 112942 h 1157500"/>
              <a:gd name="connsiteX95" fmla="*/ 8358687 w 12192000"/>
              <a:gd name="connsiteY95" fmla="*/ 115393 h 1157500"/>
              <a:gd name="connsiteX96" fmla="*/ 8433385 w 12192000"/>
              <a:gd name="connsiteY96" fmla="*/ 99669 h 1157500"/>
              <a:gd name="connsiteX97" fmla="*/ 8533779 w 12192000"/>
              <a:gd name="connsiteY97" fmla="*/ 98374 h 1157500"/>
              <a:gd name="connsiteX98" fmla="*/ 8632833 w 12192000"/>
              <a:gd name="connsiteY98" fmla="*/ 100532 h 1157500"/>
              <a:gd name="connsiteX99" fmla="*/ 8668523 w 12192000"/>
              <a:gd name="connsiteY99" fmla="*/ 102979 h 1157500"/>
              <a:gd name="connsiteX100" fmla="*/ 8732893 w 12192000"/>
              <a:gd name="connsiteY100" fmla="*/ 99991 h 1157500"/>
              <a:gd name="connsiteX101" fmla="*/ 8764071 w 12192000"/>
              <a:gd name="connsiteY101" fmla="*/ 94587 h 1157500"/>
              <a:gd name="connsiteX102" fmla="*/ 8767004 w 12192000"/>
              <a:gd name="connsiteY102" fmla="*/ 91519 h 1157500"/>
              <a:gd name="connsiteX103" fmla="*/ 8772553 w 12192000"/>
              <a:gd name="connsiteY103" fmla="*/ 90314 h 1157500"/>
              <a:gd name="connsiteX104" fmla="*/ 8787201 w 12192000"/>
              <a:gd name="connsiteY104" fmla="*/ 92033 h 1157500"/>
              <a:gd name="connsiteX105" fmla="*/ 8792624 w 12192000"/>
              <a:gd name="connsiteY105" fmla="*/ 93503 h 1157500"/>
              <a:gd name="connsiteX106" fmla="*/ 8800741 w 12192000"/>
              <a:gd name="connsiteY106" fmla="*/ 93897 h 1157500"/>
              <a:gd name="connsiteX107" fmla="*/ 8800966 w 12192000"/>
              <a:gd name="connsiteY107" fmla="*/ 93645 h 1157500"/>
              <a:gd name="connsiteX108" fmla="*/ 8808513 w 12192000"/>
              <a:gd name="connsiteY108" fmla="*/ 94530 h 1157500"/>
              <a:gd name="connsiteX109" fmla="*/ 8845110 w 12192000"/>
              <a:gd name="connsiteY109" fmla="*/ 102179 h 1157500"/>
              <a:gd name="connsiteX110" fmla="*/ 8917529 w 12192000"/>
              <a:gd name="connsiteY110" fmla="*/ 76373 h 1157500"/>
              <a:gd name="connsiteX111" fmla="*/ 9026654 w 12192000"/>
              <a:gd name="connsiteY111" fmla="*/ 93420 h 1157500"/>
              <a:gd name="connsiteX112" fmla="*/ 9088505 w 12192000"/>
              <a:gd name="connsiteY112" fmla="*/ 113002 h 1157500"/>
              <a:gd name="connsiteX113" fmla="*/ 9203241 w 12192000"/>
              <a:gd name="connsiteY113" fmla="*/ 111713 h 1157500"/>
              <a:gd name="connsiteX114" fmla="*/ 9415584 w 12192000"/>
              <a:gd name="connsiteY114" fmla="*/ 157156 h 1157500"/>
              <a:gd name="connsiteX115" fmla="*/ 9505102 w 12192000"/>
              <a:gd name="connsiteY115" fmla="*/ 141042 h 1157500"/>
              <a:gd name="connsiteX116" fmla="*/ 9643040 w 12192000"/>
              <a:gd name="connsiteY116" fmla="*/ 158233 h 1157500"/>
              <a:gd name="connsiteX117" fmla="*/ 9762999 w 12192000"/>
              <a:gd name="connsiteY117" fmla="*/ 162623 h 1157500"/>
              <a:gd name="connsiteX118" fmla="*/ 9776183 w 12192000"/>
              <a:gd name="connsiteY118" fmla="*/ 162191 h 1157500"/>
              <a:gd name="connsiteX119" fmla="*/ 9780532 w 12192000"/>
              <a:gd name="connsiteY119" fmla="*/ 155823 h 1157500"/>
              <a:gd name="connsiteX120" fmla="*/ 9910588 w 12192000"/>
              <a:gd name="connsiteY120" fmla="*/ 154327 h 1157500"/>
              <a:gd name="connsiteX121" fmla="*/ 9924173 w 12192000"/>
              <a:gd name="connsiteY121" fmla="*/ 158591 h 1157500"/>
              <a:gd name="connsiteX122" fmla="*/ 10010969 w 12192000"/>
              <a:gd name="connsiteY122" fmla="*/ 155802 h 1157500"/>
              <a:gd name="connsiteX123" fmla="*/ 10070699 w 12192000"/>
              <a:gd name="connsiteY123" fmla="*/ 157854 h 1157500"/>
              <a:gd name="connsiteX124" fmla="*/ 10155104 w 12192000"/>
              <a:gd name="connsiteY124" fmla="*/ 151613 h 1157500"/>
              <a:gd name="connsiteX125" fmla="*/ 10250982 w 12192000"/>
              <a:gd name="connsiteY125" fmla="*/ 128642 h 1157500"/>
              <a:gd name="connsiteX126" fmla="*/ 10343301 w 12192000"/>
              <a:gd name="connsiteY126" fmla="*/ 90884 h 1157500"/>
              <a:gd name="connsiteX127" fmla="*/ 10366625 w 12192000"/>
              <a:gd name="connsiteY127" fmla="*/ 79428 h 1157500"/>
              <a:gd name="connsiteX128" fmla="*/ 10433505 w 12192000"/>
              <a:gd name="connsiteY128" fmla="*/ 65000 h 1157500"/>
              <a:gd name="connsiteX129" fmla="*/ 10547510 w 12192000"/>
              <a:gd name="connsiteY129" fmla="*/ 47246 h 1157500"/>
              <a:gd name="connsiteX130" fmla="*/ 10588150 w 12192000"/>
              <a:gd name="connsiteY130" fmla="*/ 32287 h 1157500"/>
              <a:gd name="connsiteX131" fmla="*/ 10589457 w 12192000"/>
              <a:gd name="connsiteY131" fmla="*/ 25296 h 1157500"/>
              <a:gd name="connsiteX132" fmla="*/ 10699976 w 12192000"/>
              <a:gd name="connsiteY132" fmla="*/ 43345 h 1157500"/>
              <a:gd name="connsiteX133" fmla="*/ 10812237 w 12192000"/>
              <a:gd name="connsiteY133" fmla="*/ 46327 h 1157500"/>
              <a:gd name="connsiteX134" fmla="*/ 10869837 w 12192000"/>
              <a:gd name="connsiteY134" fmla="*/ 65795 h 1157500"/>
              <a:gd name="connsiteX135" fmla="*/ 10881770 w 12192000"/>
              <a:gd name="connsiteY135" fmla="*/ 73672 h 1157500"/>
              <a:gd name="connsiteX136" fmla="*/ 10896899 w 12192000"/>
              <a:gd name="connsiteY136" fmla="*/ 70731 h 1157500"/>
              <a:gd name="connsiteX137" fmla="*/ 10901748 w 12192000"/>
              <a:gd name="connsiteY137" fmla="*/ 66352 h 1157500"/>
              <a:gd name="connsiteX138" fmla="*/ 10947419 w 12192000"/>
              <a:gd name="connsiteY138" fmla="*/ 83316 h 1157500"/>
              <a:gd name="connsiteX139" fmla="*/ 10953034 w 12192000"/>
              <a:gd name="connsiteY139" fmla="*/ 84438 h 1157500"/>
              <a:gd name="connsiteX140" fmla="*/ 10992070 w 12192000"/>
              <a:gd name="connsiteY140" fmla="*/ 88841 h 1157500"/>
              <a:gd name="connsiteX141" fmla="*/ 11112372 w 12192000"/>
              <a:gd name="connsiteY141" fmla="*/ 82247 h 1157500"/>
              <a:gd name="connsiteX142" fmla="*/ 11147719 w 12192000"/>
              <a:gd name="connsiteY142" fmla="*/ 80560 h 1157500"/>
              <a:gd name="connsiteX143" fmla="*/ 11172617 w 12192000"/>
              <a:gd name="connsiteY143" fmla="*/ 76265 h 1157500"/>
              <a:gd name="connsiteX144" fmla="*/ 11240397 w 12192000"/>
              <a:gd name="connsiteY144" fmla="*/ 81830 h 1157500"/>
              <a:gd name="connsiteX145" fmla="*/ 11270034 w 12192000"/>
              <a:gd name="connsiteY145" fmla="*/ 91947 h 1157500"/>
              <a:gd name="connsiteX146" fmla="*/ 11293091 w 12192000"/>
              <a:gd name="connsiteY146" fmla="*/ 92042 h 1157500"/>
              <a:gd name="connsiteX147" fmla="*/ 11310949 w 12192000"/>
              <a:gd name="connsiteY147" fmla="*/ 97842 h 1157500"/>
              <a:gd name="connsiteX148" fmla="*/ 11345279 w 12192000"/>
              <a:gd name="connsiteY148" fmla="*/ 95451 h 1157500"/>
              <a:gd name="connsiteX149" fmla="*/ 11354597 w 12192000"/>
              <a:gd name="connsiteY149" fmla="*/ 97953 h 1157500"/>
              <a:gd name="connsiteX150" fmla="*/ 11367725 w 12192000"/>
              <a:gd name="connsiteY150" fmla="*/ 97999 h 1157500"/>
              <a:gd name="connsiteX151" fmla="*/ 11399832 w 12192000"/>
              <a:gd name="connsiteY151" fmla="*/ 110616 h 1157500"/>
              <a:gd name="connsiteX152" fmla="*/ 11487595 w 12192000"/>
              <a:gd name="connsiteY152" fmla="*/ 152322 h 1157500"/>
              <a:gd name="connsiteX153" fmla="*/ 11590850 w 12192000"/>
              <a:gd name="connsiteY153" fmla="*/ 238552 h 1157500"/>
              <a:gd name="connsiteX154" fmla="*/ 11736204 w 12192000"/>
              <a:gd name="connsiteY154" fmla="*/ 277509 h 1157500"/>
              <a:gd name="connsiteX155" fmla="*/ 11760331 w 12192000"/>
              <a:gd name="connsiteY155" fmla="*/ 291936 h 1157500"/>
              <a:gd name="connsiteX156" fmla="*/ 11819139 w 12192000"/>
              <a:gd name="connsiteY156" fmla="*/ 304143 h 1157500"/>
              <a:gd name="connsiteX157" fmla="*/ 11821967 w 12192000"/>
              <a:gd name="connsiteY157" fmla="*/ 305790 h 1157500"/>
              <a:gd name="connsiteX158" fmla="*/ 11847125 w 12192000"/>
              <a:gd name="connsiteY158" fmla="*/ 297401 h 1157500"/>
              <a:gd name="connsiteX159" fmla="*/ 11980134 w 12192000"/>
              <a:gd name="connsiteY159" fmla="*/ 321911 h 1157500"/>
              <a:gd name="connsiteX160" fmla="*/ 12174576 w 12192000"/>
              <a:gd name="connsiteY160" fmla="*/ 376108 h 1157500"/>
              <a:gd name="connsiteX161" fmla="*/ 12192000 w 12192000"/>
              <a:gd name="connsiteY161" fmla="*/ 379233 h 1157500"/>
              <a:gd name="connsiteX162" fmla="*/ 12192000 w 12192000"/>
              <a:gd name="connsiteY162" fmla="*/ 1157500 h 1157500"/>
              <a:gd name="connsiteX163" fmla="*/ 0 w 12192000"/>
              <a:gd name="connsiteY163" fmla="*/ 1157500 h 1157500"/>
              <a:gd name="connsiteX164" fmla="*/ 0 w 12192000"/>
              <a:gd name="connsiteY164" fmla="*/ 483545 h 1157500"/>
              <a:gd name="connsiteX165" fmla="*/ 5331 w 12192000"/>
              <a:gd name="connsiteY165" fmla="*/ 482797 h 1157500"/>
              <a:gd name="connsiteX166" fmla="*/ 39902 w 12192000"/>
              <a:gd name="connsiteY166" fmla="*/ 472284 h 1157500"/>
              <a:gd name="connsiteX167" fmla="*/ 117880 w 12192000"/>
              <a:gd name="connsiteY167" fmla="*/ 420956 h 1157500"/>
              <a:gd name="connsiteX168" fmla="*/ 238140 w 12192000"/>
              <a:gd name="connsiteY168" fmla="*/ 379297 h 1157500"/>
              <a:gd name="connsiteX169" fmla="*/ 249589 w 12192000"/>
              <a:gd name="connsiteY169" fmla="*/ 379517 h 1157500"/>
              <a:gd name="connsiteX170" fmla="*/ 296963 w 12192000"/>
              <a:gd name="connsiteY170" fmla="*/ 356102 h 1157500"/>
              <a:gd name="connsiteX171" fmla="*/ 339235 w 12192000"/>
              <a:gd name="connsiteY171" fmla="*/ 324425 h 1157500"/>
              <a:gd name="connsiteX172" fmla="*/ 447152 w 12192000"/>
              <a:gd name="connsiteY172" fmla="*/ 327423 h 1157500"/>
              <a:gd name="connsiteX173" fmla="*/ 475247 w 12192000"/>
              <a:gd name="connsiteY173" fmla="*/ 336714 h 1157500"/>
              <a:gd name="connsiteX174" fmla="*/ 477967 w 12192000"/>
              <a:gd name="connsiteY174" fmla="*/ 337960 h 1157500"/>
              <a:gd name="connsiteX175" fmla="*/ 703732 w 12192000"/>
              <a:gd name="connsiteY175" fmla="*/ 316599 h 1157500"/>
              <a:gd name="connsiteX176" fmla="*/ 853391 w 12192000"/>
              <a:gd name="connsiteY176" fmla="*/ 303591 h 1157500"/>
              <a:gd name="connsiteX177" fmla="*/ 925332 w 12192000"/>
              <a:gd name="connsiteY177" fmla="*/ 298686 h 1157500"/>
              <a:gd name="connsiteX178" fmla="*/ 941286 w 12192000"/>
              <a:gd name="connsiteY178" fmla="*/ 288932 h 1157500"/>
              <a:gd name="connsiteX179" fmla="*/ 950845 w 12192000"/>
              <a:gd name="connsiteY179" fmla="*/ 286595 h 1157500"/>
              <a:gd name="connsiteX180" fmla="*/ 953292 w 12192000"/>
              <a:gd name="connsiteY180" fmla="*/ 280892 h 1157500"/>
              <a:gd name="connsiteX181" fmla="*/ 967499 w 12192000"/>
              <a:gd name="connsiteY181" fmla="*/ 273760 h 1157500"/>
              <a:gd name="connsiteX182" fmla="*/ 1069267 w 12192000"/>
              <a:gd name="connsiteY182" fmla="*/ 262766 h 1157500"/>
              <a:gd name="connsiteX183" fmla="*/ 1138407 w 12192000"/>
              <a:gd name="connsiteY183" fmla="*/ 246567 h 1157500"/>
              <a:gd name="connsiteX184" fmla="*/ 1164931 w 12192000"/>
              <a:gd name="connsiteY184" fmla="*/ 238622 h 1157500"/>
              <a:gd name="connsiteX185" fmla="*/ 1211622 w 12192000"/>
              <a:gd name="connsiteY185" fmla="*/ 220676 h 1157500"/>
              <a:gd name="connsiteX186" fmla="*/ 1274567 w 12192000"/>
              <a:gd name="connsiteY186" fmla="*/ 203380 h 1157500"/>
              <a:gd name="connsiteX187" fmla="*/ 1325029 w 12192000"/>
              <a:gd name="connsiteY187" fmla="*/ 207937 h 1157500"/>
              <a:gd name="connsiteX188" fmla="*/ 1356805 w 12192000"/>
              <a:gd name="connsiteY188" fmla="*/ 203622 h 1157500"/>
              <a:gd name="connsiteX189" fmla="*/ 1468752 w 12192000"/>
              <a:gd name="connsiteY189" fmla="*/ 214604 h 1157500"/>
              <a:gd name="connsiteX190" fmla="*/ 1650750 w 12192000"/>
              <a:gd name="connsiteY190" fmla="*/ 165090 h 1157500"/>
              <a:gd name="connsiteX191" fmla="*/ 1655056 w 12192000"/>
              <a:gd name="connsiteY191" fmla="*/ 172106 h 1157500"/>
              <a:gd name="connsiteX192" fmla="*/ 1683220 w 12192000"/>
              <a:gd name="connsiteY192" fmla="*/ 169652 h 1157500"/>
              <a:gd name="connsiteX193" fmla="*/ 1685599 w 12192000"/>
              <a:gd name="connsiteY193" fmla="*/ 165388 h 1157500"/>
              <a:gd name="connsiteX194" fmla="*/ 1735783 w 12192000"/>
              <a:gd name="connsiteY194" fmla="*/ 177400 h 1157500"/>
              <a:gd name="connsiteX195" fmla="*/ 1797102 w 12192000"/>
              <a:gd name="connsiteY195" fmla="*/ 182289 h 1157500"/>
              <a:gd name="connsiteX196" fmla="*/ 1845638 w 12192000"/>
              <a:gd name="connsiteY196" fmla="*/ 163774 h 1157500"/>
              <a:gd name="connsiteX197" fmla="*/ 1848980 w 12192000"/>
              <a:gd name="connsiteY197" fmla="*/ 167516 h 1157500"/>
              <a:gd name="connsiteX198" fmla="*/ 1880587 w 12192000"/>
              <a:gd name="connsiteY198" fmla="*/ 165506 h 1157500"/>
              <a:gd name="connsiteX199" fmla="*/ 1995803 w 12192000"/>
              <a:gd name="connsiteY199" fmla="*/ 131847 h 1157500"/>
              <a:gd name="connsiteX200" fmla="*/ 2057448 w 12192000"/>
              <a:gd name="connsiteY200" fmla="*/ 128650 h 1157500"/>
              <a:gd name="connsiteX201" fmla="*/ 2119088 w 12192000"/>
              <a:gd name="connsiteY201" fmla="*/ 113508 h 1157500"/>
              <a:gd name="connsiteX202" fmla="*/ 2138831 w 12192000"/>
              <a:gd name="connsiteY202" fmla="*/ 116194 h 1157500"/>
              <a:gd name="connsiteX203" fmla="*/ 2214259 w 12192000"/>
              <a:gd name="connsiteY203" fmla="*/ 110542 h 1157500"/>
              <a:gd name="connsiteX204" fmla="*/ 2264911 w 12192000"/>
              <a:gd name="connsiteY204" fmla="*/ 101639 h 1157500"/>
              <a:gd name="connsiteX205" fmla="*/ 2454058 w 12192000"/>
              <a:gd name="connsiteY205" fmla="*/ 67266 h 1157500"/>
              <a:gd name="connsiteX206" fmla="*/ 2534188 w 12192000"/>
              <a:gd name="connsiteY206" fmla="*/ 63730 h 1157500"/>
              <a:gd name="connsiteX207" fmla="*/ 2616912 w 12192000"/>
              <a:gd name="connsiteY207" fmla="*/ 44757 h 1157500"/>
              <a:gd name="connsiteX208" fmla="*/ 2698592 w 12192000"/>
              <a:gd name="connsiteY208" fmla="*/ 35873 h 1157500"/>
              <a:gd name="connsiteX209" fmla="*/ 2891953 w 12192000"/>
              <a:gd name="connsiteY209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30230 w 12192000"/>
              <a:gd name="connsiteY68" fmla="*/ 159715 h 1157500"/>
              <a:gd name="connsiteX69" fmla="*/ 7058714 w 12192000"/>
              <a:gd name="connsiteY69" fmla="*/ 175992 h 1157500"/>
              <a:gd name="connsiteX70" fmla="*/ 7060499 w 12192000"/>
              <a:gd name="connsiteY70" fmla="*/ 176063 h 1157500"/>
              <a:gd name="connsiteX71" fmla="*/ 7176563 w 12192000"/>
              <a:gd name="connsiteY71" fmla="*/ 173244 h 1157500"/>
              <a:gd name="connsiteX72" fmla="*/ 7205529 w 12192000"/>
              <a:gd name="connsiteY72" fmla="*/ 181011 h 1157500"/>
              <a:gd name="connsiteX73" fmla="*/ 7310118 w 12192000"/>
              <a:gd name="connsiteY73" fmla="*/ 162605 h 1157500"/>
              <a:gd name="connsiteX74" fmla="*/ 7673859 w 12192000"/>
              <a:gd name="connsiteY74" fmla="*/ 150336 h 1157500"/>
              <a:gd name="connsiteX75" fmla="*/ 7692748 w 12192000"/>
              <a:gd name="connsiteY75" fmla="*/ 161537 h 1157500"/>
              <a:gd name="connsiteX76" fmla="*/ 7756672 w 12192000"/>
              <a:gd name="connsiteY76" fmla="*/ 157372 h 1157500"/>
              <a:gd name="connsiteX77" fmla="*/ 7974189 w 12192000"/>
              <a:gd name="connsiteY77" fmla="*/ 154819 h 1157500"/>
              <a:gd name="connsiteX78" fmla="*/ 8101969 w 12192000"/>
              <a:gd name="connsiteY78" fmla="*/ 144495 h 1157500"/>
              <a:gd name="connsiteX79" fmla="*/ 8106826 w 12192000"/>
              <a:gd name="connsiteY79" fmla="*/ 139853 h 1157500"/>
              <a:gd name="connsiteX80" fmla="*/ 8162058 w 12192000"/>
              <a:gd name="connsiteY80" fmla="*/ 96704 h 1157500"/>
              <a:gd name="connsiteX81" fmla="*/ 8184568 w 12192000"/>
              <a:gd name="connsiteY81" fmla="*/ 93990 h 1157500"/>
              <a:gd name="connsiteX82" fmla="*/ 8228227 w 12192000"/>
              <a:gd name="connsiteY82" fmla="*/ 105972 h 1157500"/>
              <a:gd name="connsiteX83" fmla="*/ 8237963 w 12192000"/>
              <a:gd name="connsiteY83" fmla="*/ 106996 h 1157500"/>
              <a:gd name="connsiteX84" fmla="*/ 8248358 w 12192000"/>
              <a:gd name="connsiteY84" fmla="*/ 106062 h 1157500"/>
              <a:gd name="connsiteX85" fmla="*/ 8249309 w 12192000"/>
              <a:gd name="connsiteY85" fmla="*/ 106698 h 1157500"/>
              <a:gd name="connsiteX86" fmla="*/ 8249997 w 12192000"/>
              <a:gd name="connsiteY86" fmla="*/ 105915 h 1157500"/>
              <a:gd name="connsiteX87" fmla="*/ 8272162 w 12192000"/>
              <a:gd name="connsiteY87" fmla="*/ 103924 h 1157500"/>
              <a:gd name="connsiteX88" fmla="*/ 8292349 w 12192000"/>
              <a:gd name="connsiteY88" fmla="*/ 97480 h 1157500"/>
              <a:gd name="connsiteX89" fmla="*/ 8307239 w 12192000"/>
              <a:gd name="connsiteY89" fmla="*/ 94591 h 1157500"/>
              <a:gd name="connsiteX90" fmla="*/ 8339282 w 12192000"/>
              <a:gd name="connsiteY90" fmla="*/ 108942 h 1157500"/>
              <a:gd name="connsiteX91" fmla="*/ 8346156 w 12192000"/>
              <a:gd name="connsiteY91" fmla="*/ 111227 h 1157500"/>
              <a:gd name="connsiteX92" fmla="*/ 8346467 w 12192000"/>
              <a:gd name="connsiteY92" fmla="*/ 111024 h 1157500"/>
              <a:gd name="connsiteX93" fmla="*/ 8354069 w 12192000"/>
              <a:gd name="connsiteY93" fmla="*/ 112942 h 1157500"/>
              <a:gd name="connsiteX94" fmla="*/ 8358687 w 12192000"/>
              <a:gd name="connsiteY94" fmla="*/ 115393 h 1157500"/>
              <a:gd name="connsiteX95" fmla="*/ 8433385 w 12192000"/>
              <a:gd name="connsiteY95" fmla="*/ 99669 h 1157500"/>
              <a:gd name="connsiteX96" fmla="*/ 8533779 w 12192000"/>
              <a:gd name="connsiteY96" fmla="*/ 98374 h 1157500"/>
              <a:gd name="connsiteX97" fmla="*/ 8632833 w 12192000"/>
              <a:gd name="connsiteY97" fmla="*/ 100532 h 1157500"/>
              <a:gd name="connsiteX98" fmla="*/ 8668523 w 12192000"/>
              <a:gd name="connsiteY98" fmla="*/ 102979 h 1157500"/>
              <a:gd name="connsiteX99" fmla="*/ 8732893 w 12192000"/>
              <a:gd name="connsiteY99" fmla="*/ 99991 h 1157500"/>
              <a:gd name="connsiteX100" fmla="*/ 8764071 w 12192000"/>
              <a:gd name="connsiteY100" fmla="*/ 94587 h 1157500"/>
              <a:gd name="connsiteX101" fmla="*/ 8767004 w 12192000"/>
              <a:gd name="connsiteY101" fmla="*/ 91519 h 1157500"/>
              <a:gd name="connsiteX102" fmla="*/ 8772553 w 12192000"/>
              <a:gd name="connsiteY102" fmla="*/ 90314 h 1157500"/>
              <a:gd name="connsiteX103" fmla="*/ 8787201 w 12192000"/>
              <a:gd name="connsiteY103" fmla="*/ 92033 h 1157500"/>
              <a:gd name="connsiteX104" fmla="*/ 8792624 w 12192000"/>
              <a:gd name="connsiteY104" fmla="*/ 93503 h 1157500"/>
              <a:gd name="connsiteX105" fmla="*/ 8800741 w 12192000"/>
              <a:gd name="connsiteY105" fmla="*/ 93897 h 1157500"/>
              <a:gd name="connsiteX106" fmla="*/ 8800966 w 12192000"/>
              <a:gd name="connsiteY106" fmla="*/ 93645 h 1157500"/>
              <a:gd name="connsiteX107" fmla="*/ 8808513 w 12192000"/>
              <a:gd name="connsiteY107" fmla="*/ 94530 h 1157500"/>
              <a:gd name="connsiteX108" fmla="*/ 8845110 w 12192000"/>
              <a:gd name="connsiteY108" fmla="*/ 102179 h 1157500"/>
              <a:gd name="connsiteX109" fmla="*/ 8917529 w 12192000"/>
              <a:gd name="connsiteY109" fmla="*/ 76373 h 1157500"/>
              <a:gd name="connsiteX110" fmla="*/ 9026654 w 12192000"/>
              <a:gd name="connsiteY110" fmla="*/ 93420 h 1157500"/>
              <a:gd name="connsiteX111" fmla="*/ 9088505 w 12192000"/>
              <a:gd name="connsiteY111" fmla="*/ 113002 h 1157500"/>
              <a:gd name="connsiteX112" fmla="*/ 9203241 w 12192000"/>
              <a:gd name="connsiteY112" fmla="*/ 111713 h 1157500"/>
              <a:gd name="connsiteX113" fmla="*/ 9415584 w 12192000"/>
              <a:gd name="connsiteY113" fmla="*/ 157156 h 1157500"/>
              <a:gd name="connsiteX114" fmla="*/ 9505102 w 12192000"/>
              <a:gd name="connsiteY114" fmla="*/ 141042 h 1157500"/>
              <a:gd name="connsiteX115" fmla="*/ 9643040 w 12192000"/>
              <a:gd name="connsiteY115" fmla="*/ 158233 h 1157500"/>
              <a:gd name="connsiteX116" fmla="*/ 9762999 w 12192000"/>
              <a:gd name="connsiteY116" fmla="*/ 162623 h 1157500"/>
              <a:gd name="connsiteX117" fmla="*/ 9776183 w 12192000"/>
              <a:gd name="connsiteY117" fmla="*/ 162191 h 1157500"/>
              <a:gd name="connsiteX118" fmla="*/ 9780532 w 12192000"/>
              <a:gd name="connsiteY118" fmla="*/ 155823 h 1157500"/>
              <a:gd name="connsiteX119" fmla="*/ 9910588 w 12192000"/>
              <a:gd name="connsiteY119" fmla="*/ 154327 h 1157500"/>
              <a:gd name="connsiteX120" fmla="*/ 9924173 w 12192000"/>
              <a:gd name="connsiteY120" fmla="*/ 158591 h 1157500"/>
              <a:gd name="connsiteX121" fmla="*/ 10010969 w 12192000"/>
              <a:gd name="connsiteY121" fmla="*/ 155802 h 1157500"/>
              <a:gd name="connsiteX122" fmla="*/ 10070699 w 12192000"/>
              <a:gd name="connsiteY122" fmla="*/ 157854 h 1157500"/>
              <a:gd name="connsiteX123" fmla="*/ 10155104 w 12192000"/>
              <a:gd name="connsiteY123" fmla="*/ 151613 h 1157500"/>
              <a:gd name="connsiteX124" fmla="*/ 10250982 w 12192000"/>
              <a:gd name="connsiteY124" fmla="*/ 128642 h 1157500"/>
              <a:gd name="connsiteX125" fmla="*/ 10343301 w 12192000"/>
              <a:gd name="connsiteY125" fmla="*/ 90884 h 1157500"/>
              <a:gd name="connsiteX126" fmla="*/ 10366625 w 12192000"/>
              <a:gd name="connsiteY126" fmla="*/ 79428 h 1157500"/>
              <a:gd name="connsiteX127" fmla="*/ 10433505 w 12192000"/>
              <a:gd name="connsiteY127" fmla="*/ 65000 h 1157500"/>
              <a:gd name="connsiteX128" fmla="*/ 10547510 w 12192000"/>
              <a:gd name="connsiteY128" fmla="*/ 47246 h 1157500"/>
              <a:gd name="connsiteX129" fmla="*/ 10588150 w 12192000"/>
              <a:gd name="connsiteY129" fmla="*/ 32287 h 1157500"/>
              <a:gd name="connsiteX130" fmla="*/ 10589457 w 12192000"/>
              <a:gd name="connsiteY130" fmla="*/ 25296 h 1157500"/>
              <a:gd name="connsiteX131" fmla="*/ 10699976 w 12192000"/>
              <a:gd name="connsiteY131" fmla="*/ 43345 h 1157500"/>
              <a:gd name="connsiteX132" fmla="*/ 10812237 w 12192000"/>
              <a:gd name="connsiteY132" fmla="*/ 46327 h 1157500"/>
              <a:gd name="connsiteX133" fmla="*/ 10869837 w 12192000"/>
              <a:gd name="connsiteY133" fmla="*/ 65795 h 1157500"/>
              <a:gd name="connsiteX134" fmla="*/ 10881770 w 12192000"/>
              <a:gd name="connsiteY134" fmla="*/ 73672 h 1157500"/>
              <a:gd name="connsiteX135" fmla="*/ 10896899 w 12192000"/>
              <a:gd name="connsiteY135" fmla="*/ 70731 h 1157500"/>
              <a:gd name="connsiteX136" fmla="*/ 10901748 w 12192000"/>
              <a:gd name="connsiteY136" fmla="*/ 66352 h 1157500"/>
              <a:gd name="connsiteX137" fmla="*/ 10947419 w 12192000"/>
              <a:gd name="connsiteY137" fmla="*/ 83316 h 1157500"/>
              <a:gd name="connsiteX138" fmla="*/ 10953034 w 12192000"/>
              <a:gd name="connsiteY138" fmla="*/ 84438 h 1157500"/>
              <a:gd name="connsiteX139" fmla="*/ 10992070 w 12192000"/>
              <a:gd name="connsiteY139" fmla="*/ 88841 h 1157500"/>
              <a:gd name="connsiteX140" fmla="*/ 11112372 w 12192000"/>
              <a:gd name="connsiteY140" fmla="*/ 82247 h 1157500"/>
              <a:gd name="connsiteX141" fmla="*/ 11147719 w 12192000"/>
              <a:gd name="connsiteY141" fmla="*/ 80560 h 1157500"/>
              <a:gd name="connsiteX142" fmla="*/ 11172617 w 12192000"/>
              <a:gd name="connsiteY142" fmla="*/ 76265 h 1157500"/>
              <a:gd name="connsiteX143" fmla="*/ 11240397 w 12192000"/>
              <a:gd name="connsiteY143" fmla="*/ 81830 h 1157500"/>
              <a:gd name="connsiteX144" fmla="*/ 11270034 w 12192000"/>
              <a:gd name="connsiteY144" fmla="*/ 91947 h 1157500"/>
              <a:gd name="connsiteX145" fmla="*/ 11293091 w 12192000"/>
              <a:gd name="connsiteY145" fmla="*/ 92042 h 1157500"/>
              <a:gd name="connsiteX146" fmla="*/ 11310949 w 12192000"/>
              <a:gd name="connsiteY146" fmla="*/ 97842 h 1157500"/>
              <a:gd name="connsiteX147" fmla="*/ 11345279 w 12192000"/>
              <a:gd name="connsiteY147" fmla="*/ 95451 h 1157500"/>
              <a:gd name="connsiteX148" fmla="*/ 11354597 w 12192000"/>
              <a:gd name="connsiteY148" fmla="*/ 97953 h 1157500"/>
              <a:gd name="connsiteX149" fmla="*/ 11367725 w 12192000"/>
              <a:gd name="connsiteY149" fmla="*/ 97999 h 1157500"/>
              <a:gd name="connsiteX150" fmla="*/ 11399832 w 12192000"/>
              <a:gd name="connsiteY150" fmla="*/ 110616 h 1157500"/>
              <a:gd name="connsiteX151" fmla="*/ 11487595 w 12192000"/>
              <a:gd name="connsiteY151" fmla="*/ 152322 h 1157500"/>
              <a:gd name="connsiteX152" fmla="*/ 11590850 w 12192000"/>
              <a:gd name="connsiteY152" fmla="*/ 238552 h 1157500"/>
              <a:gd name="connsiteX153" fmla="*/ 11736204 w 12192000"/>
              <a:gd name="connsiteY153" fmla="*/ 277509 h 1157500"/>
              <a:gd name="connsiteX154" fmla="*/ 11760331 w 12192000"/>
              <a:gd name="connsiteY154" fmla="*/ 291936 h 1157500"/>
              <a:gd name="connsiteX155" fmla="*/ 11819139 w 12192000"/>
              <a:gd name="connsiteY155" fmla="*/ 304143 h 1157500"/>
              <a:gd name="connsiteX156" fmla="*/ 11821967 w 12192000"/>
              <a:gd name="connsiteY156" fmla="*/ 305790 h 1157500"/>
              <a:gd name="connsiteX157" fmla="*/ 11847125 w 12192000"/>
              <a:gd name="connsiteY157" fmla="*/ 297401 h 1157500"/>
              <a:gd name="connsiteX158" fmla="*/ 11980134 w 12192000"/>
              <a:gd name="connsiteY158" fmla="*/ 321911 h 1157500"/>
              <a:gd name="connsiteX159" fmla="*/ 12174576 w 12192000"/>
              <a:gd name="connsiteY159" fmla="*/ 376108 h 1157500"/>
              <a:gd name="connsiteX160" fmla="*/ 12192000 w 12192000"/>
              <a:gd name="connsiteY160" fmla="*/ 379233 h 1157500"/>
              <a:gd name="connsiteX161" fmla="*/ 12192000 w 12192000"/>
              <a:gd name="connsiteY161" fmla="*/ 1157500 h 1157500"/>
              <a:gd name="connsiteX162" fmla="*/ 0 w 12192000"/>
              <a:gd name="connsiteY162" fmla="*/ 1157500 h 1157500"/>
              <a:gd name="connsiteX163" fmla="*/ 0 w 12192000"/>
              <a:gd name="connsiteY163" fmla="*/ 483545 h 1157500"/>
              <a:gd name="connsiteX164" fmla="*/ 5331 w 12192000"/>
              <a:gd name="connsiteY164" fmla="*/ 482797 h 1157500"/>
              <a:gd name="connsiteX165" fmla="*/ 39902 w 12192000"/>
              <a:gd name="connsiteY165" fmla="*/ 472284 h 1157500"/>
              <a:gd name="connsiteX166" fmla="*/ 117880 w 12192000"/>
              <a:gd name="connsiteY166" fmla="*/ 420956 h 1157500"/>
              <a:gd name="connsiteX167" fmla="*/ 238140 w 12192000"/>
              <a:gd name="connsiteY167" fmla="*/ 379297 h 1157500"/>
              <a:gd name="connsiteX168" fmla="*/ 249589 w 12192000"/>
              <a:gd name="connsiteY168" fmla="*/ 379517 h 1157500"/>
              <a:gd name="connsiteX169" fmla="*/ 296963 w 12192000"/>
              <a:gd name="connsiteY169" fmla="*/ 356102 h 1157500"/>
              <a:gd name="connsiteX170" fmla="*/ 339235 w 12192000"/>
              <a:gd name="connsiteY170" fmla="*/ 324425 h 1157500"/>
              <a:gd name="connsiteX171" fmla="*/ 447152 w 12192000"/>
              <a:gd name="connsiteY171" fmla="*/ 327423 h 1157500"/>
              <a:gd name="connsiteX172" fmla="*/ 475247 w 12192000"/>
              <a:gd name="connsiteY172" fmla="*/ 336714 h 1157500"/>
              <a:gd name="connsiteX173" fmla="*/ 477967 w 12192000"/>
              <a:gd name="connsiteY173" fmla="*/ 337960 h 1157500"/>
              <a:gd name="connsiteX174" fmla="*/ 703732 w 12192000"/>
              <a:gd name="connsiteY174" fmla="*/ 316599 h 1157500"/>
              <a:gd name="connsiteX175" fmla="*/ 853391 w 12192000"/>
              <a:gd name="connsiteY175" fmla="*/ 303591 h 1157500"/>
              <a:gd name="connsiteX176" fmla="*/ 925332 w 12192000"/>
              <a:gd name="connsiteY176" fmla="*/ 298686 h 1157500"/>
              <a:gd name="connsiteX177" fmla="*/ 941286 w 12192000"/>
              <a:gd name="connsiteY177" fmla="*/ 288932 h 1157500"/>
              <a:gd name="connsiteX178" fmla="*/ 950845 w 12192000"/>
              <a:gd name="connsiteY178" fmla="*/ 286595 h 1157500"/>
              <a:gd name="connsiteX179" fmla="*/ 953292 w 12192000"/>
              <a:gd name="connsiteY179" fmla="*/ 280892 h 1157500"/>
              <a:gd name="connsiteX180" fmla="*/ 967499 w 12192000"/>
              <a:gd name="connsiteY180" fmla="*/ 273760 h 1157500"/>
              <a:gd name="connsiteX181" fmla="*/ 1069267 w 12192000"/>
              <a:gd name="connsiteY181" fmla="*/ 262766 h 1157500"/>
              <a:gd name="connsiteX182" fmla="*/ 1138407 w 12192000"/>
              <a:gd name="connsiteY182" fmla="*/ 246567 h 1157500"/>
              <a:gd name="connsiteX183" fmla="*/ 1164931 w 12192000"/>
              <a:gd name="connsiteY183" fmla="*/ 238622 h 1157500"/>
              <a:gd name="connsiteX184" fmla="*/ 1211622 w 12192000"/>
              <a:gd name="connsiteY184" fmla="*/ 220676 h 1157500"/>
              <a:gd name="connsiteX185" fmla="*/ 1274567 w 12192000"/>
              <a:gd name="connsiteY185" fmla="*/ 203380 h 1157500"/>
              <a:gd name="connsiteX186" fmla="*/ 1325029 w 12192000"/>
              <a:gd name="connsiteY186" fmla="*/ 207937 h 1157500"/>
              <a:gd name="connsiteX187" fmla="*/ 1356805 w 12192000"/>
              <a:gd name="connsiteY187" fmla="*/ 203622 h 1157500"/>
              <a:gd name="connsiteX188" fmla="*/ 1468752 w 12192000"/>
              <a:gd name="connsiteY188" fmla="*/ 214604 h 1157500"/>
              <a:gd name="connsiteX189" fmla="*/ 1650750 w 12192000"/>
              <a:gd name="connsiteY189" fmla="*/ 165090 h 1157500"/>
              <a:gd name="connsiteX190" fmla="*/ 1655056 w 12192000"/>
              <a:gd name="connsiteY190" fmla="*/ 172106 h 1157500"/>
              <a:gd name="connsiteX191" fmla="*/ 1683220 w 12192000"/>
              <a:gd name="connsiteY191" fmla="*/ 169652 h 1157500"/>
              <a:gd name="connsiteX192" fmla="*/ 1685599 w 12192000"/>
              <a:gd name="connsiteY192" fmla="*/ 165388 h 1157500"/>
              <a:gd name="connsiteX193" fmla="*/ 1735783 w 12192000"/>
              <a:gd name="connsiteY193" fmla="*/ 177400 h 1157500"/>
              <a:gd name="connsiteX194" fmla="*/ 1797102 w 12192000"/>
              <a:gd name="connsiteY194" fmla="*/ 182289 h 1157500"/>
              <a:gd name="connsiteX195" fmla="*/ 1845638 w 12192000"/>
              <a:gd name="connsiteY195" fmla="*/ 163774 h 1157500"/>
              <a:gd name="connsiteX196" fmla="*/ 1848980 w 12192000"/>
              <a:gd name="connsiteY196" fmla="*/ 167516 h 1157500"/>
              <a:gd name="connsiteX197" fmla="*/ 1880587 w 12192000"/>
              <a:gd name="connsiteY197" fmla="*/ 165506 h 1157500"/>
              <a:gd name="connsiteX198" fmla="*/ 1995803 w 12192000"/>
              <a:gd name="connsiteY198" fmla="*/ 131847 h 1157500"/>
              <a:gd name="connsiteX199" fmla="*/ 2057448 w 12192000"/>
              <a:gd name="connsiteY199" fmla="*/ 128650 h 1157500"/>
              <a:gd name="connsiteX200" fmla="*/ 2119088 w 12192000"/>
              <a:gd name="connsiteY200" fmla="*/ 113508 h 1157500"/>
              <a:gd name="connsiteX201" fmla="*/ 2138831 w 12192000"/>
              <a:gd name="connsiteY201" fmla="*/ 116194 h 1157500"/>
              <a:gd name="connsiteX202" fmla="*/ 2214259 w 12192000"/>
              <a:gd name="connsiteY202" fmla="*/ 110542 h 1157500"/>
              <a:gd name="connsiteX203" fmla="*/ 2264911 w 12192000"/>
              <a:gd name="connsiteY203" fmla="*/ 101639 h 1157500"/>
              <a:gd name="connsiteX204" fmla="*/ 2454058 w 12192000"/>
              <a:gd name="connsiteY204" fmla="*/ 67266 h 1157500"/>
              <a:gd name="connsiteX205" fmla="*/ 2534188 w 12192000"/>
              <a:gd name="connsiteY205" fmla="*/ 63730 h 1157500"/>
              <a:gd name="connsiteX206" fmla="*/ 2616912 w 12192000"/>
              <a:gd name="connsiteY206" fmla="*/ 44757 h 1157500"/>
              <a:gd name="connsiteX207" fmla="*/ 2698592 w 12192000"/>
              <a:gd name="connsiteY207" fmla="*/ 35873 h 1157500"/>
              <a:gd name="connsiteX208" fmla="*/ 2891953 w 12192000"/>
              <a:gd name="connsiteY20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58714 w 12192000"/>
              <a:gd name="connsiteY68" fmla="*/ 175992 h 1157500"/>
              <a:gd name="connsiteX69" fmla="*/ 7060499 w 12192000"/>
              <a:gd name="connsiteY69" fmla="*/ 176063 h 1157500"/>
              <a:gd name="connsiteX70" fmla="*/ 7176563 w 12192000"/>
              <a:gd name="connsiteY70" fmla="*/ 173244 h 1157500"/>
              <a:gd name="connsiteX71" fmla="*/ 7205529 w 12192000"/>
              <a:gd name="connsiteY71" fmla="*/ 181011 h 1157500"/>
              <a:gd name="connsiteX72" fmla="*/ 7310118 w 12192000"/>
              <a:gd name="connsiteY72" fmla="*/ 162605 h 1157500"/>
              <a:gd name="connsiteX73" fmla="*/ 7673859 w 12192000"/>
              <a:gd name="connsiteY73" fmla="*/ 150336 h 1157500"/>
              <a:gd name="connsiteX74" fmla="*/ 7692748 w 12192000"/>
              <a:gd name="connsiteY74" fmla="*/ 161537 h 1157500"/>
              <a:gd name="connsiteX75" fmla="*/ 7756672 w 12192000"/>
              <a:gd name="connsiteY75" fmla="*/ 157372 h 1157500"/>
              <a:gd name="connsiteX76" fmla="*/ 7974189 w 12192000"/>
              <a:gd name="connsiteY76" fmla="*/ 154819 h 1157500"/>
              <a:gd name="connsiteX77" fmla="*/ 8101969 w 12192000"/>
              <a:gd name="connsiteY77" fmla="*/ 144495 h 1157500"/>
              <a:gd name="connsiteX78" fmla="*/ 8106826 w 12192000"/>
              <a:gd name="connsiteY78" fmla="*/ 139853 h 1157500"/>
              <a:gd name="connsiteX79" fmla="*/ 8162058 w 12192000"/>
              <a:gd name="connsiteY79" fmla="*/ 96704 h 1157500"/>
              <a:gd name="connsiteX80" fmla="*/ 8184568 w 12192000"/>
              <a:gd name="connsiteY80" fmla="*/ 93990 h 1157500"/>
              <a:gd name="connsiteX81" fmla="*/ 8228227 w 12192000"/>
              <a:gd name="connsiteY81" fmla="*/ 105972 h 1157500"/>
              <a:gd name="connsiteX82" fmla="*/ 8237963 w 12192000"/>
              <a:gd name="connsiteY82" fmla="*/ 106996 h 1157500"/>
              <a:gd name="connsiteX83" fmla="*/ 8248358 w 12192000"/>
              <a:gd name="connsiteY83" fmla="*/ 106062 h 1157500"/>
              <a:gd name="connsiteX84" fmla="*/ 8249309 w 12192000"/>
              <a:gd name="connsiteY84" fmla="*/ 106698 h 1157500"/>
              <a:gd name="connsiteX85" fmla="*/ 8249997 w 12192000"/>
              <a:gd name="connsiteY85" fmla="*/ 105915 h 1157500"/>
              <a:gd name="connsiteX86" fmla="*/ 8272162 w 12192000"/>
              <a:gd name="connsiteY86" fmla="*/ 103924 h 1157500"/>
              <a:gd name="connsiteX87" fmla="*/ 8292349 w 12192000"/>
              <a:gd name="connsiteY87" fmla="*/ 97480 h 1157500"/>
              <a:gd name="connsiteX88" fmla="*/ 8307239 w 12192000"/>
              <a:gd name="connsiteY88" fmla="*/ 94591 h 1157500"/>
              <a:gd name="connsiteX89" fmla="*/ 8339282 w 12192000"/>
              <a:gd name="connsiteY89" fmla="*/ 108942 h 1157500"/>
              <a:gd name="connsiteX90" fmla="*/ 8346156 w 12192000"/>
              <a:gd name="connsiteY90" fmla="*/ 111227 h 1157500"/>
              <a:gd name="connsiteX91" fmla="*/ 8346467 w 12192000"/>
              <a:gd name="connsiteY91" fmla="*/ 111024 h 1157500"/>
              <a:gd name="connsiteX92" fmla="*/ 8354069 w 12192000"/>
              <a:gd name="connsiteY92" fmla="*/ 112942 h 1157500"/>
              <a:gd name="connsiteX93" fmla="*/ 8358687 w 12192000"/>
              <a:gd name="connsiteY93" fmla="*/ 115393 h 1157500"/>
              <a:gd name="connsiteX94" fmla="*/ 8433385 w 12192000"/>
              <a:gd name="connsiteY94" fmla="*/ 99669 h 1157500"/>
              <a:gd name="connsiteX95" fmla="*/ 8533779 w 12192000"/>
              <a:gd name="connsiteY95" fmla="*/ 98374 h 1157500"/>
              <a:gd name="connsiteX96" fmla="*/ 8632833 w 12192000"/>
              <a:gd name="connsiteY96" fmla="*/ 100532 h 1157500"/>
              <a:gd name="connsiteX97" fmla="*/ 8668523 w 12192000"/>
              <a:gd name="connsiteY97" fmla="*/ 102979 h 1157500"/>
              <a:gd name="connsiteX98" fmla="*/ 8732893 w 12192000"/>
              <a:gd name="connsiteY98" fmla="*/ 99991 h 1157500"/>
              <a:gd name="connsiteX99" fmla="*/ 8764071 w 12192000"/>
              <a:gd name="connsiteY99" fmla="*/ 94587 h 1157500"/>
              <a:gd name="connsiteX100" fmla="*/ 8767004 w 12192000"/>
              <a:gd name="connsiteY100" fmla="*/ 91519 h 1157500"/>
              <a:gd name="connsiteX101" fmla="*/ 8772553 w 12192000"/>
              <a:gd name="connsiteY101" fmla="*/ 90314 h 1157500"/>
              <a:gd name="connsiteX102" fmla="*/ 8787201 w 12192000"/>
              <a:gd name="connsiteY102" fmla="*/ 92033 h 1157500"/>
              <a:gd name="connsiteX103" fmla="*/ 8792624 w 12192000"/>
              <a:gd name="connsiteY103" fmla="*/ 93503 h 1157500"/>
              <a:gd name="connsiteX104" fmla="*/ 8800741 w 12192000"/>
              <a:gd name="connsiteY104" fmla="*/ 93897 h 1157500"/>
              <a:gd name="connsiteX105" fmla="*/ 8800966 w 12192000"/>
              <a:gd name="connsiteY105" fmla="*/ 93645 h 1157500"/>
              <a:gd name="connsiteX106" fmla="*/ 8808513 w 12192000"/>
              <a:gd name="connsiteY106" fmla="*/ 94530 h 1157500"/>
              <a:gd name="connsiteX107" fmla="*/ 8845110 w 12192000"/>
              <a:gd name="connsiteY107" fmla="*/ 102179 h 1157500"/>
              <a:gd name="connsiteX108" fmla="*/ 8917529 w 12192000"/>
              <a:gd name="connsiteY108" fmla="*/ 76373 h 1157500"/>
              <a:gd name="connsiteX109" fmla="*/ 9026654 w 12192000"/>
              <a:gd name="connsiteY109" fmla="*/ 93420 h 1157500"/>
              <a:gd name="connsiteX110" fmla="*/ 9088505 w 12192000"/>
              <a:gd name="connsiteY110" fmla="*/ 113002 h 1157500"/>
              <a:gd name="connsiteX111" fmla="*/ 9203241 w 12192000"/>
              <a:gd name="connsiteY111" fmla="*/ 111713 h 1157500"/>
              <a:gd name="connsiteX112" fmla="*/ 9415584 w 12192000"/>
              <a:gd name="connsiteY112" fmla="*/ 157156 h 1157500"/>
              <a:gd name="connsiteX113" fmla="*/ 9505102 w 12192000"/>
              <a:gd name="connsiteY113" fmla="*/ 141042 h 1157500"/>
              <a:gd name="connsiteX114" fmla="*/ 9643040 w 12192000"/>
              <a:gd name="connsiteY114" fmla="*/ 158233 h 1157500"/>
              <a:gd name="connsiteX115" fmla="*/ 9762999 w 12192000"/>
              <a:gd name="connsiteY115" fmla="*/ 162623 h 1157500"/>
              <a:gd name="connsiteX116" fmla="*/ 9776183 w 12192000"/>
              <a:gd name="connsiteY116" fmla="*/ 162191 h 1157500"/>
              <a:gd name="connsiteX117" fmla="*/ 9780532 w 12192000"/>
              <a:gd name="connsiteY117" fmla="*/ 155823 h 1157500"/>
              <a:gd name="connsiteX118" fmla="*/ 9910588 w 12192000"/>
              <a:gd name="connsiteY118" fmla="*/ 154327 h 1157500"/>
              <a:gd name="connsiteX119" fmla="*/ 9924173 w 12192000"/>
              <a:gd name="connsiteY119" fmla="*/ 158591 h 1157500"/>
              <a:gd name="connsiteX120" fmla="*/ 10010969 w 12192000"/>
              <a:gd name="connsiteY120" fmla="*/ 155802 h 1157500"/>
              <a:gd name="connsiteX121" fmla="*/ 10070699 w 12192000"/>
              <a:gd name="connsiteY121" fmla="*/ 157854 h 1157500"/>
              <a:gd name="connsiteX122" fmla="*/ 10155104 w 12192000"/>
              <a:gd name="connsiteY122" fmla="*/ 151613 h 1157500"/>
              <a:gd name="connsiteX123" fmla="*/ 10250982 w 12192000"/>
              <a:gd name="connsiteY123" fmla="*/ 128642 h 1157500"/>
              <a:gd name="connsiteX124" fmla="*/ 10343301 w 12192000"/>
              <a:gd name="connsiteY124" fmla="*/ 90884 h 1157500"/>
              <a:gd name="connsiteX125" fmla="*/ 10366625 w 12192000"/>
              <a:gd name="connsiteY125" fmla="*/ 79428 h 1157500"/>
              <a:gd name="connsiteX126" fmla="*/ 10433505 w 12192000"/>
              <a:gd name="connsiteY126" fmla="*/ 65000 h 1157500"/>
              <a:gd name="connsiteX127" fmla="*/ 10547510 w 12192000"/>
              <a:gd name="connsiteY127" fmla="*/ 47246 h 1157500"/>
              <a:gd name="connsiteX128" fmla="*/ 10588150 w 12192000"/>
              <a:gd name="connsiteY128" fmla="*/ 32287 h 1157500"/>
              <a:gd name="connsiteX129" fmla="*/ 10589457 w 12192000"/>
              <a:gd name="connsiteY129" fmla="*/ 25296 h 1157500"/>
              <a:gd name="connsiteX130" fmla="*/ 10699976 w 12192000"/>
              <a:gd name="connsiteY130" fmla="*/ 43345 h 1157500"/>
              <a:gd name="connsiteX131" fmla="*/ 10812237 w 12192000"/>
              <a:gd name="connsiteY131" fmla="*/ 46327 h 1157500"/>
              <a:gd name="connsiteX132" fmla="*/ 10869837 w 12192000"/>
              <a:gd name="connsiteY132" fmla="*/ 65795 h 1157500"/>
              <a:gd name="connsiteX133" fmla="*/ 10881770 w 12192000"/>
              <a:gd name="connsiteY133" fmla="*/ 73672 h 1157500"/>
              <a:gd name="connsiteX134" fmla="*/ 10896899 w 12192000"/>
              <a:gd name="connsiteY134" fmla="*/ 70731 h 1157500"/>
              <a:gd name="connsiteX135" fmla="*/ 10901748 w 12192000"/>
              <a:gd name="connsiteY135" fmla="*/ 66352 h 1157500"/>
              <a:gd name="connsiteX136" fmla="*/ 10947419 w 12192000"/>
              <a:gd name="connsiteY136" fmla="*/ 83316 h 1157500"/>
              <a:gd name="connsiteX137" fmla="*/ 10953034 w 12192000"/>
              <a:gd name="connsiteY137" fmla="*/ 84438 h 1157500"/>
              <a:gd name="connsiteX138" fmla="*/ 10992070 w 12192000"/>
              <a:gd name="connsiteY138" fmla="*/ 88841 h 1157500"/>
              <a:gd name="connsiteX139" fmla="*/ 11112372 w 12192000"/>
              <a:gd name="connsiteY139" fmla="*/ 82247 h 1157500"/>
              <a:gd name="connsiteX140" fmla="*/ 11147719 w 12192000"/>
              <a:gd name="connsiteY140" fmla="*/ 80560 h 1157500"/>
              <a:gd name="connsiteX141" fmla="*/ 11172617 w 12192000"/>
              <a:gd name="connsiteY141" fmla="*/ 76265 h 1157500"/>
              <a:gd name="connsiteX142" fmla="*/ 11240397 w 12192000"/>
              <a:gd name="connsiteY142" fmla="*/ 81830 h 1157500"/>
              <a:gd name="connsiteX143" fmla="*/ 11270034 w 12192000"/>
              <a:gd name="connsiteY143" fmla="*/ 91947 h 1157500"/>
              <a:gd name="connsiteX144" fmla="*/ 11293091 w 12192000"/>
              <a:gd name="connsiteY144" fmla="*/ 92042 h 1157500"/>
              <a:gd name="connsiteX145" fmla="*/ 11310949 w 12192000"/>
              <a:gd name="connsiteY145" fmla="*/ 97842 h 1157500"/>
              <a:gd name="connsiteX146" fmla="*/ 11345279 w 12192000"/>
              <a:gd name="connsiteY146" fmla="*/ 95451 h 1157500"/>
              <a:gd name="connsiteX147" fmla="*/ 11354597 w 12192000"/>
              <a:gd name="connsiteY147" fmla="*/ 97953 h 1157500"/>
              <a:gd name="connsiteX148" fmla="*/ 11367725 w 12192000"/>
              <a:gd name="connsiteY148" fmla="*/ 97999 h 1157500"/>
              <a:gd name="connsiteX149" fmla="*/ 11399832 w 12192000"/>
              <a:gd name="connsiteY149" fmla="*/ 110616 h 1157500"/>
              <a:gd name="connsiteX150" fmla="*/ 11487595 w 12192000"/>
              <a:gd name="connsiteY150" fmla="*/ 152322 h 1157500"/>
              <a:gd name="connsiteX151" fmla="*/ 11590850 w 12192000"/>
              <a:gd name="connsiteY151" fmla="*/ 238552 h 1157500"/>
              <a:gd name="connsiteX152" fmla="*/ 11736204 w 12192000"/>
              <a:gd name="connsiteY152" fmla="*/ 277509 h 1157500"/>
              <a:gd name="connsiteX153" fmla="*/ 11760331 w 12192000"/>
              <a:gd name="connsiteY153" fmla="*/ 291936 h 1157500"/>
              <a:gd name="connsiteX154" fmla="*/ 11819139 w 12192000"/>
              <a:gd name="connsiteY154" fmla="*/ 304143 h 1157500"/>
              <a:gd name="connsiteX155" fmla="*/ 11821967 w 12192000"/>
              <a:gd name="connsiteY155" fmla="*/ 305790 h 1157500"/>
              <a:gd name="connsiteX156" fmla="*/ 11847125 w 12192000"/>
              <a:gd name="connsiteY156" fmla="*/ 297401 h 1157500"/>
              <a:gd name="connsiteX157" fmla="*/ 11980134 w 12192000"/>
              <a:gd name="connsiteY157" fmla="*/ 321911 h 1157500"/>
              <a:gd name="connsiteX158" fmla="*/ 12174576 w 12192000"/>
              <a:gd name="connsiteY158" fmla="*/ 376108 h 1157500"/>
              <a:gd name="connsiteX159" fmla="*/ 12192000 w 12192000"/>
              <a:gd name="connsiteY159" fmla="*/ 379233 h 1157500"/>
              <a:gd name="connsiteX160" fmla="*/ 12192000 w 12192000"/>
              <a:gd name="connsiteY160" fmla="*/ 1157500 h 1157500"/>
              <a:gd name="connsiteX161" fmla="*/ 0 w 12192000"/>
              <a:gd name="connsiteY161" fmla="*/ 1157500 h 1157500"/>
              <a:gd name="connsiteX162" fmla="*/ 0 w 12192000"/>
              <a:gd name="connsiteY162" fmla="*/ 483545 h 1157500"/>
              <a:gd name="connsiteX163" fmla="*/ 5331 w 12192000"/>
              <a:gd name="connsiteY163" fmla="*/ 482797 h 1157500"/>
              <a:gd name="connsiteX164" fmla="*/ 39902 w 12192000"/>
              <a:gd name="connsiteY164" fmla="*/ 472284 h 1157500"/>
              <a:gd name="connsiteX165" fmla="*/ 117880 w 12192000"/>
              <a:gd name="connsiteY165" fmla="*/ 420956 h 1157500"/>
              <a:gd name="connsiteX166" fmla="*/ 238140 w 12192000"/>
              <a:gd name="connsiteY166" fmla="*/ 379297 h 1157500"/>
              <a:gd name="connsiteX167" fmla="*/ 249589 w 12192000"/>
              <a:gd name="connsiteY167" fmla="*/ 379517 h 1157500"/>
              <a:gd name="connsiteX168" fmla="*/ 296963 w 12192000"/>
              <a:gd name="connsiteY168" fmla="*/ 356102 h 1157500"/>
              <a:gd name="connsiteX169" fmla="*/ 339235 w 12192000"/>
              <a:gd name="connsiteY169" fmla="*/ 324425 h 1157500"/>
              <a:gd name="connsiteX170" fmla="*/ 447152 w 12192000"/>
              <a:gd name="connsiteY170" fmla="*/ 327423 h 1157500"/>
              <a:gd name="connsiteX171" fmla="*/ 475247 w 12192000"/>
              <a:gd name="connsiteY171" fmla="*/ 336714 h 1157500"/>
              <a:gd name="connsiteX172" fmla="*/ 477967 w 12192000"/>
              <a:gd name="connsiteY172" fmla="*/ 337960 h 1157500"/>
              <a:gd name="connsiteX173" fmla="*/ 703732 w 12192000"/>
              <a:gd name="connsiteY173" fmla="*/ 316599 h 1157500"/>
              <a:gd name="connsiteX174" fmla="*/ 853391 w 12192000"/>
              <a:gd name="connsiteY174" fmla="*/ 303591 h 1157500"/>
              <a:gd name="connsiteX175" fmla="*/ 925332 w 12192000"/>
              <a:gd name="connsiteY175" fmla="*/ 298686 h 1157500"/>
              <a:gd name="connsiteX176" fmla="*/ 941286 w 12192000"/>
              <a:gd name="connsiteY176" fmla="*/ 288932 h 1157500"/>
              <a:gd name="connsiteX177" fmla="*/ 950845 w 12192000"/>
              <a:gd name="connsiteY177" fmla="*/ 286595 h 1157500"/>
              <a:gd name="connsiteX178" fmla="*/ 953292 w 12192000"/>
              <a:gd name="connsiteY178" fmla="*/ 280892 h 1157500"/>
              <a:gd name="connsiteX179" fmla="*/ 967499 w 12192000"/>
              <a:gd name="connsiteY179" fmla="*/ 273760 h 1157500"/>
              <a:gd name="connsiteX180" fmla="*/ 1069267 w 12192000"/>
              <a:gd name="connsiteY180" fmla="*/ 262766 h 1157500"/>
              <a:gd name="connsiteX181" fmla="*/ 1138407 w 12192000"/>
              <a:gd name="connsiteY181" fmla="*/ 246567 h 1157500"/>
              <a:gd name="connsiteX182" fmla="*/ 1164931 w 12192000"/>
              <a:gd name="connsiteY182" fmla="*/ 238622 h 1157500"/>
              <a:gd name="connsiteX183" fmla="*/ 1211622 w 12192000"/>
              <a:gd name="connsiteY183" fmla="*/ 220676 h 1157500"/>
              <a:gd name="connsiteX184" fmla="*/ 1274567 w 12192000"/>
              <a:gd name="connsiteY184" fmla="*/ 203380 h 1157500"/>
              <a:gd name="connsiteX185" fmla="*/ 1325029 w 12192000"/>
              <a:gd name="connsiteY185" fmla="*/ 207937 h 1157500"/>
              <a:gd name="connsiteX186" fmla="*/ 1356805 w 12192000"/>
              <a:gd name="connsiteY186" fmla="*/ 203622 h 1157500"/>
              <a:gd name="connsiteX187" fmla="*/ 1468752 w 12192000"/>
              <a:gd name="connsiteY187" fmla="*/ 214604 h 1157500"/>
              <a:gd name="connsiteX188" fmla="*/ 1650750 w 12192000"/>
              <a:gd name="connsiteY188" fmla="*/ 165090 h 1157500"/>
              <a:gd name="connsiteX189" fmla="*/ 1655056 w 12192000"/>
              <a:gd name="connsiteY189" fmla="*/ 172106 h 1157500"/>
              <a:gd name="connsiteX190" fmla="*/ 1683220 w 12192000"/>
              <a:gd name="connsiteY190" fmla="*/ 169652 h 1157500"/>
              <a:gd name="connsiteX191" fmla="*/ 1685599 w 12192000"/>
              <a:gd name="connsiteY191" fmla="*/ 165388 h 1157500"/>
              <a:gd name="connsiteX192" fmla="*/ 1735783 w 12192000"/>
              <a:gd name="connsiteY192" fmla="*/ 177400 h 1157500"/>
              <a:gd name="connsiteX193" fmla="*/ 1797102 w 12192000"/>
              <a:gd name="connsiteY193" fmla="*/ 182289 h 1157500"/>
              <a:gd name="connsiteX194" fmla="*/ 1845638 w 12192000"/>
              <a:gd name="connsiteY194" fmla="*/ 163774 h 1157500"/>
              <a:gd name="connsiteX195" fmla="*/ 1848980 w 12192000"/>
              <a:gd name="connsiteY195" fmla="*/ 167516 h 1157500"/>
              <a:gd name="connsiteX196" fmla="*/ 1880587 w 12192000"/>
              <a:gd name="connsiteY196" fmla="*/ 165506 h 1157500"/>
              <a:gd name="connsiteX197" fmla="*/ 1995803 w 12192000"/>
              <a:gd name="connsiteY197" fmla="*/ 131847 h 1157500"/>
              <a:gd name="connsiteX198" fmla="*/ 2057448 w 12192000"/>
              <a:gd name="connsiteY198" fmla="*/ 128650 h 1157500"/>
              <a:gd name="connsiteX199" fmla="*/ 2119088 w 12192000"/>
              <a:gd name="connsiteY199" fmla="*/ 113508 h 1157500"/>
              <a:gd name="connsiteX200" fmla="*/ 2138831 w 12192000"/>
              <a:gd name="connsiteY200" fmla="*/ 116194 h 1157500"/>
              <a:gd name="connsiteX201" fmla="*/ 2214259 w 12192000"/>
              <a:gd name="connsiteY201" fmla="*/ 110542 h 1157500"/>
              <a:gd name="connsiteX202" fmla="*/ 2264911 w 12192000"/>
              <a:gd name="connsiteY202" fmla="*/ 101639 h 1157500"/>
              <a:gd name="connsiteX203" fmla="*/ 2454058 w 12192000"/>
              <a:gd name="connsiteY203" fmla="*/ 67266 h 1157500"/>
              <a:gd name="connsiteX204" fmla="*/ 2534188 w 12192000"/>
              <a:gd name="connsiteY204" fmla="*/ 63730 h 1157500"/>
              <a:gd name="connsiteX205" fmla="*/ 2616912 w 12192000"/>
              <a:gd name="connsiteY205" fmla="*/ 44757 h 1157500"/>
              <a:gd name="connsiteX206" fmla="*/ 2698592 w 12192000"/>
              <a:gd name="connsiteY206" fmla="*/ 35873 h 1157500"/>
              <a:gd name="connsiteX207" fmla="*/ 2891953 w 12192000"/>
              <a:gd name="connsiteY20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78958 w 12192000"/>
              <a:gd name="connsiteY62" fmla="*/ 180824 h 1157500"/>
              <a:gd name="connsiteX63" fmla="*/ 6894439 w 12192000"/>
              <a:gd name="connsiteY63" fmla="*/ 177642 h 1157500"/>
              <a:gd name="connsiteX64" fmla="*/ 6963220 w 12192000"/>
              <a:gd name="connsiteY64" fmla="*/ 167304 h 1157500"/>
              <a:gd name="connsiteX65" fmla="*/ 6976706 w 12192000"/>
              <a:gd name="connsiteY65" fmla="*/ 170894 h 1157500"/>
              <a:gd name="connsiteX66" fmla="*/ 6987064 w 12192000"/>
              <a:gd name="connsiteY66" fmla="*/ 160402 h 1157500"/>
              <a:gd name="connsiteX67" fmla="*/ 7058714 w 12192000"/>
              <a:gd name="connsiteY67" fmla="*/ 175992 h 1157500"/>
              <a:gd name="connsiteX68" fmla="*/ 7060499 w 12192000"/>
              <a:gd name="connsiteY68" fmla="*/ 176063 h 1157500"/>
              <a:gd name="connsiteX69" fmla="*/ 7176563 w 12192000"/>
              <a:gd name="connsiteY69" fmla="*/ 173244 h 1157500"/>
              <a:gd name="connsiteX70" fmla="*/ 7205529 w 12192000"/>
              <a:gd name="connsiteY70" fmla="*/ 181011 h 1157500"/>
              <a:gd name="connsiteX71" fmla="*/ 7310118 w 12192000"/>
              <a:gd name="connsiteY71" fmla="*/ 162605 h 1157500"/>
              <a:gd name="connsiteX72" fmla="*/ 7673859 w 12192000"/>
              <a:gd name="connsiteY72" fmla="*/ 150336 h 1157500"/>
              <a:gd name="connsiteX73" fmla="*/ 7692748 w 12192000"/>
              <a:gd name="connsiteY73" fmla="*/ 161537 h 1157500"/>
              <a:gd name="connsiteX74" fmla="*/ 7756672 w 12192000"/>
              <a:gd name="connsiteY74" fmla="*/ 157372 h 1157500"/>
              <a:gd name="connsiteX75" fmla="*/ 7974189 w 12192000"/>
              <a:gd name="connsiteY75" fmla="*/ 154819 h 1157500"/>
              <a:gd name="connsiteX76" fmla="*/ 8101969 w 12192000"/>
              <a:gd name="connsiteY76" fmla="*/ 144495 h 1157500"/>
              <a:gd name="connsiteX77" fmla="*/ 8106826 w 12192000"/>
              <a:gd name="connsiteY77" fmla="*/ 139853 h 1157500"/>
              <a:gd name="connsiteX78" fmla="*/ 8162058 w 12192000"/>
              <a:gd name="connsiteY78" fmla="*/ 96704 h 1157500"/>
              <a:gd name="connsiteX79" fmla="*/ 8184568 w 12192000"/>
              <a:gd name="connsiteY79" fmla="*/ 93990 h 1157500"/>
              <a:gd name="connsiteX80" fmla="*/ 8228227 w 12192000"/>
              <a:gd name="connsiteY80" fmla="*/ 105972 h 1157500"/>
              <a:gd name="connsiteX81" fmla="*/ 8237963 w 12192000"/>
              <a:gd name="connsiteY81" fmla="*/ 106996 h 1157500"/>
              <a:gd name="connsiteX82" fmla="*/ 8248358 w 12192000"/>
              <a:gd name="connsiteY82" fmla="*/ 106062 h 1157500"/>
              <a:gd name="connsiteX83" fmla="*/ 8249309 w 12192000"/>
              <a:gd name="connsiteY83" fmla="*/ 106698 h 1157500"/>
              <a:gd name="connsiteX84" fmla="*/ 8249997 w 12192000"/>
              <a:gd name="connsiteY84" fmla="*/ 105915 h 1157500"/>
              <a:gd name="connsiteX85" fmla="*/ 8272162 w 12192000"/>
              <a:gd name="connsiteY85" fmla="*/ 103924 h 1157500"/>
              <a:gd name="connsiteX86" fmla="*/ 8292349 w 12192000"/>
              <a:gd name="connsiteY86" fmla="*/ 97480 h 1157500"/>
              <a:gd name="connsiteX87" fmla="*/ 8307239 w 12192000"/>
              <a:gd name="connsiteY87" fmla="*/ 94591 h 1157500"/>
              <a:gd name="connsiteX88" fmla="*/ 8339282 w 12192000"/>
              <a:gd name="connsiteY88" fmla="*/ 108942 h 1157500"/>
              <a:gd name="connsiteX89" fmla="*/ 8346156 w 12192000"/>
              <a:gd name="connsiteY89" fmla="*/ 111227 h 1157500"/>
              <a:gd name="connsiteX90" fmla="*/ 8346467 w 12192000"/>
              <a:gd name="connsiteY90" fmla="*/ 111024 h 1157500"/>
              <a:gd name="connsiteX91" fmla="*/ 8354069 w 12192000"/>
              <a:gd name="connsiteY91" fmla="*/ 112942 h 1157500"/>
              <a:gd name="connsiteX92" fmla="*/ 8358687 w 12192000"/>
              <a:gd name="connsiteY92" fmla="*/ 115393 h 1157500"/>
              <a:gd name="connsiteX93" fmla="*/ 8433385 w 12192000"/>
              <a:gd name="connsiteY93" fmla="*/ 99669 h 1157500"/>
              <a:gd name="connsiteX94" fmla="*/ 8533779 w 12192000"/>
              <a:gd name="connsiteY94" fmla="*/ 98374 h 1157500"/>
              <a:gd name="connsiteX95" fmla="*/ 8632833 w 12192000"/>
              <a:gd name="connsiteY95" fmla="*/ 100532 h 1157500"/>
              <a:gd name="connsiteX96" fmla="*/ 8668523 w 12192000"/>
              <a:gd name="connsiteY96" fmla="*/ 102979 h 1157500"/>
              <a:gd name="connsiteX97" fmla="*/ 8732893 w 12192000"/>
              <a:gd name="connsiteY97" fmla="*/ 99991 h 1157500"/>
              <a:gd name="connsiteX98" fmla="*/ 8764071 w 12192000"/>
              <a:gd name="connsiteY98" fmla="*/ 94587 h 1157500"/>
              <a:gd name="connsiteX99" fmla="*/ 8767004 w 12192000"/>
              <a:gd name="connsiteY99" fmla="*/ 91519 h 1157500"/>
              <a:gd name="connsiteX100" fmla="*/ 8772553 w 12192000"/>
              <a:gd name="connsiteY100" fmla="*/ 90314 h 1157500"/>
              <a:gd name="connsiteX101" fmla="*/ 8787201 w 12192000"/>
              <a:gd name="connsiteY101" fmla="*/ 92033 h 1157500"/>
              <a:gd name="connsiteX102" fmla="*/ 8792624 w 12192000"/>
              <a:gd name="connsiteY102" fmla="*/ 93503 h 1157500"/>
              <a:gd name="connsiteX103" fmla="*/ 8800741 w 12192000"/>
              <a:gd name="connsiteY103" fmla="*/ 93897 h 1157500"/>
              <a:gd name="connsiteX104" fmla="*/ 8800966 w 12192000"/>
              <a:gd name="connsiteY104" fmla="*/ 93645 h 1157500"/>
              <a:gd name="connsiteX105" fmla="*/ 8808513 w 12192000"/>
              <a:gd name="connsiteY105" fmla="*/ 94530 h 1157500"/>
              <a:gd name="connsiteX106" fmla="*/ 8845110 w 12192000"/>
              <a:gd name="connsiteY106" fmla="*/ 102179 h 1157500"/>
              <a:gd name="connsiteX107" fmla="*/ 8917529 w 12192000"/>
              <a:gd name="connsiteY107" fmla="*/ 76373 h 1157500"/>
              <a:gd name="connsiteX108" fmla="*/ 9026654 w 12192000"/>
              <a:gd name="connsiteY108" fmla="*/ 93420 h 1157500"/>
              <a:gd name="connsiteX109" fmla="*/ 9088505 w 12192000"/>
              <a:gd name="connsiteY109" fmla="*/ 113002 h 1157500"/>
              <a:gd name="connsiteX110" fmla="*/ 9203241 w 12192000"/>
              <a:gd name="connsiteY110" fmla="*/ 111713 h 1157500"/>
              <a:gd name="connsiteX111" fmla="*/ 9415584 w 12192000"/>
              <a:gd name="connsiteY111" fmla="*/ 157156 h 1157500"/>
              <a:gd name="connsiteX112" fmla="*/ 9505102 w 12192000"/>
              <a:gd name="connsiteY112" fmla="*/ 141042 h 1157500"/>
              <a:gd name="connsiteX113" fmla="*/ 9643040 w 12192000"/>
              <a:gd name="connsiteY113" fmla="*/ 158233 h 1157500"/>
              <a:gd name="connsiteX114" fmla="*/ 9762999 w 12192000"/>
              <a:gd name="connsiteY114" fmla="*/ 162623 h 1157500"/>
              <a:gd name="connsiteX115" fmla="*/ 9776183 w 12192000"/>
              <a:gd name="connsiteY115" fmla="*/ 162191 h 1157500"/>
              <a:gd name="connsiteX116" fmla="*/ 9780532 w 12192000"/>
              <a:gd name="connsiteY116" fmla="*/ 155823 h 1157500"/>
              <a:gd name="connsiteX117" fmla="*/ 9910588 w 12192000"/>
              <a:gd name="connsiteY117" fmla="*/ 154327 h 1157500"/>
              <a:gd name="connsiteX118" fmla="*/ 9924173 w 12192000"/>
              <a:gd name="connsiteY118" fmla="*/ 158591 h 1157500"/>
              <a:gd name="connsiteX119" fmla="*/ 10010969 w 12192000"/>
              <a:gd name="connsiteY119" fmla="*/ 155802 h 1157500"/>
              <a:gd name="connsiteX120" fmla="*/ 10070699 w 12192000"/>
              <a:gd name="connsiteY120" fmla="*/ 157854 h 1157500"/>
              <a:gd name="connsiteX121" fmla="*/ 10155104 w 12192000"/>
              <a:gd name="connsiteY121" fmla="*/ 151613 h 1157500"/>
              <a:gd name="connsiteX122" fmla="*/ 10250982 w 12192000"/>
              <a:gd name="connsiteY122" fmla="*/ 128642 h 1157500"/>
              <a:gd name="connsiteX123" fmla="*/ 10343301 w 12192000"/>
              <a:gd name="connsiteY123" fmla="*/ 90884 h 1157500"/>
              <a:gd name="connsiteX124" fmla="*/ 10366625 w 12192000"/>
              <a:gd name="connsiteY124" fmla="*/ 79428 h 1157500"/>
              <a:gd name="connsiteX125" fmla="*/ 10433505 w 12192000"/>
              <a:gd name="connsiteY125" fmla="*/ 65000 h 1157500"/>
              <a:gd name="connsiteX126" fmla="*/ 10547510 w 12192000"/>
              <a:gd name="connsiteY126" fmla="*/ 47246 h 1157500"/>
              <a:gd name="connsiteX127" fmla="*/ 10588150 w 12192000"/>
              <a:gd name="connsiteY127" fmla="*/ 32287 h 1157500"/>
              <a:gd name="connsiteX128" fmla="*/ 10589457 w 12192000"/>
              <a:gd name="connsiteY128" fmla="*/ 25296 h 1157500"/>
              <a:gd name="connsiteX129" fmla="*/ 10699976 w 12192000"/>
              <a:gd name="connsiteY129" fmla="*/ 43345 h 1157500"/>
              <a:gd name="connsiteX130" fmla="*/ 10812237 w 12192000"/>
              <a:gd name="connsiteY130" fmla="*/ 46327 h 1157500"/>
              <a:gd name="connsiteX131" fmla="*/ 10869837 w 12192000"/>
              <a:gd name="connsiteY131" fmla="*/ 65795 h 1157500"/>
              <a:gd name="connsiteX132" fmla="*/ 10881770 w 12192000"/>
              <a:gd name="connsiteY132" fmla="*/ 73672 h 1157500"/>
              <a:gd name="connsiteX133" fmla="*/ 10896899 w 12192000"/>
              <a:gd name="connsiteY133" fmla="*/ 70731 h 1157500"/>
              <a:gd name="connsiteX134" fmla="*/ 10901748 w 12192000"/>
              <a:gd name="connsiteY134" fmla="*/ 66352 h 1157500"/>
              <a:gd name="connsiteX135" fmla="*/ 10947419 w 12192000"/>
              <a:gd name="connsiteY135" fmla="*/ 83316 h 1157500"/>
              <a:gd name="connsiteX136" fmla="*/ 10953034 w 12192000"/>
              <a:gd name="connsiteY136" fmla="*/ 84438 h 1157500"/>
              <a:gd name="connsiteX137" fmla="*/ 10992070 w 12192000"/>
              <a:gd name="connsiteY137" fmla="*/ 88841 h 1157500"/>
              <a:gd name="connsiteX138" fmla="*/ 11112372 w 12192000"/>
              <a:gd name="connsiteY138" fmla="*/ 82247 h 1157500"/>
              <a:gd name="connsiteX139" fmla="*/ 11147719 w 12192000"/>
              <a:gd name="connsiteY139" fmla="*/ 80560 h 1157500"/>
              <a:gd name="connsiteX140" fmla="*/ 11172617 w 12192000"/>
              <a:gd name="connsiteY140" fmla="*/ 76265 h 1157500"/>
              <a:gd name="connsiteX141" fmla="*/ 11240397 w 12192000"/>
              <a:gd name="connsiteY141" fmla="*/ 81830 h 1157500"/>
              <a:gd name="connsiteX142" fmla="*/ 11270034 w 12192000"/>
              <a:gd name="connsiteY142" fmla="*/ 91947 h 1157500"/>
              <a:gd name="connsiteX143" fmla="*/ 11293091 w 12192000"/>
              <a:gd name="connsiteY143" fmla="*/ 92042 h 1157500"/>
              <a:gd name="connsiteX144" fmla="*/ 11310949 w 12192000"/>
              <a:gd name="connsiteY144" fmla="*/ 97842 h 1157500"/>
              <a:gd name="connsiteX145" fmla="*/ 11345279 w 12192000"/>
              <a:gd name="connsiteY145" fmla="*/ 95451 h 1157500"/>
              <a:gd name="connsiteX146" fmla="*/ 11354597 w 12192000"/>
              <a:gd name="connsiteY146" fmla="*/ 97953 h 1157500"/>
              <a:gd name="connsiteX147" fmla="*/ 11367725 w 12192000"/>
              <a:gd name="connsiteY147" fmla="*/ 97999 h 1157500"/>
              <a:gd name="connsiteX148" fmla="*/ 11399832 w 12192000"/>
              <a:gd name="connsiteY148" fmla="*/ 110616 h 1157500"/>
              <a:gd name="connsiteX149" fmla="*/ 11487595 w 12192000"/>
              <a:gd name="connsiteY149" fmla="*/ 152322 h 1157500"/>
              <a:gd name="connsiteX150" fmla="*/ 11590850 w 12192000"/>
              <a:gd name="connsiteY150" fmla="*/ 238552 h 1157500"/>
              <a:gd name="connsiteX151" fmla="*/ 11736204 w 12192000"/>
              <a:gd name="connsiteY151" fmla="*/ 277509 h 1157500"/>
              <a:gd name="connsiteX152" fmla="*/ 11760331 w 12192000"/>
              <a:gd name="connsiteY152" fmla="*/ 291936 h 1157500"/>
              <a:gd name="connsiteX153" fmla="*/ 11819139 w 12192000"/>
              <a:gd name="connsiteY153" fmla="*/ 304143 h 1157500"/>
              <a:gd name="connsiteX154" fmla="*/ 11821967 w 12192000"/>
              <a:gd name="connsiteY154" fmla="*/ 305790 h 1157500"/>
              <a:gd name="connsiteX155" fmla="*/ 11847125 w 12192000"/>
              <a:gd name="connsiteY155" fmla="*/ 297401 h 1157500"/>
              <a:gd name="connsiteX156" fmla="*/ 11980134 w 12192000"/>
              <a:gd name="connsiteY156" fmla="*/ 321911 h 1157500"/>
              <a:gd name="connsiteX157" fmla="*/ 12174576 w 12192000"/>
              <a:gd name="connsiteY157" fmla="*/ 376108 h 1157500"/>
              <a:gd name="connsiteX158" fmla="*/ 12192000 w 12192000"/>
              <a:gd name="connsiteY158" fmla="*/ 379233 h 1157500"/>
              <a:gd name="connsiteX159" fmla="*/ 12192000 w 12192000"/>
              <a:gd name="connsiteY159" fmla="*/ 1157500 h 1157500"/>
              <a:gd name="connsiteX160" fmla="*/ 0 w 12192000"/>
              <a:gd name="connsiteY160" fmla="*/ 1157500 h 1157500"/>
              <a:gd name="connsiteX161" fmla="*/ 0 w 12192000"/>
              <a:gd name="connsiteY161" fmla="*/ 483545 h 1157500"/>
              <a:gd name="connsiteX162" fmla="*/ 5331 w 12192000"/>
              <a:gd name="connsiteY162" fmla="*/ 482797 h 1157500"/>
              <a:gd name="connsiteX163" fmla="*/ 39902 w 12192000"/>
              <a:gd name="connsiteY163" fmla="*/ 472284 h 1157500"/>
              <a:gd name="connsiteX164" fmla="*/ 117880 w 12192000"/>
              <a:gd name="connsiteY164" fmla="*/ 420956 h 1157500"/>
              <a:gd name="connsiteX165" fmla="*/ 238140 w 12192000"/>
              <a:gd name="connsiteY165" fmla="*/ 379297 h 1157500"/>
              <a:gd name="connsiteX166" fmla="*/ 249589 w 12192000"/>
              <a:gd name="connsiteY166" fmla="*/ 379517 h 1157500"/>
              <a:gd name="connsiteX167" fmla="*/ 296963 w 12192000"/>
              <a:gd name="connsiteY167" fmla="*/ 356102 h 1157500"/>
              <a:gd name="connsiteX168" fmla="*/ 339235 w 12192000"/>
              <a:gd name="connsiteY168" fmla="*/ 324425 h 1157500"/>
              <a:gd name="connsiteX169" fmla="*/ 447152 w 12192000"/>
              <a:gd name="connsiteY169" fmla="*/ 327423 h 1157500"/>
              <a:gd name="connsiteX170" fmla="*/ 475247 w 12192000"/>
              <a:gd name="connsiteY170" fmla="*/ 336714 h 1157500"/>
              <a:gd name="connsiteX171" fmla="*/ 477967 w 12192000"/>
              <a:gd name="connsiteY171" fmla="*/ 337960 h 1157500"/>
              <a:gd name="connsiteX172" fmla="*/ 703732 w 12192000"/>
              <a:gd name="connsiteY172" fmla="*/ 316599 h 1157500"/>
              <a:gd name="connsiteX173" fmla="*/ 853391 w 12192000"/>
              <a:gd name="connsiteY173" fmla="*/ 303591 h 1157500"/>
              <a:gd name="connsiteX174" fmla="*/ 925332 w 12192000"/>
              <a:gd name="connsiteY174" fmla="*/ 298686 h 1157500"/>
              <a:gd name="connsiteX175" fmla="*/ 941286 w 12192000"/>
              <a:gd name="connsiteY175" fmla="*/ 288932 h 1157500"/>
              <a:gd name="connsiteX176" fmla="*/ 950845 w 12192000"/>
              <a:gd name="connsiteY176" fmla="*/ 286595 h 1157500"/>
              <a:gd name="connsiteX177" fmla="*/ 953292 w 12192000"/>
              <a:gd name="connsiteY177" fmla="*/ 280892 h 1157500"/>
              <a:gd name="connsiteX178" fmla="*/ 967499 w 12192000"/>
              <a:gd name="connsiteY178" fmla="*/ 273760 h 1157500"/>
              <a:gd name="connsiteX179" fmla="*/ 1069267 w 12192000"/>
              <a:gd name="connsiteY179" fmla="*/ 262766 h 1157500"/>
              <a:gd name="connsiteX180" fmla="*/ 1138407 w 12192000"/>
              <a:gd name="connsiteY180" fmla="*/ 246567 h 1157500"/>
              <a:gd name="connsiteX181" fmla="*/ 1164931 w 12192000"/>
              <a:gd name="connsiteY181" fmla="*/ 238622 h 1157500"/>
              <a:gd name="connsiteX182" fmla="*/ 1211622 w 12192000"/>
              <a:gd name="connsiteY182" fmla="*/ 220676 h 1157500"/>
              <a:gd name="connsiteX183" fmla="*/ 1274567 w 12192000"/>
              <a:gd name="connsiteY183" fmla="*/ 203380 h 1157500"/>
              <a:gd name="connsiteX184" fmla="*/ 1325029 w 12192000"/>
              <a:gd name="connsiteY184" fmla="*/ 207937 h 1157500"/>
              <a:gd name="connsiteX185" fmla="*/ 1356805 w 12192000"/>
              <a:gd name="connsiteY185" fmla="*/ 203622 h 1157500"/>
              <a:gd name="connsiteX186" fmla="*/ 1468752 w 12192000"/>
              <a:gd name="connsiteY186" fmla="*/ 214604 h 1157500"/>
              <a:gd name="connsiteX187" fmla="*/ 1650750 w 12192000"/>
              <a:gd name="connsiteY187" fmla="*/ 165090 h 1157500"/>
              <a:gd name="connsiteX188" fmla="*/ 1655056 w 12192000"/>
              <a:gd name="connsiteY188" fmla="*/ 172106 h 1157500"/>
              <a:gd name="connsiteX189" fmla="*/ 1683220 w 12192000"/>
              <a:gd name="connsiteY189" fmla="*/ 169652 h 1157500"/>
              <a:gd name="connsiteX190" fmla="*/ 1685599 w 12192000"/>
              <a:gd name="connsiteY190" fmla="*/ 165388 h 1157500"/>
              <a:gd name="connsiteX191" fmla="*/ 1735783 w 12192000"/>
              <a:gd name="connsiteY191" fmla="*/ 177400 h 1157500"/>
              <a:gd name="connsiteX192" fmla="*/ 1797102 w 12192000"/>
              <a:gd name="connsiteY192" fmla="*/ 182289 h 1157500"/>
              <a:gd name="connsiteX193" fmla="*/ 1845638 w 12192000"/>
              <a:gd name="connsiteY193" fmla="*/ 163774 h 1157500"/>
              <a:gd name="connsiteX194" fmla="*/ 1848980 w 12192000"/>
              <a:gd name="connsiteY194" fmla="*/ 167516 h 1157500"/>
              <a:gd name="connsiteX195" fmla="*/ 1880587 w 12192000"/>
              <a:gd name="connsiteY195" fmla="*/ 165506 h 1157500"/>
              <a:gd name="connsiteX196" fmla="*/ 1995803 w 12192000"/>
              <a:gd name="connsiteY196" fmla="*/ 131847 h 1157500"/>
              <a:gd name="connsiteX197" fmla="*/ 2057448 w 12192000"/>
              <a:gd name="connsiteY197" fmla="*/ 128650 h 1157500"/>
              <a:gd name="connsiteX198" fmla="*/ 2119088 w 12192000"/>
              <a:gd name="connsiteY198" fmla="*/ 113508 h 1157500"/>
              <a:gd name="connsiteX199" fmla="*/ 2138831 w 12192000"/>
              <a:gd name="connsiteY199" fmla="*/ 116194 h 1157500"/>
              <a:gd name="connsiteX200" fmla="*/ 2214259 w 12192000"/>
              <a:gd name="connsiteY200" fmla="*/ 110542 h 1157500"/>
              <a:gd name="connsiteX201" fmla="*/ 2264911 w 12192000"/>
              <a:gd name="connsiteY201" fmla="*/ 101639 h 1157500"/>
              <a:gd name="connsiteX202" fmla="*/ 2454058 w 12192000"/>
              <a:gd name="connsiteY202" fmla="*/ 67266 h 1157500"/>
              <a:gd name="connsiteX203" fmla="*/ 2534188 w 12192000"/>
              <a:gd name="connsiteY203" fmla="*/ 63730 h 1157500"/>
              <a:gd name="connsiteX204" fmla="*/ 2616912 w 12192000"/>
              <a:gd name="connsiteY204" fmla="*/ 44757 h 1157500"/>
              <a:gd name="connsiteX205" fmla="*/ 2698592 w 12192000"/>
              <a:gd name="connsiteY205" fmla="*/ 35873 h 1157500"/>
              <a:gd name="connsiteX206" fmla="*/ 2891953 w 12192000"/>
              <a:gd name="connsiteY20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19089 w 12192000"/>
              <a:gd name="connsiteY53" fmla="*/ 191842 h 1157500"/>
              <a:gd name="connsiteX54" fmla="*/ 6595639 w 12192000"/>
              <a:gd name="connsiteY54" fmla="*/ 168164 h 1157500"/>
              <a:gd name="connsiteX55" fmla="*/ 6692265 w 12192000"/>
              <a:gd name="connsiteY55" fmla="*/ 164829 h 1157500"/>
              <a:gd name="connsiteX56" fmla="*/ 6697219 w 12192000"/>
              <a:gd name="connsiteY56" fmla="*/ 165301 h 1157500"/>
              <a:gd name="connsiteX57" fmla="*/ 6713656 w 12192000"/>
              <a:gd name="connsiteY57" fmla="*/ 153600 h 1157500"/>
              <a:gd name="connsiteX58" fmla="*/ 6714383 w 12192000"/>
              <a:gd name="connsiteY58" fmla="*/ 150425 h 1157500"/>
              <a:gd name="connsiteX59" fmla="*/ 6774793 w 12192000"/>
              <a:gd name="connsiteY59" fmla="*/ 159713 h 1157500"/>
              <a:gd name="connsiteX60" fmla="*/ 6782112 w 12192000"/>
              <a:gd name="connsiteY60" fmla="*/ 155255 h 1157500"/>
              <a:gd name="connsiteX61" fmla="*/ 6878958 w 12192000"/>
              <a:gd name="connsiteY61" fmla="*/ 180824 h 1157500"/>
              <a:gd name="connsiteX62" fmla="*/ 6894439 w 12192000"/>
              <a:gd name="connsiteY62" fmla="*/ 177642 h 1157500"/>
              <a:gd name="connsiteX63" fmla="*/ 6963220 w 12192000"/>
              <a:gd name="connsiteY63" fmla="*/ 167304 h 1157500"/>
              <a:gd name="connsiteX64" fmla="*/ 6976706 w 12192000"/>
              <a:gd name="connsiteY64" fmla="*/ 170894 h 1157500"/>
              <a:gd name="connsiteX65" fmla="*/ 6987064 w 12192000"/>
              <a:gd name="connsiteY65" fmla="*/ 160402 h 1157500"/>
              <a:gd name="connsiteX66" fmla="*/ 7058714 w 12192000"/>
              <a:gd name="connsiteY66" fmla="*/ 175992 h 1157500"/>
              <a:gd name="connsiteX67" fmla="*/ 7060499 w 12192000"/>
              <a:gd name="connsiteY67" fmla="*/ 176063 h 1157500"/>
              <a:gd name="connsiteX68" fmla="*/ 7176563 w 12192000"/>
              <a:gd name="connsiteY68" fmla="*/ 173244 h 1157500"/>
              <a:gd name="connsiteX69" fmla="*/ 7205529 w 12192000"/>
              <a:gd name="connsiteY69" fmla="*/ 181011 h 1157500"/>
              <a:gd name="connsiteX70" fmla="*/ 7310118 w 12192000"/>
              <a:gd name="connsiteY70" fmla="*/ 162605 h 1157500"/>
              <a:gd name="connsiteX71" fmla="*/ 7673859 w 12192000"/>
              <a:gd name="connsiteY71" fmla="*/ 150336 h 1157500"/>
              <a:gd name="connsiteX72" fmla="*/ 7692748 w 12192000"/>
              <a:gd name="connsiteY72" fmla="*/ 161537 h 1157500"/>
              <a:gd name="connsiteX73" fmla="*/ 7756672 w 12192000"/>
              <a:gd name="connsiteY73" fmla="*/ 157372 h 1157500"/>
              <a:gd name="connsiteX74" fmla="*/ 7974189 w 12192000"/>
              <a:gd name="connsiteY74" fmla="*/ 154819 h 1157500"/>
              <a:gd name="connsiteX75" fmla="*/ 8101969 w 12192000"/>
              <a:gd name="connsiteY75" fmla="*/ 144495 h 1157500"/>
              <a:gd name="connsiteX76" fmla="*/ 8106826 w 12192000"/>
              <a:gd name="connsiteY76" fmla="*/ 139853 h 1157500"/>
              <a:gd name="connsiteX77" fmla="*/ 8162058 w 12192000"/>
              <a:gd name="connsiteY77" fmla="*/ 96704 h 1157500"/>
              <a:gd name="connsiteX78" fmla="*/ 8184568 w 12192000"/>
              <a:gd name="connsiteY78" fmla="*/ 93990 h 1157500"/>
              <a:gd name="connsiteX79" fmla="*/ 8228227 w 12192000"/>
              <a:gd name="connsiteY79" fmla="*/ 105972 h 1157500"/>
              <a:gd name="connsiteX80" fmla="*/ 8237963 w 12192000"/>
              <a:gd name="connsiteY80" fmla="*/ 106996 h 1157500"/>
              <a:gd name="connsiteX81" fmla="*/ 8248358 w 12192000"/>
              <a:gd name="connsiteY81" fmla="*/ 106062 h 1157500"/>
              <a:gd name="connsiteX82" fmla="*/ 8249309 w 12192000"/>
              <a:gd name="connsiteY82" fmla="*/ 106698 h 1157500"/>
              <a:gd name="connsiteX83" fmla="*/ 8249997 w 12192000"/>
              <a:gd name="connsiteY83" fmla="*/ 105915 h 1157500"/>
              <a:gd name="connsiteX84" fmla="*/ 8272162 w 12192000"/>
              <a:gd name="connsiteY84" fmla="*/ 103924 h 1157500"/>
              <a:gd name="connsiteX85" fmla="*/ 8292349 w 12192000"/>
              <a:gd name="connsiteY85" fmla="*/ 97480 h 1157500"/>
              <a:gd name="connsiteX86" fmla="*/ 8307239 w 12192000"/>
              <a:gd name="connsiteY86" fmla="*/ 94591 h 1157500"/>
              <a:gd name="connsiteX87" fmla="*/ 8339282 w 12192000"/>
              <a:gd name="connsiteY87" fmla="*/ 108942 h 1157500"/>
              <a:gd name="connsiteX88" fmla="*/ 8346156 w 12192000"/>
              <a:gd name="connsiteY88" fmla="*/ 111227 h 1157500"/>
              <a:gd name="connsiteX89" fmla="*/ 8346467 w 12192000"/>
              <a:gd name="connsiteY89" fmla="*/ 111024 h 1157500"/>
              <a:gd name="connsiteX90" fmla="*/ 8354069 w 12192000"/>
              <a:gd name="connsiteY90" fmla="*/ 112942 h 1157500"/>
              <a:gd name="connsiteX91" fmla="*/ 8358687 w 12192000"/>
              <a:gd name="connsiteY91" fmla="*/ 115393 h 1157500"/>
              <a:gd name="connsiteX92" fmla="*/ 8433385 w 12192000"/>
              <a:gd name="connsiteY92" fmla="*/ 99669 h 1157500"/>
              <a:gd name="connsiteX93" fmla="*/ 8533779 w 12192000"/>
              <a:gd name="connsiteY93" fmla="*/ 98374 h 1157500"/>
              <a:gd name="connsiteX94" fmla="*/ 8632833 w 12192000"/>
              <a:gd name="connsiteY94" fmla="*/ 100532 h 1157500"/>
              <a:gd name="connsiteX95" fmla="*/ 8668523 w 12192000"/>
              <a:gd name="connsiteY95" fmla="*/ 102979 h 1157500"/>
              <a:gd name="connsiteX96" fmla="*/ 8732893 w 12192000"/>
              <a:gd name="connsiteY96" fmla="*/ 99991 h 1157500"/>
              <a:gd name="connsiteX97" fmla="*/ 8764071 w 12192000"/>
              <a:gd name="connsiteY97" fmla="*/ 94587 h 1157500"/>
              <a:gd name="connsiteX98" fmla="*/ 8767004 w 12192000"/>
              <a:gd name="connsiteY98" fmla="*/ 91519 h 1157500"/>
              <a:gd name="connsiteX99" fmla="*/ 8772553 w 12192000"/>
              <a:gd name="connsiteY99" fmla="*/ 90314 h 1157500"/>
              <a:gd name="connsiteX100" fmla="*/ 8787201 w 12192000"/>
              <a:gd name="connsiteY100" fmla="*/ 92033 h 1157500"/>
              <a:gd name="connsiteX101" fmla="*/ 8792624 w 12192000"/>
              <a:gd name="connsiteY101" fmla="*/ 93503 h 1157500"/>
              <a:gd name="connsiteX102" fmla="*/ 8800741 w 12192000"/>
              <a:gd name="connsiteY102" fmla="*/ 93897 h 1157500"/>
              <a:gd name="connsiteX103" fmla="*/ 8800966 w 12192000"/>
              <a:gd name="connsiteY103" fmla="*/ 93645 h 1157500"/>
              <a:gd name="connsiteX104" fmla="*/ 8808513 w 12192000"/>
              <a:gd name="connsiteY104" fmla="*/ 94530 h 1157500"/>
              <a:gd name="connsiteX105" fmla="*/ 8845110 w 12192000"/>
              <a:gd name="connsiteY105" fmla="*/ 102179 h 1157500"/>
              <a:gd name="connsiteX106" fmla="*/ 8917529 w 12192000"/>
              <a:gd name="connsiteY106" fmla="*/ 76373 h 1157500"/>
              <a:gd name="connsiteX107" fmla="*/ 9026654 w 12192000"/>
              <a:gd name="connsiteY107" fmla="*/ 93420 h 1157500"/>
              <a:gd name="connsiteX108" fmla="*/ 9088505 w 12192000"/>
              <a:gd name="connsiteY108" fmla="*/ 113002 h 1157500"/>
              <a:gd name="connsiteX109" fmla="*/ 9203241 w 12192000"/>
              <a:gd name="connsiteY109" fmla="*/ 111713 h 1157500"/>
              <a:gd name="connsiteX110" fmla="*/ 9415584 w 12192000"/>
              <a:gd name="connsiteY110" fmla="*/ 157156 h 1157500"/>
              <a:gd name="connsiteX111" fmla="*/ 9505102 w 12192000"/>
              <a:gd name="connsiteY111" fmla="*/ 141042 h 1157500"/>
              <a:gd name="connsiteX112" fmla="*/ 9643040 w 12192000"/>
              <a:gd name="connsiteY112" fmla="*/ 158233 h 1157500"/>
              <a:gd name="connsiteX113" fmla="*/ 9762999 w 12192000"/>
              <a:gd name="connsiteY113" fmla="*/ 162623 h 1157500"/>
              <a:gd name="connsiteX114" fmla="*/ 9776183 w 12192000"/>
              <a:gd name="connsiteY114" fmla="*/ 162191 h 1157500"/>
              <a:gd name="connsiteX115" fmla="*/ 9780532 w 12192000"/>
              <a:gd name="connsiteY115" fmla="*/ 155823 h 1157500"/>
              <a:gd name="connsiteX116" fmla="*/ 9910588 w 12192000"/>
              <a:gd name="connsiteY116" fmla="*/ 154327 h 1157500"/>
              <a:gd name="connsiteX117" fmla="*/ 9924173 w 12192000"/>
              <a:gd name="connsiteY117" fmla="*/ 158591 h 1157500"/>
              <a:gd name="connsiteX118" fmla="*/ 10010969 w 12192000"/>
              <a:gd name="connsiteY118" fmla="*/ 155802 h 1157500"/>
              <a:gd name="connsiteX119" fmla="*/ 10070699 w 12192000"/>
              <a:gd name="connsiteY119" fmla="*/ 157854 h 1157500"/>
              <a:gd name="connsiteX120" fmla="*/ 10155104 w 12192000"/>
              <a:gd name="connsiteY120" fmla="*/ 151613 h 1157500"/>
              <a:gd name="connsiteX121" fmla="*/ 10250982 w 12192000"/>
              <a:gd name="connsiteY121" fmla="*/ 128642 h 1157500"/>
              <a:gd name="connsiteX122" fmla="*/ 10343301 w 12192000"/>
              <a:gd name="connsiteY122" fmla="*/ 90884 h 1157500"/>
              <a:gd name="connsiteX123" fmla="*/ 10366625 w 12192000"/>
              <a:gd name="connsiteY123" fmla="*/ 79428 h 1157500"/>
              <a:gd name="connsiteX124" fmla="*/ 10433505 w 12192000"/>
              <a:gd name="connsiteY124" fmla="*/ 65000 h 1157500"/>
              <a:gd name="connsiteX125" fmla="*/ 10547510 w 12192000"/>
              <a:gd name="connsiteY125" fmla="*/ 47246 h 1157500"/>
              <a:gd name="connsiteX126" fmla="*/ 10588150 w 12192000"/>
              <a:gd name="connsiteY126" fmla="*/ 32287 h 1157500"/>
              <a:gd name="connsiteX127" fmla="*/ 10589457 w 12192000"/>
              <a:gd name="connsiteY127" fmla="*/ 25296 h 1157500"/>
              <a:gd name="connsiteX128" fmla="*/ 10699976 w 12192000"/>
              <a:gd name="connsiteY128" fmla="*/ 43345 h 1157500"/>
              <a:gd name="connsiteX129" fmla="*/ 10812237 w 12192000"/>
              <a:gd name="connsiteY129" fmla="*/ 46327 h 1157500"/>
              <a:gd name="connsiteX130" fmla="*/ 10869837 w 12192000"/>
              <a:gd name="connsiteY130" fmla="*/ 65795 h 1157500"/>
              <a:gd name="connsiteX131" fmla="*/ 10881770 w 12192000"/>
              <a:gd name="connsiteY131" fmla="*/ 73672 h 1157500"/>
              <a:gd name="connsiteX132" fmla="*/ 10896899 w 12192000"/>
              <a:gd name="connsiteY132" fmla="*/ 70731 h 1157500"/>
              <a:gd name="connsiteX133" fmla="*/ 10901748 w 12192000"/>
              <a:gd name="connsiteY133" fmla="*/ 66352 h 1157500"/>
              <a:gd name="connsiteX134" fmla="*/ 10947419 w 12192000"/>
              <a:gd name="connsiteY134" fmla="*/ 83316 h 1157500"/>
              <a:gd name="connsiteX135" fmla="*/ 10953034 w 12192000"/>
              <a:gd name="connsiteY135" fmla="*/ 84438 h 1157500"/>
              <a:gd name="connsiteX136" fmla="*/ 10992070 w 12192000"/>
              <a:gd name="connsiteY136" fmla="*/ 88841 h 1157500"/>
              <a:gd name="connsiteX137" fmla="*/ 11112372 w 12192000"/>
              <a:gd name="connsiteY137" fmla="*/ 82247 h 1157500"/>
              <a:gd name="connsiteX138" fmla="*/ 11147719 w 12192000"/>
              <a:gd name="connsiteY138" fmla="*/ 80560 h 1157500"/>
              <a:gd name="connsiteX139" fmla="*/ 11172617 w 12192000"/>
              <a:gd name="connsiteY139" fmla="*/ 76265 h 1157500"/>
              <a:gd name="connsiteX140" fmla="*/ 11240397 w 12192000"/>
              <a:gd name="connsiteY140" fmla="*/ 81830 h 1157500"/>
              <a:gd name="connsiteX141" fmla="*/ 11270034 w 12192000"/>
              <a:gd name="connsiteY141" fmla="*/ 91947 h 1157500"/>
              <a:gd name="connsiteX142" fmla="*/ 11293091 w 12192000"/>
              <a:gd name="connsiteY142" fmla="*/ 92042 h 1157500"/>
              <a:gd name="connsiteX143" fmla="*/ 11310949 w 12192000"/>
              <a:gd name="connsiteY143" fmla="*/ 97842 h 1157500"/>
              <a:gd name="connsiteX144" fmla="*/ 11345279 w 12192000"/>
              <a:gd name="connsiteY144" fmla="*/ 95451 h 1157500"/>
              <a:gd name="connsiteX145" fmla="*/ 11354597 w 12192000"/>
              <a:gd name="connsiteY145" fmla="*/ 97953 h 1157500"/>
              <a:gd name="connsiteX146" fmla="*/ 11367725 w 12192000"/>
              <a:gd name="connsiteY146" fmla="*/ 97999 h 1157500"/>
              <a:gd name="connsiteX147" fmla="*/ 11399832 w 12192000"/>
              <a:gd name="connsiteY147" fmla="*/ 110616 h 1157500"/>
              <a:gd name="connsiteX148" fmla="*/ 11487595 w 12192000"/>
              <a:gd name="connsiteY148" fmla="*/ 152322 h 1157500"/>
              <a:gd name="connsiteX149" fmla="*/ 11590850 w 12192000"/>
              <a:gd name="connsiteY149" fmla="*/ 238552 h 1157500"/>
              <a:gd name="connsiteX150" fmla="*/ 11736204 w 12192000"/>
              <a:gd name="connsiteY150" fmla="*/ 277509 h 1157500"/>
              <a:gd name="connsiteX151" fmla="*/ 11760331 w 12192000"/>
              <a:gd name="connsiteY151" fmla="*/ 291936 h 1157500"/>
              <a:gd name="connsiteX152" fmla="*/ 11819139 w 12192000"/>
              <a:gd name="connsiteY152" fmla="*/ 304143 h 1157500"/>
              <a:gd name="connsiteX153" fmla="*/ 11821967 w 12192000"/>
              <a:gd name="connsiteY153" fmla="*/ 305790 h 1157500"/>
              <a:gd name="connsiteX154" fmla="*/ 11847125 w 12192000"/>
              <a:gd name="connsiteY154" fmla="*/ 297401 h 1157500"/>
              <a:gd name="connsiteX155" fmla="*/ 11980134 w 12192000"/>
              <a:gd name="connsiteY155" fmla="*/ 321911 h 1157500"/>
              <a:gd name="connsiteX156" fmla="*/ 12174576 w 12192000"/>
              <a:gd name="connsiteY156" fmla="*/ 376108 h 1157500"/>
              <a:gd name="connsiteX157" fmla="*/ 12192000 w 12192000"/>
              <a:gd name="connsiteY157" fmla="*/ 379233 h 1157500"/>
              <a:gd name="connsiteX158" fmla="*/ 12192000 w 12192000"/>
              <a:gd name="connsiteY158" fmla="*/ 1157500 h 1157500"/>
              <a:gd name="connsiteX159" fmla="*/ 0 w 12192000"/>
              <a:gd name="connsiteY159" fmla="*/ 1157500 h 1157500"/>
              <a:gd name="connsiteX160" fmla="*/ 0 w 12192000"/>
              <a:gd name="connsiteY160" fmla="*/ 483545 h 1157500"/>
              <a:gd name="connsiteX161" fmla="*/ 5331 w 12192000"/>
              <a:gd name="connsiteY161" fmla="*/ 482797 h 1157500"/>
              <a:gd name="connsiteX162" fmla="*/ 39902 w 12192000"/>
              <a:gd name="connsiteY162" fmla="*/ 472284 h 1157500"/>
              <a:gd name="connsiteX163" fmla="*/ 117880 w 12192000"/>
              <a:gd name="connsiteY163" fmla="*/ 420956 h 1157500"/>
              <a:gd name="connsiteX164" fmla="*/ 238140 w 12192000"/>
              <a:gd name="connsiteY164" fmla="*/ 379297 h 1157500"/>
              <a:gd name="connsiteX165" fmla="*/ 249589 w 12192000"/>
              <a:gd name="connsiteY165" fmla="*/ 379517 h 1157500"/>
              <a:gd name="connsiteX166" fmla="*/ 296963 w 12192000"/>
              <a:gd name="connsiteY166" fmla="*/ 356102 h 1157500"/>
              <a:gd name="connsiteX167" fmla="*/ 339235 w 12192000"/>
              <a:gd name="connsiteY167" fmla="*/ 324425 h 1157500"/>
              <a:gd name="connsiteX168" fmla="*/ 447152 w 12192000"/>
              <a:gd name="connsiteY168" fmla="*/ 327423 h 1157500"/>
              <a:gd name="connsiteX169" fmla="*/ 475247 w 12192000"/>
              <a:gd name="connsiteY169" fmla="*/ 336714 h 1157500"/>
              <a:gd name="connsiteX170" fmla="*/ 477967 w 12192000"/>
              <a:gd name="connsiteY170" fmla="*/ 337960 h 1157500"/>
              <a:gd name="connsiteX171" fmla="*/ 703732 w 12192000"/>
              <a:gd name="connsiteY171" fmla="*/ 316599 h 1157500"/>
              <a:gd name="connsiteX172" fmla="*/ 853391 w 12192000"/>
              <a:gd name="connsiteY172" fmla="*/ 303591 h 1157500"/>
              <a:gd name="connsiteX173" fmla="*/ 925332 w 12192000"/>
              <a:gd name="connsiteY173" fmla="*/ 298686 h 1157500"/>
              <a:gd name="connsiteX174" fmla="*/ 941286 w 12192000"/>
              <a:gd name="connsiteY174" fmla="*/ 288932 h 1157500"/>
              <a:gd name="connsiteX175" fmla="*/ 950845 w 12192000"/>
              <a:gd name="connsiteY175" fmla="*/ 286595 h 1157500"/>
              <a:gd name="connsiteX176" fmla="*/ 953292 w 12192000"/>
              <a:gd name="connsiteY176" fmla="*/ 280892 h 1157500"/>
              <a:gd name="connsiteX177" fmla="*/ 967499 w 12192000"/>
              <a:gd name="connsiteY177" fmla="*/ 273760 h 1157500"/>
              <a:gd name="connsiteX178" fmla="*/ 1069267 w 12192000"/>
              <a:gd name="connsiteY178" fmla="*/ 262766 h 1157500"/>
              <a:gd name="connsiteX179" fmla="*/ 1138407 w 12192000"/>
              <a:gd name="connsiteY179" fmla="*/ 246567 h 1157500"/>
              <a:gd name="connsiteX180" fmla="*/ 1164931 w 12192000"/>
              <a:gd name="connsiteY180" fmla="*/ 238622 h 1157500"/>
              <a:gd name="connsiteX181" fmla="*/ 1211622 w 12192000"/>
              <a:gd name="connsiteY181" fmla="*/ 220676 h 1157500"/>
              <a:gd name="connsiteX182" fmla="*/ 1274567 w 12192000"/>
              <a:gd name="connsiteY182" fmla="*/ 203380 h 1157500"/>
              <a:gd name="connsiteX183" fmla="*/ 1325029 w 12192000"/>
              <a:gd name="connsiteY183" fmla="*/ 207937 h 1157500"/>
              <a:gd name="connsiteX184" fmla="*/ 1356805 w 12192000"/>
              <a:gd name="connsiteY184" fmla="*/ 203622 h 1157500"/>
              <a:gd name="connsiteX185" fmla="*/ 1468752 w 12192000"/>
              <a:gd name="connsiteY185" fmla="*/ 214604 h 1157500"/>
              <a:gd name="connsiteX186" fmla="*/ 1650750 w 12192000"/>
              <a:gd name="connsiteY186" fmla="*/ 165090 h 1157500"/>
              <a:gd name="connsiteX187" fmla="*/ 1655056 w 12192000"/>
              <a:gd name="connsiteY187" fmla="*/ 172106 h 1157500"/>
              <a:gd name="connsiteX188" fmla="*/ 1683220 w 12192000"/>
              <a:gd name="connsiteY188" fmla="*/ 169652 h 1157500"/>
              <a:gd name="connsiteX189" fmla="*/ 1685599 w 12192000"/>
              <a:gd name="connsiteY189" fmla="*/ 165388 h 1157500"/>
              <a:gd name="connsiteX190" fmla="*/ 1735783 w 12192000"/>
              <a:gd name="connsiteY190" fmla="*/ 177400 h 1157500"/>
              <a:gd name="connsiteX191" fmla="*/ 1797102 w 12192000"/>
              <a:gd name="connsiteY191" fmla="*/ 182289 h 1157500"/>
              <a:gd name="connsiteX192" fmla="*/ 1845638 w 12192000"/>
              <a:gd name="connsiteY192" fmla="*/ 163774 h 1157500"/>
              <a:gd name="connsiteX193" fmla="*/ 1848980 w 12192000"/>
              <a:gd name="connsiteY193" fmla="*/ 167516 h 1157500"/>
              <a:gd name="connsiteX194" fmla="*/ 1880587 w 12192000"/>
              <a:gd name="connsiteY194" fmla="*/ 165506 h 1157500"/>
              <a:gd name="connsiteX195" fmla="*/ 1995803 w 12192000"/>
              <a:gd name="connsiteY195" fmla="*/ 131847 h 1157500"/>
              <a:gd name="connsiteX196" fmla="*/ 2057448 w 12192000"/>
              <a:gd name="connsiteY196" fmla="*/ 128650 h 1157500"/>
              <a:gd name="connsiteX197" fmla="*/ 2119088 w 12192000"/>
              <a:gd name="connsiteY197" fmla="*/ 113508 h 1157500"/>
              <a:gd name="connsiteX198" fmla="*/ 2138831 w 12192000"/>
              <a:gd name="connsiteY198" fmla="*/ 116194 h 1157500"/>
              <a:gd name="connsiteX199" fmla="*/ 2214259 w 12192000"/>
              <a:gd name="connsiteY199" fmla="*/ 110542 h 1157500"/>
              <a:gd name="connsiteX200" fmla="*/ 2264911 w 12192000"/>
              <a:gd name="connsiteY200" fmla="*/ 101639 h 1157500"/>
              <a:gd name="connsiteX201" fmla="*/ 2454058 w 12192000"/>
              <a:gd name="connsiteY201" fmla="*/ 67266 h 1157500"/>
              <a:gd name="connsiteX202" fmla="*/ 2534188 w 12192000"/>
              <a:gd name="connsiteY202" fmla="*/ 63730 h 1157500"/>
              <a:gd name="connsiteX203" fmla="*/ 2616912 w 12192000"/>
              <a:gd name="connsiteY203" fmla="*/ 44757 h 1157500"/>
              <a:gd name="connsiteX204" fmla="*/ 2698592 w 12192000"/>
              <a:gd name="connsiteY204" fmla="*/ 35873 h 1157500"/>
              <a:gd name="connsiteX205" fmla="*/ 2891953 w 12192000"/>
              <a:gd name="connsiteY20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590850 w 12192000"/>
              <a:gd name="connsiteY148" fmla="*/ 238552 h 1157500"/>
              <a:gd name="connsiteX149" fmla="*/ 11736204 w 12192000"/>
              <a:gd name="connsiteY149" fmla="*/ 277509 h 1157500"/>
              <a:gd name="connsiteX150" fmla="*/ 11760331 w 12192000"/>
              <a:gd name="connsiteY150" fmla="*/ 291936 h 1157500"/>
              <a:gd name="connsiteX151" fmla="*/ 11819139 w 12192000"/>
              <a:gd name="connsiteY151" fmla="*/ 304143 h 1157500"/>
              <a:gd name="connsiteX152" fmla="*/ 11821967 w 12192000"/>
              <a:gd name="connsiteY152" fmla="*/ 305790 h 1157500"/>
              <a:gd name="connsiteX153" fmla="*/ 11847125 w 12192000"/>
              <a:gd name="connsiteY153" fmla="*/ 297401 h 1157500"/>
              <a:gd name="connsiteX154" fmla="*/ 11980134 w 12192000"/>
              <a:gd name="connsiteY154" fmla="*/ 321911 h 1157500"/>
              <a:gd name="connsiteX155" fmla="*/ 12174576 w 12192000"/>
              <a:gd name="connsiteY155" fmla="*/ 376108 h 1157500"/>
              <a:gd name="connsiteX156" fmla="*/ 12192000 w 12192000"/>
              <a:gd name="connsiteY156" fmla="*/ 379233 h 1157500"/>
              <a:gd name="connsiteX157" fmla="*/ 12192000 w 12192000"/>
              <a:gd name="connsiteY157" fmla="*/ 1157500 h 1157500"/>
              <a:gd name="connsiteX158" fmla="*/ 0 w 12192000"/>
              <a:gd name="connsiteY158" fmla="*/ 1157500 h 1157500"/>
              <a:gd name="connsiteX159" fmla="*/ 0 w 12192000"/>
              <a:gd name="connsiteY159" fmla="*/ 483545 h 1157500"/>
              <a:gd name="connsiteX160" fmla="*/ 5331 w 12192000"/>
              <a:gd name="connsiteY160" fmla="*/ 482797 h 1157500"/>
              <a:gd name="connsiteX161" fmla="*/ 39902 w 12192000"/>
              <a:gd name="connsiteY161" fmla="*/ 472284 h 1157500"/>
              <a:gd name="connsiteX162" fmla="*/ 117880 w 12192000"/>
              <a:gd name="connsiteY162" fmla="*/ 420956 h 1157500"/>
              <a:gd name="connsiteX163" fmla="*/ 238140 w 12192000"/>
              <a:gd name="connsiteY163" fmla="*/ 379297 h 1157500"/>
              <a:gd name="connsiteX164" fmla="*/ 249589 w 12192000"/>
              <a:gd name="connsiteY164" fmla="*/ 379517 h 1157500"/>
              <a:gd name="connsiteX165" fmla="*/ 296963 w 12192000"/>
              <a:gd name="connsiteY165" fmla="*/ 356102 h 1157500"/>
              <a:gd name="connsiteX166" fmla="*/ 339235 w 12192000"/>
              <a:gd name="connsiteY166" fmla="*/ 324425 h 1157500"/>
              <a:gd name="connsiteX167" fmla="*/ 447152 w 12192000"/>
              <a:gd name="connsiteY167" fmla="*/ 327423 h 1157500"/>
              <a:gd name="connsiteX168" fmla="*/ 475247 w 12192000"/>
              <a:gd name="connsiteY168" fmla="*/ 336714 h 1157500"/>
              <a:gd name="connsiteX169" fmla="*/ 477967 w 12192000"/>
              <a:gd name="connsiteY169" fmla="*/ 337960 h 1157500"/>
              <a:gd name="connsiteX170" fmla="*/ 703732 w 12192000"/>
              <a:gd name="connsiteY170" fmla="*/ 316599 h 1157500"/>
              <a:gd name="connsiteX171" fmla="*/ 853391 w 12192000"/>
              <a:gd name="connsiteY171" fmla="*/ 303591 h 1157500"/>
              <a:gd name="connsiteX172" fmla="*/ 925332 w 12192000"/>
              <a:gd name="connsiteY172" fmla="*/ 298686 h 1157500"/>
              <a:gd name="connsiteX173" fmla="*/ 941286 w 12192000"/>
              <a:gd name="connsiteY173" fmla="*/ 288932 h 1157500"/>
              <a:gd name="connsiteX174" fmla="*/ 950845 w 12192000"/>
              <a:gd name="connsiteY174" fmla="*/ 286595 h 1157500"/>
              <a:gd name="connsiteX175" fmla="*/ 953292 w 12192000"/>
              <a:gd name="connsiteY175" fmla="*/ 280892 h 1157500"/>
              <a:gd name="connsiteX176" fmla="*/ 967499 w 12192000"/>
              <a:gd name="connsiteY176" fmla="*/ 273760 h 1157500"/>
              <a:gd name="connsiteX177" fmla="*/ 1069267 w 12192000"/>
              <a:gd name="connsiteY177" fmla="*/ 262766 h 1157500"/>
              <a:gd name="connsiteX178" fmla="*/ 1138407 w 12192000"/>
              <a:gd name="connsiteY178" fmla="*/ 246567 h 1157500"/>
              <a:gd name="connsiteX179" fmla="*/ 1164931 w 12192000"/>
              <a:gd name="connsiteY179" fmla="*/ 238622 h 1157500"/>
              <a:gd name="connsiteX180" fmla="*/ 1211622 w 12192000"/>
              <a:gd name="connsiteY180" fmla="*/ 220676 h 1157500"/>
              <a:gd name="connsiteX181" fmla="*/ 1274567 w 12192000"/>
              <a:gd name="connsiteY181" fmla="*/ 203380 h 1157500"/>
              <a:gd name="connsiteX182" fmla="*/ 1325029 w 12192000"/>
              <a:gd name="connsiteY182" fmla="*/ 207937 h 1157500"/>
              <a:gd name="connsiteX183" fmla="*/ 1356805 w 12192000"/>
              <a:gd name="connsiteY183" fmla="*/ 203622 h 1157500"/>
              <a:gd name="connsiteX184" fmla="*/ 1468752 w 12192000"/>
              <a:gd name="connsiteY184" fmla="*/ 214604 h 1157500"/>
              <a:gd name="connsiteX185" fmla="*/ 1650750 w 12192000"/>
              <a:gd name="connsiteY185" fmla="*/ 165090 h 1157500"/>
              <a:gd name="connsiteX186" fmla="*/ 1655056 w 12192000"/>
              <a:gd name="connsiteY186" fmla="*/ 172106 h 1157500"/>
              <a:gd name="connsiteX187" fmla="*/ 1683220 w 12192000"/>
              <a:gd name="connsiteY187" fmla="*/ 169652 h 1157500"/>
              <a:gd name="connsiteX188" fmla="*/ 1685599 w 12192000"/>
              <a:gd name="connsiteY188" fmla="*/ 165388 h 1157500"/>
              <a:gd name="connsiteX189" fmla="*/ 1735783 w 12192000"/>
              <a:gd name="connsiteY189" fmla="*/ 177400 h 1157500"/>
              <a:gd name="connsiteX190" fmla="*/ 1797102 w 12192000"/>
              <a:gd name="connsiteY190" fmla="*/ 182289 h 1157500"/>
              <a:gd name="connsiteX191" fmla="*/ 1845638 w 12192000"/>
              <a:gd name="connsiteY191" fmla="*/ 163774 h 1157500"/>
              <a:gd name="connsiteX192" fmla="*/ 1848980 w 12192000"/>
              <a:gd name="connsiteY192" fmla="*/ 167516 h 1157500"/>
              <a:gd name="connsiteX193" fmla="*/ 1880587 w 12192000"/>
              <a:gd name="connsiteY193" fmla="*/ 165506 h 1157500"/>
              <a:gd name="connsiteX194" fmla="*/ 1995803 w 12192000"/>
              <a:gd name="connsiteY194" fmla="*/ 131847 h 1157500"/>
              <a:gd name="connsiteX195" fmla="*/ 2057448 w 12192000"/>
              <a:gd name="connsiteY195" fmla="*/ 128650 h 1157500"/>
              <a:gd name="connsiteX196" fmla="*/ 2119088 w 12192000"/>
              <a:gd name="connsiteY196" fmla="*/ 113508 h 1157500"/>
              <a:gd name="connsiteX197" fmla="*/ 2138831 w 12192000"/>
              <a:gd name="connsiteY197" fmla="*/ 116194 h 1157500"/>
              <a:gd name="connsiteX198" fmla="*/ 2214259 w 12192000"/>
              <a:gd name="connsiteY198" fmla="*/ 110542 h 1157500"/>
              <a:gd name="connsiteX199" fmla="*/ 2264911 w 12192000"/>
              <a:gd name="connsiteY199" fmla="*/ 101639 h 1157500"/>
              <a:gd name="connsiteX200" fmla="*/ 2454058 w 12192000"/>
              <a:gd name="connsiteY200" fmla="*/ 67266 h 1157500"/>
              <a:gd name="connsiteX201" fmla="*/ 2534188 w 12192000"/>
              <a:gd name="connsiteY201" fmla="*/ 63730 h 1157500"/>
              <a:gd name="connsiteX202" fmla="*/ 2616912 w 12192000"/>
              <a:gd name="connsiteY202" fmla="*/ 44757 h 1157500"/>
              <a:gd name="connsiteX203" fmla="*/ 2698592 w 12192000"/>
              <a:gd name="connsiteY203" fmla="*/ 35873 h 1157500"/>
              <a:gd name="connsiteX204" fmla="*/ 2891953 w 12192000"/>
              <a:gd name="connsiteY20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60331 w 12192000"/>
              <a:gd name="connsiteY149" fmla="*/ 291936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847125 w 12192000"/>
              <a:gd name="connsiteY152" fmla="*/ 297401 h 1157500"/>
              <a:gd name="connsiteX153" fmla="*/ 11980134 w 12192000"/>
              <a:gd name="connsiteY153" fmla="*/ 321911 h 1157500"/>
              <a:gd name="connsiteX154" fmla="*/ 12174576 w 12192000"/>
              <a:gd name="connsiteY154" fmla="*/ 376108 h 1157500"/>
              <a:gd name="connsiteX155" fmla="*/ 12192000 w 12192000"/>
              <a:gd name="connsiteY155" fmla="*/ 379233 h 1157500"/>
              <a:gd name="connsiteX156" fmla="*/ 12192000 w 12192000"/>
              <a:gd name="connsiteY156" fmla="*/ 1157500 h 1157500"/>
              <a:gd name="connsiteX157" fmla="*/ 0 w 12192000"/>
              <a:gd name="connsiteY157" fmla="*/ 1157500 h 1157500"/>
              <a:gd name="connsiteX158" fmla="*/ 0 w 12192000"/>
              <a:gd name="connsiteY158" fmla="*/ 483545 h 1157500"/>
              <a:gd name="connsiteX159" fmla="*/ 5331 w 12192000"/>
              <a:gd name="connsiteY159" fmla="*/ 482797 h 1157500"/>
              <a:gd name="connsiteX160" fmla="*/ 39902 w 12192000"/>
              <a:gd name="connsiteY160" fmla="*/ 472284 h 1157500"/>
              <a:gd name="connsiteX161" fmla="*/ 117880 w 12192000"/>
              <a:gd name="connsiteY161" fmla="*/ 420956 h 1157500"/>
              <a:gd name="connsiteX162" fmla="*/ 238140 w 12192000"/>
              <a:gd name="connsiteY162" fmla="*/ 379297 h 1157500"/>
              <a:gd name="connsiteX163" fmla="*/ 249589 w 12192000"/>
              <a:gd name="connsiteY163" fmla="*/ 379517 h 1157500"/>
              <a:gd name="connsiteX164" fmla="*/ 296963 w 12192000"/>
              <a:gd name="connsiteY164" fmla="*/ 356102 h 1157500"/>
              <a:gd name="connsiteX165" fmla="*/ 339235 w 12192000"/>
              <a:gd name="connsiteY165" fmla="*/ 324425 h 1157500"/>
              <a:gd name="connsiteX166" fmla="*/ 447152 w 12192000"/>
              <a:gd name="connsiteY166" fmla="*/ 327423 h 1157500"/>
              <a:gd name="connsiteX167" fmla="*/ 475247 w 12192000"/>
              <a:gd name="connsiteY167" fmla="*/ 336714 h 1157500"/>
              <a:gd name="connsiteX168" fmla="*/ 477967 w 12192000"/>
              <a:gd name="connsiteY168" fmla="*/ 337960 h 1157500"/>
              <a:gd name="connsiteX169" fmla="*/ 703732 w 12192000"/>
              <a:gd name="connsiteY169" fmla="*/ 316599 h 1157500"/>
              <a:gd name="connsiteX170" fmla="*/ 853391 w 12192000"/>
              <a:gd name="connsiteY170" fmla="*/ 303591 h 1157500"/>
              <a:gd name="connsiteX171" fmla="*/ 925332 w 12192000"/>
              <a:gd name="connsiteY171" fmla="*/ 298686 h 1157500"/>
              <a:gd name="connsiteX172" fmla="*/ 941286 w 12192000"/>
              <a:gd name="connsiteY172" fmla="*/ 288932 h 1157500"/>
              <a:gd name="connsiteX173" fmla="*/ 950845 w 12192000"/>
              <a:gd name="connsiteY173" fmla="*/ 286595 h 1157500"/>
              <a:gd name="connsiteX174" fmla="*/ 953292 w 12192000"/>
              <a:gd name="connsiteY174" fmla="*/ 280892 h 1157500"/>
              <a:gd name="connsiteX175" fmla="*/ 967499 w 12192000"/>
              <a:gd name="connsiteY175" fmla="*/ 273760 h 1157500"/>
              <a:gd name="connsiteX176" fmla="*/ 1069267 w 12192000"/>
              <a:gd name="connsiteY176" fmla="*/ 262766 h 1157500"/>
              <a:gd name="connsiteX177" fmla="*/ 1138407 w 12192000"/>
              <a:gd name="connsiteY177" fmla="*/ 246567 h 1157500"/>
              <a:gd name="connsiteX178" fmla="*/ 1164931 w 12192000"/>
              <a:gd name="connsiteY178" fmla="*/ 238622 h 1157500"/>
              <a:gd name="connsiteX179" fmla="*/ 1211622 w 12192000"/>
              <a:gd name="connsiteY179" fmla="*/ 220676 h 1157500"/>
              <a:gd name="connsiteX180" fmla="*/ 1274567 w 12192000"/>
              <a:gd name="connsiteY180" fmla="*/ 203380 h 1157500"/>
              <a:gd name="connsiteX181" fmla="*/ 1325029 w 12192000"/>
              <a:gd name="connsiteY181" fmla="*/ 207937 h 1157500"/>
              <a:gd name="connsiteX182" fmla="*/ 1356805 w 12192000"/>
              <a:gd name="connsiteY182" fmla="*/ 203622 h 1157500"/>
              <a:gd name="connsiteX183" fmla="*/ 1468752 w 12192000"/>
              <a:gd name="connsiteY183" fmla="*/ 214604 h 1157500"/>
              <a:gd name="connsiteX184" fmla="*/ 1650750 w 12192000"/>
              <a:gd name="connsiteY184" fmla="*/ 165090 h 1157500"/>
              <a:gd name="connsiteX185" fmla="*/ 1655056 w 12192000"/>
              <a:gd name="connsiteY185" fmla="*/ 172106 h 1157500"/>
              <a:gd name="connsiteX186" fmla="*/ 1683220 w 12192000"/>
              <a:gd name="connsiteY186" fmla="*/ 169652 h 1157500"/>
              <a:gd name="connsiteX187" fmla="*/ 1685599 w 12192000"/>
              <a:gd name="connsiteY187" fmla="*/ 165388 h 1157500"/>
              <a:gd name="connsiteX188" fmla="*/ 1735783 w 12192000"/>
              <a:gd name="connsiteY188" fmla="*/ 177400 h 1157500"/>
              <a:gd name="connsiteX189" fmla="*/ 1797102 w 12192000"/>
              <a:gd name="connsiteY189" fmla="*/ 182289 h 1157500"/>
              <a:gd name="connsiteX190" fmla="*/ 1845638 w 12192000"/>
              <a:gd name="connsiteY190" fmla="*/ 163774 h 1157500"/>
              <a:gd name="connsiteX191" fmla="*/ 1848980 w 12192000"/>
              <a:gd name="connsiteY191" fmla="*/ 167516 h 1157500"/>
              <a:gd name="connsiteX192" fmla="*/ 1880587 w 12192000"/>
              <a:gd name="connsiteY192" fmla="*/ 165506 h 1157500"/>
              <a:gd name="connsiteX193" fmla="*/ 1995803 w 12192000"/>
              <a:gd name="connsiteY193" fmla="*/ 131847 h 1157500"/>
              <a:gd name="connsiteX194" fmla="*/ 2057448 w 12192000"/>
              <a:gd name="connsiteY194" fmla="*/ 128650 h 1157500"/>
              <a:gd name="connsiteX195" fmla="*/ 2119088 w 12192000"/>
              <a:gd name="connsiteY195" fmla="*/ 113508 h 1157500"/>
              <a:gd name="connsiteX196" fmla="*/ 2138831 w 12192000"/>
              <a:gd name="connsiteY196" fmla="*/ 116194 h 1157500"/>
              <a:gd name="connsiteX197" fmla="*/ 2214259 w 12192000"/>
              <a:gd name="connsiteY197" fmla="*/ 110542 h 1157500"/>
              <a:gd name="connsiteX198" fmla="*/ 2264911 w 12192000"/>
              <a:gd name="connsiteY198" fmla="*/ 101639 h 1157500"/>
              <a:gd name="connsiteX199" fmla="*/ 2454058 w 12192000"/>
              <a:gd name="connsiteY199" fmla="*/ 67266 h 1157500"/>
              <a:gd name="connsiteX200" fmla="*/ 2534188 w 12192000"/>
              <a:gd name="connsiteY200" fmla="*/ 63730 h 1157500"/>
              <a:gd name="connsiteX201" fmla="*/ 2616912 w 12192000"/>
              <a:gd name="connsiteY201" fmla="*/ 44757 h 1157500"/>
              <a:gd name="connsiteX202" fmla="*/ 2698592 w 12192000"/>
              <a:gd name="connsiteY202" fmla="*/ 35873 h 1157500"/>
              <a:gd name="connsiteX203" fmla="*/ 2891953 w 12192000"/>
              <a:gd name="connsiteY20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847125 w 12192000"/>
              <a:gd name="connsiteY152" fmla="*/ 297401 h 1157500"/>
              <a:gd name="connsiteX153" fmla="*/ 11980134 w 12192000"/>
              <a:gd name="connsiteY153" fmla="*/ 321911 h 1157500"/>
              <a:gd name="connsiteX154" fmla="*/ 12174576 w 12192000"/>
              <a:gd name="connsiteY154" fmla="*/ 376108 h 1157500"/>
              <a:gd name="connsiteX155" fmla="*/ 12192000 w 12192000"/>
              <a:gd name="connsiteY155" fmla="*/ 379233 h 1157500"/>
              <a:gd name="connsiteX156" fmla="*/ 12192000 w 12192000"/>
              <a:gd name="connsiteY156" fmla="*/ 1157500 h 1157500"/>
              <a:gd name="connsiteX157" fmla="*/ 0 w 12192000"/>
              <a:gd name="connsiteY157" fmla="*/ 1157500 h 1157500"/>
              <a:gd name="connsiteX158" fmla="*/ 0 w 12192000"/>
              <a:gd name="connsiteY158" fmla="*/ 483545 h 1157500"/>
              <a:gd name="connsiteX159" fmla="*/ 5331 w 12192000"/>
              <a:gd name="connsiteY159" fmla="*/ 482797 h 1157500"/>
              <a:gd name="connsiteX160" fmla="*/ 39902 w 12192000"/>
              <a:gd name="connsiteY160" fmla="*/ 472284 h 1157500"/>
              <a:gd name="connsiteX161" fmla="*/ 117880 w 12192000"/>
              <a:gd name="connsiteY161" fmla="*/ 420956 h 1157500"/>
              <a:gd name="connsiteX162" fmla="*/ 238140 w 12192000"/>
              <a:gd name="connsiteY162" fmla="*/ 379297 h 1157500"/>
              <a:gd name="connsiteX163" fmla="*/ 249589 w 12192000"/>
              <a:gd name="connsiteY163" fmla="*/ 379517 h 1157500"/>
              <a:gd name="connsiteX164" fmla="*/ 296963 w 12192000"/>
              <a:gd name="connsiteY164" fmla="*/ 356102 h 1157500"/>
              <a:gd name="connsiteX165" fmla="*/ 339235 w 12192000"/>
              <a:gd name="connsiteY165" fmla="*/ 324425 h 1157500"/>
              <a:gd name="connsiteX166" fmla="*/ 447152 w 12192000"/>
              <a:gd name="connsiteY166" fmla="*/ 327423 h 1157500"/>
              <a:gd name="connsiteX167" fmla="*/ 475247 w 12192000"/>
              <a:gd name="connsiteY167" fmla="*/ 336714 h 1157500"/>
              <a:gd name="connsiteX168" fmla="*/ 477967 w 12192000"/>
              <a:gd name="connsiteY168" fmla="*/ 337960 h 1157500"/>
              <a:gd name="connsiteX169" fmla="*/ 703732 w 12192000"/>
              <a:gd name="connsiteY169" fmla="*/ 316599 h 1157500"/>
              <a:gd name="connsiteX170" fmla="*/ 853391 w 12192000"/>
              <a:gd name="connsiteY170" fmla="*/ 303591 h 1157500"/>
              <a:gd name="connsiteX171" fmla="*/ 925332 w 12192000"/>
              <a:gd name="connsiteY171" fmla="*/ 298686 h 1157500"/>
              <a:gd name="connsiteX172" fmla="*/ 941286 w 12192000"/>
              <a:gd name="connsiteY172" fmla="*/ 288932 h 1157500"/>
              <a:gd name="connsiteX173" fmla="*/ 950845 w 12192000"/>
              <a:gd name="connsiteY173" fmla="*/ 286595 h 1157500"/>
              <a:gd name="connsiteX174" fmla="*/ 953292 w 12192000"/>
              <a:gd name="connsiteY174" fmla="*/ 280892 h 1157500"/>
              <a:gd name="connsiteX175" fmla="*/ 967499 w 12192000"/>
              <a:gd name="connsiteY175" fmla="*/ 273760 h 1157500"/>
              <a:gd name="connsiteX176" fmla="*/ 1069267 w 12192000"/>
              <a:gd name="connsiteY176" fmla="*/ 262766 h 1157500"/>
              <a:gd name="connsiteX177" fmla="*/ 1138407 w 12192000"/>
              <a:gd name="connsiteY177" fmla="*/ 246567 h 1157500"/>
              <a:gd name="connsiteX178" fmla="*/ 1164931 w 12192000"/>
              <a:gd name="connsiteY178" fmla="*/ 238622 h 1157500"/>
              <a:gd name="connsiteX179" fmla="*/ 1211622 w 12192000"/>
              <a:gd name="connsiteY179" fmla="*/ 220676 h 1157500"/>
              <a:gd name="connsiteX180" fmla="*/ 1274567 w 12192000"/>
              <a:gd name="connsiteY180" fmla="*/ 203380 h 1157500"/>
              <a:gd name="connsiteX181" fmla="*/ 1325029 w 12192000"/>
              <a:gd name="connsiteY181" fmla="*/ 207937 h 1157500"/>
              <a:gd name="connsiteX182" fmla="*/ 1356805 w 12192000"/>
              <a:gd name="connsiteY182" fmla="*/ 203622 h 1157500"/>
              <a:gd name="connsiteX183" fmla="*/ 1468752 w 12192000"/>
              <a:gd name="connsiteY183" fmla="*/ 214604 h 1157500"/>
              <a:gd name="connsiteX184" fmla="*/ 1650750 w 12192000"/>
              <a:gd name="connsiteY184" fmla="*/ 165090 h 1157500"/>
              <a:gd name="connsiteX185" fmla="*/ 1655056 w 12192000"/>
              <a:gd name="connsiteY185" fmla="*/ 172106 h 1157500"/>
              <a:gd name="connsiteX186" fmla="*/ 1683220 w 12192000"/>
              <a:gd name="connsiteY186" fmla="*/ 169652 h 1157500"/>
              <a:gd name="connsiteX187" fmla="*/ 1685599 w 12192000"/>
              <a:gd name="connsiteY187" fmla="*/ 165388 h 1157500"/>
              <a:gd name="connsiteX188" fmla="*/ 1735783 w 12192000"/>
              <a:gd name="connsiteY188" fmla="*/ 177400 h 1157500"/>
              <a:gd name="connsiteX189" fmla="*/ 1797102 w 12192000"/>
              <a:gd name="connsiteY189" fmla="*/ 182289 h 1157500"/>
              <a:gd name="connsiteX190" fmla="*/ 1845638 w 12192000"/>
              <a:gd name="connsiteY190" fmla="*/ 163774 h 1157500"/>
              <a:gd name="connsiteX191" fmla="*/ 1848980 w 12192000"/>
              <a:gd name="connsiteY191" fmla="*/ 167516 h 1157500"/>
              <a:gd name="connsiteX192" fmla="*/ 1880587 w 12192000"/>
              <a:gd name="connsiteY192" fmla="*/ 165506 h 1157500"/>
              <a:gd name="connsiteX193" fmla="*/ 1995803 w 12192000"/>
              <a:gd name="connsiteY193" fmla="*/ 131847 h 1157500"/>
              <a:gd name="connsiteX194" fmla="*/ 2057448 w 12192000"/>
              <a:gd name="connsiteY194" fmla="*/ 128650 h 1157500"/>
              <a:gd name="connsiteX195" fmla="*/ 2119088 w 12192000"/>
              <a:gd name="connsiteY195" fmla="*/ 113508 h 1157500"/>
              <a:gd name="connsiteX196" fmla="*/ 2138831 w 12192000"/>
              <a:gd name="connsiteY196" fmla="*/ 116194 h 1157500"/>
              <a:gd name="connsiteX197" fmla="*/ 2214259 w 12192000"/>
              <a:gd name="connsiteY197" fmla="*/ 110542 h 1157500"/>
              <a:gd name="connsiteX198" fmla="*/ 2264911 w 12192000"/>
              <a:gd name="connsiteY198" fmla="*/ 101639 h 1157500"/>
              <a:gd name="connsiteX199" fmla="*/ 2454058 w 12192000"/>
              <a:gd name="connsiteY199" fmla="*/ 67266 h 1157500"/>
              <a:gd name="connsiteX200" fmla="*/ 2534188 w 12192000"/>
              <a:gd name="connsiteY200" fmla="*/ 63730 h 1157500"/>
              <a:gd name="connsiteX201" fmla="*/ 2616912 w 12192000"/>
              <a:gd name="connsiteY201" fmla="*/ 44757 h 1157500"/>
              <a:gd name="connsiteX202" fmla="*/ 2698592 w 12192000"/>
              <a:gd name="connsiteY202" fmla="*/ 35873 h 1157500"/>
              <a:gd name="connsiteX203" fmla="*/ 2891953 w 12192000"/>
              <a:gd name="connsiteY20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603601 w 12192000"/>
              <a:gd name="connsiteY147" fmla="*/ 193266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488543 w 12192000"/>
              <a:gd name="connsiteY146" fmla="*/ 144736 h 1157500"/>
              <a:gd name="connsiteX147" fmla="*/ 11603601 w 12192000"/>
              <a:gd name="connsiteY147" fmla="*/ 193266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488543 w 12192000"/>
              <a:gd name="connsiteY145" fmla="*/ 144736 h 1157500"/>
              <a:gd name="connsiteX146" fmla="*/ 11603601 w 12192000"/>
              <a:gd name="connsiteY146" fmla="*/ 193266 h 1157500"/>
              <a:gd name="connsiteX147" fmla="*/ 11736204 w 12192000"/>
              <a:gd name="connsiteY147" fmla="*/ 277509 h 1157500"/>
              <a:gd name="connsiteX148" fmla="*/ 11705740 w 12192000"/>
              <a:gd name="connsiteY148" fmla="*/ 250993 h 1157500"/>
              <a:gd name="connsiteX149" fmla="*/ 11819139 w 12192000"/>
              <a:gd name="connsiteY149" fmla="*/ 304143 h 1157500"/>
              <a:gd name="connsiteX150" fmla="*/ 11835615 w 12192000"/>
              <a:gd name="connsiteY150" fmla="*/ 305790 h 1157500"/>
              <a:gd name="connsiteX151" fmla="*/ 11980134 w 12192000"/>
              <a:gd name="connsiteY151" fmla="*/ 321911 h 1157500"/>
              <a:gd name="connsiteX152" fmla="*/ 12174576 w 12192000"/>
              <a:gd name="connsiteY152" fmla="*/ 376108 h 1157500"/>
              <a:gd name="connsiteX153" fmla="*/ 12192000 w 12192000"/>
              <a:gd name="connsiteY153" fmla="*/ 379233 h 1157500"/>
              <a:gd name="connsiteX154" fmla="*/ 12192000 w 12192000"/>
              <a:gd name="connsiteY154" fmla="*/ 1157500 h 1157500"/>
              <a:gd name="connsiteX155" fmla="*/ 0 w 12192000"/>
              <a:gd name="connsiteY155" fmla="*/ 1157500 h 1157500"/>
              <a:gd name="connsiteX156" fmla="*/ 0 w 12192000"/>
              <a:gd name="connsiteY156" fmla="*/ 483545 h 1157500"/>
              <a:gd name="connsiteX157" fmla="*/ 5331 w 12192000"/>
              <a:gd name="connsiteY157" fmla="*/ 482797 h 1157500"/>
              <a:gd name="connsiteX158" fmla="*/ 39902 w 12192000"/>
              <a:gd name="connsiteY158" fmla="*/ 472284 h 1157500"/>
              <a:gd name="connsiteX159" fmla="*/ 117880 w 12192000"/>
              <a:gd name="connsiteY159" fmla="*/ 420956 h 1157500"/>
              <a:gd name="connsiteX160" fmla="*/ 238140 w 12192000"/>
              <a:gd name="connsiteY160" fmla="*/ 379297 h 1157500"/>
              <a:gd name="connsiteX161" fmla="*/ 249589 w 12192000"/>
              <a:gd name="connsiteY161" fmla="*/ 379517 h 1157500"/>
              <a:gd name="connsiteX162" fmla="*/ 296963 w 12192000"/>
              <a:gd name="connsiteY162" fmla="*/ 356102 h 1157500"/>
              <a:gd name="connsiteX163" fmla="*/ 339235 w 12192000"/>
              <a:gd name="connsiteY163" fmla="*/ 324425 h 1157500"/>
              <a:gd name="connsiteX164" fmla="*/ 447152 w 12192000"/>
              <a:gd name="connsiteY164" fmla="*/ 327423 h 1157500"/>
              <a:gd name="connsiteX165" fmla="*/ 475247 w 12192000"/>
              <a:gd name="connsiteY165" fmla="*/ 336714 h 1157500"/>
              <a:gd name="connsiteX166" fmla="*/ 477967 w 12192000"/>
              <a:gd name="connsiteY166" fmla="*/ 337960 h 1157500"/>
              <a:gd name="connsiteX167" fmla="*/ 703732 w 12192000"/>
              <a:gd name="connsiteY167" fmla="*/ 316599 h 1157500"/>
              <a:gd name="connsiteX168" fmla="*/ 853391 w 12192000"/>
              <a:gd name="connsiteY168" fmla="*/ 303591 h 1157500"/>
              <a:gd name="connsiteX169" fmla="*/ 925332 w 12192000"/>
              <a:gd name="connsiteY169" fmla="*/ 298686 h 1157500"/>
              <a:gd name="connsiteX170" fmla="*/ 941286 w 12192000"/>
              <a:gd name="connsiteY170" fmla="*/ 288932 h 1157500"/>
              <a:gd name="connsiteX171" fmla="*/ 950845 w 12192000"/>
              <a:gd name="connsiteY171" fmla="*/ 286595 h 1157500"/>
              <a:gd name="connsiteX172" fmla="*/ 953292 w 12192000"/>
              <a:gd name="connsiteY172" fmla="*/ 280892 h 1157500"/>
              <a:gd name="connsiteX173" fmla="*/ 967499 w 12192000"/>
              <a:gd name="connsiteY173" fmla="*/ 273760 h 1157500"/>
              <a:gd name="connsiteX174" fmla="*/ 1069267 w 12192000"/>
              <a:gd name="connsiteY174" fmla="*/ 262766 h 1157500"/>
              <a:gd name="connsiteX175" fmla="*/ 1138407 w 12192000"/>
              <a:gd name="connsiteY175" fmla="*/ 246567 h 1157500"/>
              <a:gd name="connsiteX176" fmla="*/ 1164931 w 12192000"/>
              <a:gd name="connsiteY176" fmla="*/ 238622 h 1157500"/>
              <a:gd name="connsiteX177" fmla="*/ 1211622 w 12192000"/>
              <a:gd name="connsiteY177" fmla="*/ 220676 h 1157500"/>
              <a:gd name="connsiteX178" fmla="*/ 1274567 w 12192000"/>
              <a:gd name="connsiteY178" fmla="*/ 203380 h 1157500"/>
              <a:gd name="connsiteX179" fmla="*/ 1325029 w 12192000"/>
              <a:gd name="connsiteY179" fmla="*/ 207937 h 1157500"/>
              <a:gd name="connsiteX180" fmla="*/ 1356805 w 12192000"/>
              <a:gd name="connsiteY180" fmla="*/ 203622 h 1157500"/>
              <a:gd name="connsiteX181" fmla="*/ 1468752 w 12192000"/>
              <a:gd name="connsiteY181" fmla="*/ 214604 h 1157500"/>
              <a:gd name="connsiteX182" fmla="*/ 1650750 w 12192000"/>
              <a:gd name="connsiteY182" fmla="*/ 165090 h 1157500"/>
              <a:gd name="connsiteX183" fmla="*/ 1655056 w 12192000"/>
              <a:gd name="connsiteY183" fmla="*/ 172106 h 1157500"/>
              <a:gd name="connsiteX184" fmla="*/ 1683220 w 12192000"/>
              <a:gd name="connsiteY184" fmla="*/ 169652 h 1157500"/>
              <a:gd name="connsiteX185" fmla="*/ 1685599 w 12192000"/>
              <a:gd name="connsiteY185" fmla="*/ 165388 h 1157500"/>
              <a:gd name="connsiteX186" fmla="*/ 1735783 w 12192000"/>
              <a:gd name="connsiteY186" fmla="*/ 177400 h 1157500"/>
              <a:gd name="connsiteX187" fmla="*/ 1797102 w 12192000"/>
              <a:gd name="connsiteY187" fmla="*/ 182289 h 1157500"/>
              <a:gd name="connsiteX188" fmla="*/ 1845638 w 12192000"/>
              <a:gd name="connsiteY188" fmla="*/ 163774 h 1157500"/>
              <a:gd name="connsiteX189" fmla="*/ 1848980 w 12192000"/>
              <a:gd name="connsiteY189" fmla="*/ 167516 h 1157500"/>
              <a:gd name="connsiteX190" fmla="*/ 1880587 w 12192000"/>
              <a:gd name="connsiteY190" fmla="*/ 165506 h 1157500"/>
              <a:gd name="connsiteX191" fmla="*/ 1995803 w 12192000"/>
              <a:gd name="connsiteY191" fmla="*/ 131847 h 1157500"/>
              <a:gd name="connsiteX192" fmla="*/ 2057448 w 12192000"/>
              <a:gd name="connsiteY192" fmla="*/ 128650 h 1157500"/>
              <a:gd name="connsiteX193" fmla="*/ 2119088 w 12192000"/>
              <a:gd name="connsiteY193" fmla="*/ 113508 h 1157500"/>
              <a:gd name="connsiteX194" fmla="*/ 2138831 w 12192000"/>
              <a:gd name="connsiteY194" fmla="*/ 116194 h 1157500"/>
              <a:gd name="connsiteX195" fmla="*/ 2214259 w 12192000"/>
              <a:gd name="connsiteY195" fmla="*/ 110542 h 1157500"/>
              <a:gd name="connsiteX196" fmla="*/ 2264911 w 12192000"/>
              <a:gd name="connsiteY196" fmla="*/ 101639 h 1157500"/>
              <a:gd name="connsiteX197" fmla="*/ 2454058 w 12192000"/>
              <a:gd name="connsiteY197" fmla="*/ 67266 h 1157500"/>
              <a:gd name="connsiteX198" fmla="*/ 2534188 w 12192000"/>
              <a:gd name="connsiteY198" fmla="*/ 63730 h 1157500"/>
              <a:gd name="connsiteX199" fmla="*/ 2616912 w 12192000"/>
              <a:gd name="connsiteY199" fmla="*/ 44757 h 1157500"/>
              <a:gd name="connsiteX200" fmla="*/ 2698592 w 12192000"/>
              <a:gd name="connsiteY200" fmla="*/ 35873 h 1157500"/>
              <a:gd name="connsiteX201" fmla="*/ 2891953 w 12192000"/>
              <a:gd name="connsiteY201" fmla="*/ 28541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200" fmla="*/ 11293091 w 12192000"/>
              <a:gd name="connsiteY200" fmla="*/ 92042 h 1157500"/>
              <a:gd name="connsiteX201" fmla="*/ 11402389 w 12192000"/>
              <a:gd name="connsiteY201" fmla="*/ 189282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200" fmla="*/ 11293091 w 12192000"/>
              <a:gd name="connsiteY200" fmla="*/ 92042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488543 w 12192000"/>
              <a:gd name="connsiteY2" fmla="*/ 144736 h 1157500"/>
              <a:gd name="connsiteX3" fmla="*/ 11603601 w 12192000"/>
              <a:gd name="connsiteY3" fmla="*/ 193266 h 1157500"/>
              <a:gd name="connsiteX4" fmla="*/ 11736204 w 12192000"/>
              <a:gd name="connsiteY4" fmla="*/ 277509 h 1157500"/>
              <a:gd name="connsiteX5" fmla="*/ 11705740 w 12192000"/>
              <a:gd name="connsiteY5" fmla="*/ 250993 h 1157500"/>
              <a:gd name="connsiteX6" fmla="*/ 11819139 w 12192000"/>
              <a:gd name="connsiteY6" fmla="*/ 304143 h 1157500"/>
              <a:gd name="connsiteX7" fmla="*/ 11835615 w 12192000"/>
              <a:gd name="connsiteY7" fmla="*/ 305790 h 1157500"/>
              <a:gd name="connsiteX8" fmla="*/ 11980134 w 12192000"/>
              <a:gd name="connsiteY8" fmla="*/ 321911 h 1157500"/>
              <a:gd name="connsiteX9" fmla="*/ 12174576 w 12192000"/>
              <a:gd name="connsiteY9" fmla="*/ 376108 h 1157500"/>
              <a:gd name="connsiteX10" fmla="*/ 12192000 w 12192000"/>
              <a:gd name="connsiteY10" fmla="*/ 379233 h 1157500"/>
              <a:gd name="connsiteX11" fmla="*/ 12192000 w 12192000"/>
              <a:gd name="connsiteY11" fmla="*/ 1157500 h 1157500"/>
              <a:gd name="connsiteX12" fmla="*/ 0 w 12192000"/>
              <a:gd name="connsiteY12" fmla="*/ 1157500 h 1157500"/>
              <a:gd name="connsiteX13" fmla="*/ 0 w 12192000"/>
              <a:gd name="connsiteY13" fmla="*/ 483545 h 1157500"/>
              <a:gd name="connsiteX14" fmla="*/ 5331 w 12192000"/>
              <a:gd name="connsiteY14" fmla="*/ 482797 h 1157500"/>
              <a:gd name="connsiteX15" fmla="*/ 39902 w 12192000"/>
              <a:gd name="connsiteY15" fmla="*/ 472284 h 1157500"/>
              <a:gd name="connsiteX16" fmla="*/ 117880 w 12192000"/>
              <a:gd name="connsiteY16" fmla="*/ 420956 h 1157500"/>
              <a:gd name="connsiteX17" fmla="*/ 238140 w 12192000"/>
              <a:gd name="connsiteY17" fmla="*/ 379297 h 1157500"/>
              <a:gd name="connsiteX18" fmla="*/ 249589 w 12192000"/>
              <a:gd name="connsiteY18" fmla="*/ 379517 h 1157500"/>
              <a:gd name="connsiteX19" fmla="*/ 296963 w 12192000"/>
              <a:gd name="connsiteY19" fmla="*/ 356102 h 1157500"/>
              <a:gd name="connsiteX20" fmla="*/ 339235 w 12192000"/>
              <a:gd name="connsiteY20" fmla="*/ 324425 h 1157500"/>
              <a:gd name="connsiteX21" fmla="*/ 447152 w 12192000"/>
              <a:gd name="connsiteY21" fmla="*/ 327423 h 1157500"/>
              <a:gd name="connsiteX22" fmla="*/ 475247 w 12192000"/>
              <a:gd name="connsiteY22" fmla="*/ 336714 h 1157500"/>
              <a:gd name="connsiteX23" fmla="*/ 477967 w 12192000"/>
              <a:gd name="connsiteY23" fmla="*/ 337960 h 1157500"/>
              <a:gd name="connsiteX24" fmla="*/ 703732 w 12192000"/>
              <a:gd name="connsiteY24" fmla="*/ 316599 h 1157500"/>
              <a:gd name="connsiteX25" fmla="*/ 853391 w 12192000"/>
              <a:gd name="connsiteY25" fmla="*/ 303591 h 1157500"/>
              <a:gd name="connsiteX26" fmla="*/ 925332 w 12192000"/>
              <a:gd name="connsiteY26" fmla="*/ 298686 h 1157500"/>
              <a:gd name="connsiteX27" fmla="*/ 941286 w 12192000"/>
              <a:gd name="connsiteY27" fmla="*/ 288932 h 1157500"/>
              <a:gd name="connsiteX28" fmla="*/ 950845 w 12192000"/>
              <a:gd name="connsiteY28" fmla="*/ 286595 h 1157500"/>
              <a:gd name="connsiteX29" fmla="*/ 953292 w 12192000"/>
              <a:gd name="connsiteY29" fmla="*/ 280892 h 1157500"/>
              <a:gd name="connsiteX30" fmla="*/ 967499 w 12192000"/>
              <a:gd name="connsiteY30" fmla="*/ 273760 h 1157500"/>
              <a:gd name="connsiteX31" fmla="*/ 1069267 w 12192000"/>
              <a:gd name="connsiteY31" fmla="*/ 262766 h 1157500"/>
              <a:gd name="connsiteX32" fmla="*/ 1138407 w 12192000"/>
              <a:gd name="connsiteY32" fmla="*/ 246567 h 1157500"/>
              <a:gd name="connsiteX33" fmla="*/ 1164931 w 12192000"/>
              <a:gd name="connsiteY33" fmla="*/ 238622 h 1157500"/>
              <a:gd name="connsiteX34" fmla="*/ 1211622 w 12192000"/>
              <a:gd name="connsiteY34" fmla="*/ 220676 h 1157500"/>
              <a:gd name="connsiteX35" fmla="*/ 1274567 w 12192000"/>
              <a:gd name="connsiteY35" fmla="*/ 203380 h 1157500"/>
              <a:gd name="connsiteX36" fmla="*/ 1325029 w 12192000"/>
              <a:gd name="connsiteY36" fmla="*/ 207937 h 1157500"/>
              <a:gd name="connsiteX37" fmla="*/ 1356805 w 12192000"/>
              <a:gd name="connsiteY37" fmla="*/ 203622 h 1157500"/>
              <a:gd name="connsiteX38" fmla="*/ 1468752 w 12192000"/>
              <a:gd name="connsiteY38" fmla="*/ 214604 h 1157500"/>
              <a:gd name="connsiteX39" fmla="*/ 1650750 w 12192000"/>
              <a:gd name="connsiteY39" fmla="*/ 165090 h 1157500"/>
              <a:gd name="connsiteX40" fmla="*/ 1655056 w 12192000"/>
              <a:gd name="connsiteY40" fmla="*/ 172106 h 1157500"/>
              <a:gd name="connsiteX41" fmla="*/ 1683220 w 12192000"/>
              <a:gd name="connsiteY41" fmla="*/ 169652 h 1157500"/>
              <a:gd name="connsiteX42" fmla="*/ 1685599 w 12192000"/>
              <a:gd name="connsiteY42" fmla="*/ 165388 h 1157500"/>
              <a:gd name="connsiteX43" fmla="*/ 1735783 w 12192000"/>
              <a:gd name="connsiteY43" fmla="*/ 177400 h 1157500"/>
              <a:gd name="connsiteX44" fmla="*/ 1797102 w 12192000"/>
              <a:gd name="connsiteY44" fmla="*/ 182289 h 1157500"/>
              <a:gd name="connsiteX45" fmla="*/ 1845638 w 12192000"/>
              <a:gd name="connsiteY45" fmla="*/ 163774 h 1157500"/>
              <a:gd name="connsiteX46" fmla="*/ 1848980 w 12192000"/>
              <a:gd name="connsiteY46" fmla="*/ 167516 h 1157500"/>
              <a:gd name="connsiteX47" fmla="*/ 1880587 w 12192000"/>
              <a:gd name="connsiteY47" fmla="*/ 165506 h 1157500"/>
              <a:gd name="connsiteX48" fmla="*/ 1995803 w 12192000"/>
              <a:gd name="connsiteY48" fmla="*/ 131847 h 1157500"/>
              <a:gd name="connsiteX49" fmla="*/ 2057448 w 12192000"/>
              <a:gd name="connsiteY49" fmla="*/ 128650 h 1157500"/>
              <a:gd name="connsiteX50" fmla="*/ 2119088 w 12192000"/>
              <a:gd name="connsiteY50" fmla="*/ 113508 h 1157500"/>
              <a:gd name="connsiteX51" fmla="*/ 2138831 w 12192000"/>
              <a:gd name="connsiteY51" fmla="*/ 116194 h 1157500"/>
              <a:gd name="connsiteX52" fmla="*/ 2214259 w 12192000"/>
              <a:gd name="connsiteY52" fmla="*/ 110542 h 1157500"/>
              <a:gd name="connsiteX53" fmla="*/ 2264911 w 12192000"/>
              <a:gd name="connsiteY53" fmla="*/ 101639 h 1157500"/>
              <a:gd name="connsiteX54" fmla="*/ 2454058 w 12192000"/>
              <a:gd name="connsiteY54" fmla="*/ 67266 h 1157500"/>
              <a:gd name="connsiteX55" fmla="*/ 2534188 w 12192000"/>
              <a:gd name="connsiteY55" fmla="*/ 63730 h 1157500"/>
              <a:gd name="connsiteX56" fmla="*/ 2616912 w 12192000"/>
              <a:gd name="connsiteY56" fmla="*/ 44757 h 1157500"/>
              <a:gd name="connsiteX57" fmla="*/ 2698592 w 12192000"/>
              <a:gd name="connsiteY57" fmla="*/ 35873 h 1157500"/>
              <a:gd name="connsiteX58" fmla="*/ 2891953 w 12192000"/>
              <a:gd name="connsiteY58" fmla="*/ 28541 h 1157500"/>
              <a:gd name="connsiteX59" fmla="*/ 3052621 w 12192000"/>
              <a:gd name="connsiteY59" fmla="*/ 7598 h 1157500"/>
              <a:gd name="connsiteX60" fmla="*/ 3145220 w 12192000"/>
              <a:gd name="connsiteY60" fmla="*/ 9845 h 1157500"/>
              <a:gd name="connsiteX61" fmla="*/ 3233309 w 12192000"/>
              <a:gd name="connsiteY61" fmla="*/ 2536 h 1157500"/>
              <a:gd name="connsiteX62" fmla="*/ 3320851 w 12192000"/>
              <a:gd name="connsiteY62" fmla="*/ 12470 h 1157500"/>
              <a:gd name="connsiteX63" fmla="*/ 3394552 w 12192000"/>
              <a:gd name="connsiteY63" fmla="*/ 31847 h 1157500"/>
              <a:gd name="connsiteX64" fmla="*/ 3462252 w 12192000"/>
              <a:gd name="connsiteY64" fmla="*/ 62214 h 1157500"/>
              <a:gd name="connsiteX65" fmla="*/ 3504799 w 12192000"/>
              <a:gd name="connsiteY65" fmla="*/ 86931 h 1157500"/>
              <a:gd name="connsiteX66" fmla="*/ 3568807 w 12192000"/>
              <a:gd name="connsiteY66" fmla="*/ 78125 h 1157500"/>
              <a:gd name="connsiteX67" fmla="*/ 3571993 w 12192000"/>
              <a:gd name="connsiteY67" fmla="*/ 80673 h 1157500"/>
              <a:gd name="connsiteX68" fmla="*/ 3590879 w 12192000"/>
              <a:gd name="connsiteY68" fmla="*/ 93683 h 1157500"/>
              <a:gd name="connsiteX69" fmla="*/ 3623973 w 12192000"/>
              <a:gd name="connsiteY69" fmla="*/ 86652 h 1157500"/>
              <a:gd name="connsiteX70" fmla="*/ 3636728 w 12192000"/>
              <a:gd name="connsiteY70" fmla="*/ 91587 h 1157500"/>
              <a:gd name="connsiteX71" fmla="*/ 3676976 w 12192000"/>
              <a:gd name="connsiteY71" fmla="*/ 90168 h 1157500"/>
              <a:gd name="connsiteX72" fmla="*/ 3722653 w 12192000"/>
              <a:gd name="connsiteY72" fmla="*/ 108931 h 1157500"/>
              <a:gd name="connsiteX73" fmla="*/ 3775112 w 12192000"/>
              <a:gd name="connsiteY73" fmla="*/ 92538 h 1157500"/>
              <a:gd name="connsiteX74" fmla="*/ 3932956 w 12192000"/>
              <a:gd name="connsiteY74" fmla="*/ 115905 h 1157500"/>
              <a:gd name="connsiteX75" fmla="*/ 4100593 w 12192000"/>
              <a:gd name="connsiteY75" fmla="*/ 157402 h 1157500"/>
              <a:gd name="connsiteX76" fmla="*/ 4316364 w 12192000"/>
              <a:gd name="connsiteY76" fmla="*/ 171021 h 1157500"/>
              <a:gd name="connsiteX77" fmla="*/ 4387387 w 12192000"/>
              <a:gd name="connsiteY77" fmla="*/ 157928 h 1157500"/>
              <a:gd name="connsiteX78" fmla="*/ 4427957 w 12192000"/>
              <a:gd name="connsiteY78" fmla="*/ 171094 h 1157500"/>
              <a:gd name="connsiteX79" fmla="*/ 4502291 w 12192000"/>
              <a:gd name="connsiteY79" fmla="*/ 181765 h 1157500"/>
              <a:gd name="connsiteX80" fmla="*/ 4600771 w 12192000"/>
              <a:gd name="connsiteY80" fmla="*/ 205711 h 1157500"/>
              <a:gd name="connsiteX81" fmla="*/ 4644102 w 12192000"/>
              <a:gd name="connsiteY81" fmla="*/ 203931 h 1157500"/>
              <a:gd name="connsiteX82" fmla="*/ 4652752 w 12192000"/>
              <a:gd name="connsiteY82" fmla="*/ 204470 h 1157500"/>
              <a:gd name="connsiteX83" fmla="*/ 4652896 w 12192000"/>
              <a:gd name="connsiteY83" fmla="*/ 204854 h 1157500"/>
              <a:gd name="connsiteX84" fmla="*/ 4685303 w 12192000"/>
              <a:gd name="connsiteY84" fmla="*/ 206507 h 1157500"/>
              <a:gd name="connsiteX85" fmla="*/ 4690886 w 12192000"/>
              <a:gd name="connsiteY85" fmla="*/ 209335 h 1157500"/>
              <a:gd name="connsiteX86" fmla="*/ 4725430 w 12192000"/>
              <a:gd name="connsiteY86" fmla="*/ 232300 h 1157500"/>
              <a:gd name="connsiteX87" fmla="*/ 4800051 w 12192000"/>
              <a:gd name="connsiteY87" fmla="*/ 224667 h 1157500"/>
              <a:gd name="connsiteX88" fmla="*/ 4875115 w 12192000"/>
              <a:gd name="connsiteY88" fmla="*/ 257918 h 1157500"/>
              <a:gd name="connsiteX89" fmla="*/ 4936450 w 12192000"/>
              <a:gd name="connsiteY89" fmla="*/ 274470 h 1157500"/>
              <a:gd name="connsiteX90" fmla="*/ 5030961 w 12192000"/>
              <a:gd name="connsiteY90" fmla="*/ 299480 h 1157500"/>
              <a:gd name="connsiteX91" fmla="*/ 5082734 w 12192000"/>
              <a:gd name="connsiteY91" fmla="*/ 302149 h 1157500"/>
              <a:gd name="connsiteX92" fmla="*/ 5138799 w 12192000"/>
              <a:gd name="connsiteY92" fmla="*/ 297368 h 1157500"/>
              <a:gd name="connsiteX93" fmla="*/ 5259695 w 12192000"/>
              <a:gd name="connsiteY93" fmla="*/ 324044 h 1157500"/>
              <a:gd name="connsiteX94" fmla="*/ 5359642 w 12192000"/>
              <a:gd name="connsiteY94" fmla="*/ 334143 h 1157500"/>
              <a:gd name="connsiteX95" fmla="*/ 5372918 w 12192000"/>
              <a:gd name="connsiteY95" fmla="*/ 330402 h 1157500"/>
              <a:gd name="connsiteX96" fmla="*/ 5396084 w 12192000"/>
              <a:gd name="connsiteY96" fmla="*/ 321836 h 1157500"/>
              <a:gd name="connsiteX97" fmla="*/ 5414292 w 12192000"/>
              <a:gd name="connsiteY97" fmla="*/ 314431 h 1157500"/>
              <a:gd name="connsiteX98" fmla="*/ 5487276 w 12192000"/>
              <a:gd name="connsiteY98" fmla="*/ 300918 h 1157500"/>
              <a:gd name="connsiteX99" fmla="*/ 5612716 w 12192000"/>
              <a:gd name="connsiteY99" fmla="*/ 301686 h 1157500"/>
              <a:gd name="connsiteX100" fmla="*/ 5864813 w 12192000"/>
              <a:gd name="connsiteY100" fmla="*/ 251420 h 1157500"/>
              <a:gd name="connsiteX101" fmla="*/ 6151392 w 12192000"/>
              <a:gd name="connsiteY101" fmla="*/ 219300 h 1157500"/>
              <a:gd name="connsiteX102" fmla="*/ 6209396 w 12192000"/>
              <a:gd name="connsiteY102" fmla="*/ 214037 h 1157500"/>
              <a:gd name="connsiteX103" fmla="*/ 6269898 w 12192000"/>
              <a:gd name="connsiteY103" fmla="*/ 219868 h 1157500"/>
              <a:gd name="connsiteX104" fmla="*/ 6352373 w 12192000"/>
              <a:gd name="connsiteY104" fmla="*/ 202729 h 1157500"/>
              <a:gd name="connsiteX105" fmla="*/ 6353759 w 12192000"/>
              <a:gd name="connsiteY105" fmla="*/ 202703 h 1157500"/>
              <a:gd name="connsiteX106" fmla="*/ 6363346 w 12192000"/>
              <a:gd name="connsiteY106" fmla="*/ 190268 h 1157500"/>
              <a:gd name="connsiteX107" fmla="*/ 6400681 w 12192000"/>
              <a:gd name="connsiteY107" fmla="*/ 197970 h 1157500"/>
              <a:gd name="connsiteX108" fmla="*/ 6402041 w 12192000"/>
              <a:gd name="connsiteY108" fmla="*/ 200641 h 1157500"/>
              <a:gd name="connsiteX109" fmla="*/ 6502019 w 12192000"/>
              <a:gd name="connsiteY109" fmla="*/ 192356 h 1157500"/>
              <a:gd name="connsiteX110" fmla="*/ 6518229 w 12192000"/>
              <a:gd name="connsiteY110" fmla="*/ 191407 h 1157500"/>
              <a:gd name="connsiteX111" fmla="*/ 6595639 w 12192000"/>
              <a:gd name="connsiteY111" fmla="*/ 168164 h 1157500"/>
              <a:gd name="connsiteX112" fmla="*/ 6692265 w 12192000"/>
              <a:gd name="connsiteY112" fmla="*/ 164829 h 1157500"/>
              <a:gd name="connsiteX113" fmla="*/ 6697219 w 12192000"/>
              <a:gd name="connsiteY113" fmla="*/ 165301 h 1157500"/>
              <a:gd name="connsiteX114" fmla="*/ 6713656 w 12192000"/>
              <a:gd name="connsiteY114" fmla="*/ 153600 h 1157500"/>
              <a:gd name="connsiteX115" fmla="*/ 6714383 w 12192000"/>
              <a:gd name="connsiteY115" fmla="*/ 150425 h 1157500"/>
              <a:gd name="connsiteX116" fmla="*/ 6774793 w 12192000"/>
              <a:gd name="connsiteY116" fmla="*/ 159713 h 1157500"/>
              <a:gd name="connsiteX117" fmla="*/ 6782112 w 12192000"/>
              <a:gd name="connsiteY117" fmla="*/ 155255 h 1157500"/>
              <a:gd name="connsiteX118" fmla="*/ 6878958 w 12192000"/>
              <a:gd name="connsiteY118" fmla="*/ 180824 h 1157500"/>
              <a:gd name="connsiteX119" fmla="*/ 6894439 w 12192000"/>
              <a:gd name="connsiteY119" fmla="*/ 177642 h 1157500"/>
              <a:gd name="connsiteX120" fmla="*/ 6963220 w 12192000"/>
              <a:gd name="connsiteY120" fmla="*/ 167304 h 1157500"/>
              <a:gd name="connsiteX121" fmla="*/ 6976706 w 12192000"/>
              <a:gd name="connsiteY121" fmla="*/ 170894 h 1157500"/>
              <a:gd name="connsiteX122" fmla="*/ 6987064 w 12192000"/>
              <a:gd name="connsiteY122" fmla="*/ 160402 h 1157500"/>
              <a:gd name="connsiteX123" fmla="*/ 7058714 w 12192000"/>
              <a:gd name="connsiteY123" fmla="*/ 175992 h 1157500"/>
              <a:gd name="connsiteX124" fmla="*/ 7060499 w 12192000"/>
              <a:gd name="connsiteY124" fmla="*/ 176063 h 1157500"/>
              <a:gd name="connsiteX125" fmla="*/ 7176563 w 12192000"/>
              <a:gd name="connsiteY125" fmla="*/ 173244 h 1157500"/>
              <a:gd name="connsiteX126" fmla="*/ 7205529 w 12192000"/>
              <a:gd name="connsiteY126" fmla="*/ 181011 h 1157500"/>
              <a:gd name="connsiteX127" fmla="*/ 7310118 w 12192000"/>
              <a:gd name="connsiteY127" fmla="*/ 162605 h 1157500"/>
              <a:gd name="connsiteX128" fmla="*/ 7673859 w 12192000"/>
              <a:gd name="connsiteY128" fmla="*/ 150336 h 1157500"/>
              <a:gd name="connsiteX129" fmla="*/ 7692748 w 12192000"/>
              <a:gd name="connsiteY129" fmla="*/ 161537 h 1157500"/>
              <a:gd name="connsiteX130" fmla="*/ 7756672 w 12192000"/>
              <a:gd name="connsiteY130" fmla="*/ 157372 h 1157500"/>
              <a:gd name="connsiteX131" fmla="*/ 7974189 w 12192000"/>
              <a:gd name="connsiteY131" fmla="*/ 154819 h 1157500"/>
              <a:gd name="connsiteX132" fmla="*/ 8101969 w 12192000"/>
              <a:gd name="connsiteY132" fmla="*/ 144495 h 1157500"/>
              <a:gd name="connsiteX133" fmla="*/ 8106826 w 12192000"/>
              <a:gd name="connsiteY133" fmla="*/ 139853 h 1157500"/>
              <a:gd name="connsiteX134" fmla="*/ 8162058 w 12192000"/>
              <a:gd name="connsiteY134" fmla="*/ 96704 h 1157500"/>
              <a:gd name="connsiteX135" fmla="*/ 8184568 w 12192000"/>
              <a:gd name="connsiteY135" fmla="*/ 93990 h 1157500"/>
              <a:gd name="connsiteX136" fmla="*/ 8228227 w 12192000"/>
              <a:gd name="connsiteY136" fmla="*/ 105972 h 1157500"/>
              <a:gd name="connsiteX137" fmla="*/ 8237963 w 12192000"/>
              <a:gd name="connsiteY137" fmla="*/ 106996 h 1157500"/>
              <a:gd name="connsiteX138" fmla="*/ 8248358 w 12192000"/>
              <a:gd name="connsiteY138" fmla="*/ 106062 h 1157500"/>
              <a:gd name="connsiteX139" fmla="*/ 8249309 w 12192000"/>
              <a:gd name="connsiteY139" fmla="*/ 106698 h 1157500"/>
              <a:gd name="connsiteX140" fmla="*/ 8249997 w 12192000"/>
              <a:gd name="connsiteY140" fmla="*/ 105915 h 1157500"/>
              <a:gd name="connsiteX141" fmla="*/ 8272162 w 12192000"/>
              <a:gd name="connsiteY141" fmla="*/ 103924 h 1157500"/>
              <a:gd name="connsiteX142" fmla="*/ 8292349 w 12192000"/>
              <a:gd name="connsiteY142" fmla="*/ 97480 h 1157500"/>
              <a:gd name="connsiteX143" fmla="*/ 8307239 w 12192000"/>
              <a:gd name="connsiteY143" fmla="*/ 94591 h 1157500"/>
              <a:gd name="connsiteX144" fmla="*/ 8339282 w 12192000"/>
              <a:gd name="connsiteY144" fmla="*/ 108942 h 1157500"/>
              <a:gd name="connsiteX145" fmla="*/ 8346156 w 12192000"/>
              <a:gd name="connsiteY145" fmla="*/ 111227 h 1157500"/>
              <a:gd name="connsiteX146" fmla="*/ 8346467 w 12192000"/>
              <a:gd name="connsiteY146" fmla="*/ 111024 h 1157500"/>
              <a:gd name="connsiteX147" fmla="*/ 8354069 w 12192000"/>
              <a:gd name="connsiteY147" fmla="*/ 112942 h 1157500"/>
              <a:gd name="connsiteX148" fmla="*/ 8358687 w 12192000"/>
              <a:gd name="connsiteY148" fmla="*/ 115393 h 1157500"/>
              <a:gd name="connsiteX149" fmla="*/ 8433385 w 12192000"/>
              <a:gd name="connsiteY149" fmla="*/ 99669 h 1157500"/>
              <a:gd name="connsiteX150" fmla="*/ 8533779 w 12192000"/>
              <a:gd name="connsiteY150" fmla="*/ 98374 h 1157500"/>
              <a:gd name="connsiteX151" fmla="*/ 8632833 w 12192000"/>
              <a:gd name="connsiteY151" fmla="*/ 100532 h 1157500"/>
              <a:gd name="connsiteX152" fmla="*/ 8668523 w 12192000"/>
              <a:gd name="connsiteY152" fmla="*/ 102979 h 1157500"/>
              <a:gd name="connsiteX153" fmla="*/ 8732893 w 12192000"/>
              <a:gd name="connsiteY153" fmla="*/ 99991 h 1157500"/>
              <a:gd name="connsiteX154" fmla="*/ 8764071 w 12192000"/>
              <a:gd name="connsiteY154" fmla="*/ 94587 h 1157500"/>
              <a:gd name="connsiteX155" fmla="*/ 8767004 w 12192000"/>
              <a:gd name="connsiteY155" fmla="*/ 91519 h 1157500"/>
              <a:gd name="connsiteX156" fmla="*/ 8772553 w 12192000"/>
              <a:gd name="connsiteY156" fmla="*/ 90314 h 1157500"/>
              <a:gd name="connsiteX157" fmla="*/ 8787201 w 12192000"/>
              <a:gd name="connsiteY157" fmla="*/ 92033 h 1157500"/>
              <a:gd name="connsiteX158" fmla="*/ 8792624 w 12192000"/>
              <a:gd name="connsiteY158" fmla="*/ 93503 h 1157500"/>
              <a:gd name="connsiteX159" fmla="*/ 8800741 w 12192000"/>
              <a:gd name="connsiteY159" fmla="*/ 93897 h 1157500"/>
              <a:gd name="connsiteX160" fmla="*/ 8800966 w 12192000"/>
              <a:gd name="connsiteY160" fmla="*/ 93645 h 1157500"/>
              <a:gd name="connsiteX161" fmla="*/ 8808513 w 12192000"/>
              <a:gd name="connsiteY161" fmla="*/ 94530 h 1157500"/>
              <a:gd name="connsiteX162" fmla="*/ 8845110 w 12192000"/>
              <a:gd name="connsiteY162" fmla="*/ 102179 h 1157500"/>
              <a:gd name="connsiteX163" fmla="*/ 8917529 w 12192000"/>
              <a:gd name="connsiteY163" fmla="*/ 76373 h 1157500"/>
              <a:gd name="connsiteX164" fmla="*/ 9026654 w 12192000"/>
              <a:gd name="connsiteY164" fmla="*/ 93420 h 1157500"/>
              <a:gd name="connsiteX165" fmla="*/ 9088505 w 12192000"/>
              <a:gd name="connsiteY165" fmla="*/ 113002 h 1157500"/>
              <a:gd name="connsiteX166" fmla="*/ 9203241 w 12192000"/>
              <a:gd name="connsiteY166" fmla="*/ 111713 h 1157500"/>
              <a:gd name="connsiteX167" fmla="*/ 9415584 w 12192000"/>
              <a:gd name="connsiteY167" fmla="*/ 157156 h 1157500"/>
              <a:gd name="connsiteX168" fmla="*/ 9505102 w 12192000"/>
              <a:gd name="connsiteY168" fmla="*/ 141042 h 1157500"/>
              <a:gd name="connsiteX169" fmla="*/ 9643040 w 12192000"/>
              <a:gd name="connsiteY169" fmla="*/ 158233 h 1157500"/>
              <a:gd name="connsiteX170" fmla="*/ 9762999 w 12192000"/>
              <a:gd name="connsiteY170" fmla="*/ 162623 h 1157500"/>
              <a:gd name="connsiteX171" fmla="*/ 9776183 w 12192000"/>
              <a:gd name="connsiteY171" fmla="*/ 162191 h 1157500"/>
              <a:gd name="connsiteX172" fmla="*/ 9780532 w 12192000"/>
              <a:gd name="connsiteY172" fmla="*/ 155823 h 1157500"/>
              <a:gd name="connsiteX173" fmla="*/ 9910588 w 12192000"/>
              <a:gd name="connsiteY173" fmla="*/ 154327 h 1157500"/>
              <a:gd name="connsiteX174" fmla="*/ 9924173 w 12192000"/>
              <a:gd name="connsiteY174" fmla="*/ 158591 h 1157500"/>
              <a:gd name="connsiteX175" fmla="*/ 10010969 w 12192000"/>
              <a:gd name="connsiteY175" fmla="*/ 155802 h 1157500"/>
              <a:gd name="connsiteX176" fmla="*/ 10070699 w 12192000"/>
              <a:gd name="connsiteY176" fmla="*/ 157854 h 1157500"/>
              <a:gd name="connsiteX177" fmla="*/ 10155104 w 12192000"/>
              <a:gd name="connsiteY177" fmla="*/ 151613 h 1157500"/>
              <a:gd name="connsiteX178" fmla="*/ 10250982 w 12192000"/>
              <a:gd name="connsiteY178" fmla="*/ 128642 h 1157500"/>
              <a:gd name="connsiteX179" fmla="*/ 10343301 w 12192000"/>
              <a:gd name="connsiteY179" fmla="*/ 90884 h 1157500"/>
              <a:gd name="connsiteX180" fmla="*/ 10366625 w 12192000"/>
              <a:gd name="connsiteY180" fmla="*/ 79428 h 1157500"/>
              <a:gd name="connsiteX181" fmla="*/ 10433505 w 12192000"/>
              <a:gd name="connsiteY181" fmla="*/ 65000 h 1157500"/>
              <a:gd name="connsiteX182" fmla="*/ 10547510 w 12192000"/>
              <a:gd name="connsiteY182" fmla="*/ 47246 h 1157500"/>
              <a:gd name="connsiteX183" fmla="*/ 10588150 w 12192000"/>
              <a:gd name="connsiteY183" fmla="*/ 32287 h 1157500"/>
              <a:gd name="connsiteX184" fmla="*/ 10589457 w 12192000"/>
              <a:gd name="connsiteY184" fmla="*/ 25296 h 1157500"/>
              <a:gd name="connsiteX185" fmla="*/ 10699976 w 12192000"/>
              <a:gd name="connsiteY185" fmla="*/ 43345 h 1157500"/>
              <a:gd name="connsiteX186" fmla="*/ 10812237 w 12192000"/>
              <a:gd name="connsiteY186" fmla="*/ 46327 h 1157500"/>
              <a:gd name="connsiteX187" fmla="*/ 10869837 w 12192000"/>
              <a:gd name="connsiteY187" fmla="*/ 65795 h 1157500"/>
              <a:gd name="connsiteX188" fmla="*/ 10881770 w 12192000"/>
              <a:gd name="connsiteY188" fmla="*/ 73672 h 1157500"/>
              <a:gd name="connsiteX189" fmla="*/ 10896899 w 12192000"/>
              <a:gd name="connsiteY189" fmla="*/ 70731 h 1157500"/>
              <a:gd name="connsiteX190" fmla="*/ 10901748 w 12192000"/>
              <a:gd name="connsiteY190" fmla="*/ 66352 h 1157500"/>
              <a:gd name="connsiteX191" fmla="*/ 10947419 w 12192000"/>
              <a:gd name="connsiteY191" fmla="*/ 83316 h 1157500"/>
              <a:gd name="connsiteX192" fmla="*/ 10953034 w 12192000"/>
              <a:gd name="connsiteY192" fmla="*/ 84438 h 1157500"/>
              <a:gd name="connsiteX193" fmla="*/ 10992070 w 12192000"/>
              <a:gd name="connsiteY193" fmla="*/ 88841 h 1157500"/>
              <a:gd name="connsiteX194" fmla="*/ 11112372 w 12192000"/>
              <a:gd name="connsiteY194" fmla="*/ 82247 h 1157500"/>
              <a:gd name="connsiteX195" fmla="*/ 11147719 w 12192000"/>
              <a:gd name="connsiteY195" fmla="*/ 80560 h 1157500"/>
              <a:gd name="connsiteX196" fmla="*/ 11172617 w 12192000"/>
              <a:gd name="connsiteY196" fmla="*/ 76265 h 1157500"/>
              <a:gd name="connsiteX197" fmla="*/ 11240397 w 12192000"/>
              <a:gd name="connsiteY197" fmla="*/ 81830 h 1157500"/>
              <a:gd name="connsiteX198" fmla="*/ 11270034 w 12192000"/>
              <a:gd name="connsiteY198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603601 w 12192000"/>
              <a:gd name="connsiteY2" fmla="*/ 193266 h 1157500"/>
              <a:gd name="connsiteX3" fmla="*/ 11736204 w 12192000"/>
              <a:gd name="connsiteY3" fmla="*/ 277509 h 1157500"/>
              <a:gd name="connsiteX4" fmla="*/ 11705740 w 12192000"/>
              <a:gd name="connsiteY4" fmla="*/ 250993 h 1157500"/>
              <a:gd name="connsiteX5" fmla="*/ 11819139 w 12192000"/>
              <a:gd name="connsiteY5" fmla="*/ 304143 h 1157500"/>
              <a:gd name="connsiteX6" fmla="*/ 11835615 w 12192000"/>
              <a:gd name="connsiteY6" fmla="*/ 305790 h 1157500"/>
              <a:gd name="connsiteX7" fmla="*/ 11980134 w 12192000"/>
              <a:gd name="connsiteY7" fmla="*/ 321911 h 1157500"/>
              <a:gd name="connsiteX8" fmla="*/ 12174576 w 12192000"/>
              <a:gd name="connsiteY8" fmla="*/ 376108 h 1157500"/>
              <a:gd name="connsiteX9" fmla="*/ 12192000 w 12192000"/>
              <a:gd name="connsiteY9" fmla="*/ 379233 h 1157500"/>
              <a:gd name="connsiteX10" fmla="*/ 12192000 w 12192000"/>
              <a:gd name="connsiteY10" fmla="*/ 1157500 h 1157500"/>
              <a:gd name="connsiteX11" fmla="*/ 0 w 12192000"/>
              <a:gd name="connsiteY11" fmla="*/ 1157500 h 1157500"/>
              <a:gd name="connsiteX12" fmla="*/ 0 w 12192000"/>
              <a:gd name="connsiteY12" fmla="*/ 483545 h 1157500"/>
              <a:gd name="connsiteX13" fmla="*/ 5331 w 12192000"/>
              <a:gd name="connsiteY13" fmla="*/ 482797 h 1157500"/>
              <a:gd name="connsiteX14" fmla="*/ 39902 w 12192000"/>
              <a:gd name="connsiteY14" fmla="*/ 472284 h 1157500"/>
              <a:gd name="connsiteX15" fmla="*/ 117880 w 12192000"/>
              <a:gd name="connsiteY15" fmla="*/ 420956 h 1157500"/>
              <a:gd name="connsiteX16" fmla="*/ 238140 w 12192000"/>
              <a:gd name="connsiteY16" fmla="*/ 379297 h 1157500"/>
              <a:gd name="connsiteX17" fmla="*/ 249589 w 12192000"/>
              <a:gd name="connsiteY17" fmla="*/ 379517 h 1157500"/>
              <a:gd name="connsiteX18" fmla="*/ 296963 w 12192000"/>
              <a:gd name="connsiteY18" fmla="*/ 356102 h 1157500"/>
              <a:gd name="connsiteX19" fmla="*/ 339235 w 12192000"/>
              <a:gd name="connsiteY19" fmla="*/ 324425 h 1157500"/>
              <a:gd name="connsiteX20" fmla="*/ 447152 w 12192000"/>
              <a:gd name="connsiteY20" fmla="*/ 327423 h 1157500"/>
              <a:gd name="connsiteX21" fmla="*/ 475247 w 12192000"/>
              <a:gd name="connsiteY21" fmla="*/ 336714 h 1157500"/>
              <a:gd name="connsiteX22" fmla="*/ 477967 w 12192000"/>
              <a:gd name="connsiteY22" fmla="*/ 337960 h 1157500"/>
              <a:gd name="connsiteX23" fmla="*/ 703732 w 12192000"/>
              <a:gd name="connsiteY23" fmla="*/ 316599 h 1157500"/>
              <a:gd name="connsiteX24" fmla="*/ 853391 w 12192000"/>
              <a:gd name="connsiteY24" fmla="*/ 303591 h 1157500"/>
              <a:gd name="connsiteX25" fmla="*/ 925332 w 12192000"/>
              <a:gd name="connsiteY25" fmla="*/ 298686 h 1157500"/>
              <a:gd name="connsiteX26" fmla="*/ 941286 w 12192000"/>
              <a:gd name="connsiteY26" fmla="*/ 288932 h 1157500"/>
              <a:gd name="connsiteX27" fmla="*/ 950845 w 12192000"/>
              <a:gd name="connsiteY27" fmla="*/ 286595 h 1157500"/>
              <a:gd name="connsiteX28" fmla="*/ 953292 w 12192000"/>
              <a:gd name="connsiteY28" fmla="*/ 280892 h 1157500"/>
              <a:gd name="connsiteX29" fmla="*/ 967499 w 12192000"/>
              <a:gd name="connsiteY29" fmla="*/ 273760 h 1157500"/>
              <a:gd name="connsiteX30" fmla="*/ 1069267 w 12192000"/>
              <a:gd name="connsiteY30" fmla="*/ 262766 h 1157500"/>
              <a:gd name="connsiteX31" fmla="*/ 1138407 w 12192000"/>
              <a:gd name="connsiteY31" fmla="*/ 246567 h 1157500"/>
              <a:gd name="connsiteX32" fmla="*/ 1164931 w 12192000"/>
              <a:gd name="connsiteY32" fmla="*/ 238622 h 1157500"/>
              <a:gd name="connsiteX33" fmla="*/ 1211622 w 12192000"/>
              <a:gd name="connsiteY33" fmla="*/ 220676 h 1157500"/>
              <a:gd name="connsiteX34" fmla="*/ 1274567 w 12192000"/>
              <a:gd name="connsiteY34" fmla="*/ 203380 h 1157500"/>
              <a:gd name="connsiteX35" fmla="*/ 1325029 w 12192000"/>
              <a:gd name="connsiteY35" fmla="*/ 207937 h 1157500"/>
              <a:gd name="connsiteX36" fmla="*/ 1356805 w 12192000"/>
              <a:gd name="connsiteY36" fmla="*/ 203622 h 1157500"/>
              <a:gd name="connsiteX37" fmla="*/ 1468752 w 12192000"/>
              <a:gd name="connsiteY37" fmla="*/ 214604 h 1157500"/>
              <a:gd name="connsiteX38" fmla="*/ 1650750 w 12192000"/>
              <a:gd name="connsiteY38" fmla="*/ 165090 h 1157500"/>
              <a:gd name="connsiteX39" fmla="*/ 1655056 w 12192000"/>
              <a:gd name="connsiteY39" fmla="*/ 172106 h 1157500"/>
              <a:gd name="connsiteX40" fmla="*/ 1683220 w 12192000"/>
              <a:gd name="connsiteY40" fmla="*/ 169652 h 1157500"/>
              <a:gd name="connsiteX41" fmla="*/ 1685599 w 12192000"/>
              <a:gd name="connsiteY41" fmla="*/ 165388 h 1157500"/>
              <a:gd name="connsiteX42" fmla="*/ 1735783 w 12192000"/>
              <a:gd name="connsiteY42" fmla="*/ 177400 h 1157500"/>
              <a:gd name="connsiteX43" fmla="*/ 1797102 w 12192000"/>
              <a:gd name="connsiteY43" fmla="*/ 182289 h 1157500"/>
              <a:gd name="connsiteX44" fmla="*/ 1845638 w 12192000"/>
              <a:gd name="connsiteY44" fmla="*/ 163774 h 1157500"/>
              <a:gd name="connsiteX45" fmla="*/ 1848980 w 12192000"/>
              <a:gd name="connsiteY45" fmla="*/ 167516 h 1157500"/>
              <a:gd name="connsiteX46" fmla="*/ 1880587 w 12192000"/>
              <a:gd name="connsiteY46" fmla="*/ 165506 h 1157500"/>
              <a:gd name="connsiteX47" fmla="*/ 1995803 w 12192000"/>
              <a:gd name="connsiteY47" fmla="*/ 131847 h 1157500"/>
              <a:gd name="connsiteX48" fmla="*/ 2057448 w 12192000"/>
              <a:gd name="connsiteY48" fmla="*/ 128650 h 1157500"/>
              <a:gd name="connsiteX49" fmla="*/ 2119088 w 12192000"/>
              <a:gd name="connsiteY49" fmla="*/ 113508 h 1157500"/>
              <a:gd name="connsiteX50" fmla="*/ 2138831 w 12192000"/>
              <a:gd name="connsiteY50" fmla="*/ 116194 h 1157500"/>
              <a:gd name="connsiteX51" fmla="*/ 2214259 w 12192000"/>
              <a:gd name="connsiteY51" fmla="*/ 110542 h 1157500"/>
              <a:gd name="connsiteX52" fmla="*/ 2264911 w 12192000"/>
              <a:gd name="connsiteY52" fmla="*/ 101639 h 1157500"/>
              <a:gd name="connsiteX53" fmla="*/ 2454058 w 12192000"/>
              <a:gd name="connsiteY53" fmla="*/ 67266 h 1157500"/>
              <a:gd name="connsiteX54" fmla="*/ 2534188 w 12192000"/>
              <a:gd name="connsiteY54" fmla="*/ 63730 h 1157500"/>
              <a:gd name="connsiteX55" fmla="*/ 2616912 w 12192000"/>
              <a:gd name="connsiteY55" fmla="*/ 44757 h 1157500"/>
              <a:gd name="connsiteX56" fmla="*/ 2698592 w 12192000"/>
              <a:gd name="connsiteY56" fmla="*/ 35873 h 1157500"/>
              <a:gd name="connsiteX57" fmla="*/ 2891953 w 12192000"/>
              <a:gd name="connsiteY57" fmla="*/ 28541 h 1157500"/>
              <a:gd name="connsiteX58" fmla="*/ 3052621 w 12192000"/>
              <a:gd name="connsiteY58" fmla="*/ 7598 h 1157500"/>
              <a:gd name="connsiteX59" fmla="*/ 3145220 w 12192000"/>
              <a:gd name="connsiteY59" fmla="*/ 9845 h 1157500"/>
              <a:gd name="connsiteX60" fmla="*/ 3233309 w 12192000"/>
              <a:gd name="connsiteY60" fmla="*/ 2536 h 1157500"/>
              <a:gd name="connsiteX61" fmla="*/ 3320851 w 12192000"/>
              <a:gd name="connsiteY61" fmla="*/ 12470 h 1157500"/>
              <a:gd name="connsiteX62" fmla="*/ 3394552 w 12192000"/>
              <a:gd name="connsiteY62" fmla="*/ 31847 h 1157500"/>
              <a:gd name="connsiteX63" fmla="*/ 3462252 w 12192000"/>
              <a:gd name="connsiteY63" fmla="*/ 62214 h 1157500"/>
              <a:gd name="connsiteX64" fmla="*/ 3504799 w 12192000"/>
              <a:gd name="connsiteY64" fmla="*/ 86931 h 1157500"/>
              <a:gd name="connsiteX65" fmla="*/ 3568807 w 12192000"/>
              <a:gd name="connsiteY65" fmla="*/ 78125 h 1157500"/>
              <a:gd name="connsiteX66" fmla="*/ 3571993 w 12192000"/>
              <a:gd name="connsiteY66" fmla="*/ 80673 h 1157500"/>
              <a:gd name="connsiteX67" fmla="*/ 3590879 w 12192000"/>
              <a:gd name="connsiteY67" fmla="*/ 93683 h 1157500"/>
              <a:gd name="connsiteX68" fmla="*/ 3623973 w 12192000"/>
              <a:gd name="connsiteY68" fmla="*/ 86652 h 1157500"/>
              <a:gd name="connsiteX69" fmla="*/ 3636728 w 12192000"/>
              <a:gd name="connsiteY69" fmla="*/ 91587 h 1157500"/>
              <a:gd name="connsiteX70" fmla="*/ 3676976 w 12192000"/>
              <a:gd name="connsiteY70" fmla="*/ 90168 h 1157500"/>
              <a:gd name="connsiteX71" fmla="*/ 3722653 w 12192000"/>
              <a:gd name="connsiteY71" fmla="*/ 108931 h 1157500"/>
              <a:gd name="connsiteX72" fmla="*/ 3775112 w 12192000"/>
              <a:gd name="connsiteY72" fmla="*/ 92538 h 1157500"/>
              <a:gd name="connsiteX73" fmla="*/ 3932956 w 12192000"/>
              <a:gd name="connsiteY73" fmla="*/ 115905 h 1157500"/>
              <a:gd name="connsiteX74" fmla="*/ 4100593 w 12192000"/>
              <a:gd name="connsiteY74" fmla="*/ 157402 h 1157500"/>
              <a:gd name="connsiteX75" fmla="*/ 4316364 w 12192000"/>
              <a:gd name="connsiteY75" fmla="*/ 171021 h 1157500"/>
              <a:gd name="connsiteX76" fmla="*/ 4387387 w 12192000"/>
              <a:gd name="connsiteY76" fmla="*/ 157928 h 1157500"/>
              <a:gd name="connsiteX77" fmla="*/ 4427957 w 12192000"/>
              <a:gd name="connsiteY77" fmla="*/ 171094 h 1157500"/>
              <a:gd name="connsiteX78" fmla="*/ 4502291 w 12192000"/>
              <a:gd name="connsiteY78" fmla="*/ 181765 h 1157500"/>
              <a:gd name="connsiteX79" fmla="*/ 4600771 w 12192000"/>
              <a:gd name="connsiteY79" fmla="*/ 205711 h 1157500"/>
              <a:gd name="connsiteX80" fmla="*/ 4644102 w 12192000"/>
              <a:gd name="connsiteY80" fmla="*/ 203931 h 1157500"/>
              <a:gd name="connsiteX81" fmla="*/ 4652752 w 12192000"/>
              <a:gd name="connsiteY81" fmla="*/ 204470 h 1157500"/>
              <a:gd name="connsiteX82" fmla="*/ 4652896 w 12192000"/>
              <a:gd name="connsiteY82" fmla="*/ 204854 h 1157500"/>
              <a:gd name="connsiteX83" fmla="*/ 4685303 w 12192000"/>
              <a:gd name="connsiteY83" fmla="*/ 206507 h 1157500"/>
              <a:gd name="connsiteX84" fmla="*/ 4690886 w 12192000"/>
              <a:gd name="connsiteY84" fmla="*/ 209335 h 1157500"/>
              <a:gd name="connsiteX85" fmla="*/ 4725430 w 12192000"/>
              <a:gd name="connsiteY85" fmla="*/ 232300 h 1157500"/>
              <a:gd name="connsiteX86" fmla="*/ 4800051 w 12192000"/>
              <a:gd name="connsiteY86" fmla="*/ 224667 h 1157500"/>
              <a:gd name="connsiteX87" fmla="*/ 4875115 w 12192000"/>
              <a:gd name="connsiteY87" fmla="*/ 257918 h 1157500"/>
              <a:gd name="connsiteX88" fmla="*/ 4936450 w 12192000"/>
              <a:gd name="connsiteY88" fmla="*/ 274470 h 1157500"/>
              <a:gd name="connsiteX89" fmla="*/ 5030961 w 12192000"/>
              <a:gd name="connsiteY89" fmla="*/ 299480 h 1157500"/>
              <a:gd name="connsiteX90" fmla="*/ 5082734 w 12192000"/>
              <a:gd name="connsiteY90" fmla="*/ 302149 h 1157500"/>
              <a:gd name="connsiteX91" fmla="*/ 5138799 w 12192000"/>
              <a:gd name="connsiteY91" fmla="*/ 297368 h 1157500"/>
              <a:gd name="connsiteX92" fmla="*/ 5259695 w 12192000"/>
              <a:gd name="connsiteY92" fmla="*/ 324044 h 1157500"/>
              <a:gd name="connsiteX93" fmla="*/ 5359642 w 12192000"/>
              <a:gd name="connsiteY93" fmla="*/ 334143 h 1157500"/>
              <a:gd name="connsiteX94" fmla="*/ 5372918 w 12192000"/>
              <a:gd name="connsiteY94" fmla="*/ 330402 h 1157500"/>
              <a:gd name="connsiteX95" fmla="*/ 5396084 w 12192000"/>
              <a:gd name="connsiteY95" fmla="*/ 321836 h 1157500"/>
              <a:gd name="connsiteX96" fmla="*/ 5414292 w 12192000"/>
              <a:gd name="connsiteY96" fmla="*/ 314431 h 1157500"/>
              <a:gd name="connsiteX97" fmla="*/ 5487276 w 12192000"/>
              <a:gd name="connsiteY97" fmla="*/ 300918 h 1157500"/>
              <a:gd name="connsiteX98" fmla="*/ 5612716 w 12192000"/>
              <a:gd name="connsiteY98" fmla="*/ 301686 h 1157500"/>
              <a:gd name="connsiteX99" fmla="*/ 5864813 w 12192000"/>
              <a:gd name="connsiteY99" fmla="*/ 251420 h 1157500"/>
              <a:gd name="connsiteX100" fmla="*/ 6151392 w 12192000"/>
              <a:gd name="connsiteY100" fmla="*/ 219300 h 1157500"/>
              <a:gd name="connsiteX101" fmla="*/ 6209396 w 12192000"/>
              <a:gd name="connsiteY101" fmla="*/ 214037 h 1157500"/>
              <a:gd name="connsiteX102" fmla="*/ 6269898 w 12192000"/>
              <a:gd name="connsiteY102" fmla="*/ 219868 h 1157500"/>
              <a:gd name="connsiteX103" fmla="*/ 6352373 w 12192000"/>
              <a:gd name="connsiteY103" fmla="*/ 202729 h 1157500"/>
              <a:gd name="connsiteX104" fmla="*/ 6353759 w 12192000"/>
              <a:gd name="connsiteY104" fmla="*/ 202703 h 1157500"/>
              <a:gd name="connsiteX105" fmla="*/ 6363346 w 12192000"/>
              <a:gd name="connsiteY105" fmla="*/ 190268 h 1157500"/>
              <a:gd name="connsiteX106" fmla="*/ 6400681 w 12192000"/>
              <a:gd name="connsiteY106" fmla="*/ 197970 h 1157500"/>
              <a:gd name="connsiteX107" fmla="*/ 6402041 w 12192000"/>
              <a:gd name="connsiteY107" fmla="*/ 200641 h 1157500"/>
              <a:gd name="connsiteX108" fmla="*/ 6502019 w 12192000"/>
              <a:gd name="connsiteY108" fmla="*/ 192356 h 1157500"/>
              <a:gd name="connsiteX109" fmla="*/ 6518229 w 12192000"/>
              <a:gd name="connsiteY109" fmla="*/ 191407 h 1157500"/>
              <a:gd name="connsiteX110" fmla="*/ 6595639 w 12192000"/>
              <a:gd name="connsiteY110" fmla="*/ 168164 h 1157500"/>
              <a:gd name="connsiteX111" fmla="*/ 6692265 w 12192000"/>
              <a:gd name="connsiteY111" fmla="*/ 164829 h 1157500"/>
              <a:gd name="connsiteX112" fmla="*/ 6697219 w 12192000"/>
              <a:gd name="connsiteY112" fmla="*/ 165301 h 1157500"/>
              <a:gd name="connsiteX113" fmla="*/ 6713656 w 12192000"/>
              <a:gd name="connsiteY113" fmla="*/ 153600 h 1157500"/>
              <a:gd name="connsiteX114" fmla="*/ 6714383 w 12192000"/>
              <a:gd name="connsiteY114" fmla="*/ 150425 h 1157500"/>
              <a:gd name="connsiteX115" fmla="*/ 6774793 w 12192000"/>
              <a:gd name="connsiteY115" fmla="*/ 159713 h 1157500"/>
              <a:gd name="connsiteX116" fmla="*/ 6782112 w 12192000"/>
              <a:gd name="connsiteY116" fmla="*/ 155255 h 1157500"/>
              <a:gd name="connsiteX117" fmla="*/ 6878958 w 12192000"/>
              <a:gd name="connsiteY117" fmla="*/ 180824 h 1157500"/>
              <a:gd name="connsiteX118" fmla="*/ 6894439 w 12192000"/>
              <a:gd name="connsiteY118" fmla="*/ 177642 h 1157500"/>
              <a:gd name="connsiteX119" fmla="*/ 6963220 w 12192000"/>
              <a:gd name="connsiteY119" fmla="*/ 167304 h 1157500"/>
              <a:gd name="connsiteX120" fmla="*/ 6976706 w 12192000"/>
              <a:gd name="connsiteY120" fmla="*/ 170894 h 1157500"/>
              <a:gd name="connsiteX121" fmla="*/ 6987064 w 12192000"/>
              <a:gd name="connsiteY121" fmla="*/ 160402 h 1157500"/>
              <a:gd name="connsiteX122" fmla="*/ 7058714 w 12192000"/>
              <a:gd name="connsiteY122" fmla="*/ 175992 h 1157500"/>
              <a:gd name="connsiteX123" fmla="*/ 7060499 w 12192000"/>
              <a:gd name="connsiteY123" fmla="*/ 176063 h 1157500"/>
              <a:gd name="connsiteX124" fmla="*/ 7176563 w 12192000"/>
              <a:gd name="connsiteY124" fmla="*/ 173244 h 1157500"/>
              <a:gd name="connsiteX125" fmla="*/ 7205529 w 12192000"/>
              <a:gd name="connsiteY125" fmla="*/ 181011 h 1157500"/>
              <a:gd name="connsiteX126" fmla="*/ 7310118 w 12192000"/>
              <a:gd name="connsiteY126" fmla="*/ 162605 h 1157500"/>
              <a:gd name="connsiteX127" fmla="*/ 7673859 w 12192000"/>
              <a:gd name="connsiteY127" fmla="*/ 150336 h 1157500"/>
              <a:gd name="connsiteX128" fmla="*/ 7692748 w 12192000"/>
              <a:gd name="connsiteY128" fmla="*/ 161537 h 1157500"/>
              <a:gd name="connsiteX129" fmla="*/ 7756672 w 12192000"/>
              <a:gd name="connsiteY129" fmla="*/ 157372 h 1157500"/>
              <a:gd name="connsiteX130" fmla="*/ 7974189 w 12192000"/>
              <a:gd name="connsiteY130" fmla="*/ 154819 h 1157500"/>
              <a:gd name="connsiteX131" fmla="*/ 8101969 w 12192000"/>
              <a:gd name="connsiteY131" fmla="*/ 144495 h 1157500"/>
              <a:gd name="connsiteX132" fmla="*/ 8106826 w 12192000"/>
              <a:gd name="connsiteY132" fmla="*/ 139853 h 1157500"/>
              <a:gd name="connsiteX133" fmla="*/ 8162058 w 12192000"/>
              <a:gd name="connsiteY133" fmla="*/ 96704 h 1157500"/>
              <a:gd name="connsiteX134" fmla="*/ 8184568 w 12192000"/>
              <a:gd name="connsiteY134" fmla="*/ 93990 h 1157500"/>
              <a:gd name="connsiteX135" fmla="*/ 8228227 w 12192000"/>
              <a:gd name="connsiteY135" fmla="*/ 105972 h 1157500"/>
              <a:gd name="connsiteX136" fmla="*/ 8237963 w 12192000"/>
              <a:gd name="connsiteY136" fmla="*/ 106996 h 1157500"/>
              <a:gd name="connsiteX137" fmla="*/ 8248358 w 12192000"/>
              <a:gd name="connsiteY137" fmla="*/ 106062 h 1157500"/>
              <a:gd name="connsiteX138" fmla="*/ 8249309 w 12192000"/>
              <a:gd name="connsiteY138" fmla="*/ 106698 h 1157500"/>
              <a:gd name="connsiteX139" fmla="*/ 8249997 w 12192000"/>
              <a:gd name="connsiteY139" fmla="*/ 105915 h 1157500"/>
              <a:gd name="connsiteX140" fmla="*/ 8272162 w 12192000"/>
              <a:gd name="connsiteY140" fmla="*/ 103924 h 1157500"/>
              <a:gd name="connsiteX141" fmla="*/ 8292349 w 12192000"/>
              <a:gd name="connsiteY141" fmla="*/ 97480 h 1157500"/>
              <a:gd name="connsiteX142" fmla="*/ 8307239 w 12192000"/>
              <a:gd name="connsiteY142" fmla="*/ 94591 h 1157500"/>
              <a:gd name="connsiteX143" fmla="*/ 8339282 w 12192000"/>
              <a:gd name="connsiteY143" fmla="*/ 108942 h 1157500"/>
              <a:gd name="connsiteX144" fmla="*/ 8346156 w 12192000"/>
              <a:gd name="connsiteY144" fmla="*/ 111227 h 1157500"/>
              <a:gd name="connsiteX145" fmla="*/ 8346467 w 12192000"/>
              <a:gd name="connsiteY145" fmla="*/ 111024 h 1157500"/>
              <a:gd name="connsiteX146" fmla="*/ 8354069 w 12192000"/>
              <a:gd name="connsiteY146" fmla="*/ 112942 h 1157500"/>
              <a:gd name="connsiteX147" fmla="*/ 8358687 w 12192000"/>
              <a:gd name="connsiteY147" fmla="*/ 115393 h 1157500"/>
              <a:gd name="connsiteX148" fmla="*/ 8433385 w 12192000"/>
              <a:gd name="connsiteY148" fmla="*/ 99669 h 1157500"/>
              <a:gd name="connsiteX149" fmla="*/ 8533779 w 12192000"/>
              <a:gd name="connsiteY149" fmla="*/ 98374 h 1157500"/>
              <a:gd name="connsiteX150" fmla="*/ 8632833 w 12192000"/>
              <a:gd name="connsiteY150" fmla="*/ 100532 h 1157500"/>
              <a:gd name="connsiteX151" fmla="*/ 8668523 w 12192000"/>
              <a:gd name="connsiteY151" fmla="*/ 102979 h 1157500"/>
              <a:gd name="connsiteX152" fmla="*/ 8732893 w 12192000"/>
              <a:gd name="connsiteY152" fmla="*/ 99991 h 1157500"/>
              <a:gd name="connsiteX153" fmla="*/ 8764071 w 12192000"/>
              <a:gd name="connsiteY153" fmla="*/ 94587 h 1157500"/>
              <a:gd name="connsiteX154" fmla="*/ 8767004 w 12192000"/>
              <a:gd name="connsiteY154" fmla="*/ 91519 h 1157500"/>
              <a:gd name="connsiteX155" fmla="*/ 8772553 w 12192000"/>
              <a:gd name="connsiteY155" fmla="*/ 90314 h 1157500"/>
              <a:gd name="connsiteX156" fmla="*/ 8787201 w 12192000"/>
              <a:gd name="connsiteY156" fmla="*/ 92033 h 1157500"/>
              <a:gd name="connsiteX157" fmla="*/ 8792624 w 12192000"/>
              <a:gd name="connsiteY157" fmla="*/ 93503 h 1157500"/>
              <a:gd name="connsiteX158" fmla="*/ 8800741 w 12192000"/>
              <a:gd name="connsiteY158" fmla="*/ 93897 h 1157500"/>
              <a:gd name="connsiteX159" fmla="*/ 8800966 w 12192000"/>
              <a:gd name="connsiteY159" fmla="*/ 93645 h 1157500"/>
              <a:gd name="connsiteX160" fmla="*/ 8808513 w 12192000"/>
              <a:gd name="connsiteY160" fmla="*/ 94530 h 1157500"/>
              <a:gd name="connsiteX161" fmla="*/ 8845110 w 12192000"/>
              <a:gd name="connsiteY161" fmla="*/ 102179 h 1157500"/>
              <a:gd name="connsiteX162" fmla="*/ 8917529 w 12192000"/>
              <a:gd name="connsiteY162" fmla="*/ 76373 h 1157500"/>
              <a:gd name="connsiteX163" fmla="*/ 9026654 w 12192000"/>
              <a:gd name="connsiteY163" fmla="*/ 93420 h 1157500"/>
              <a:gd name="connsiteX164" fmla="*/ 9088505 w 12192000"/>
              <a:gd name="connsiteY164" fmla="*/ 113002 h 1157500"/>
              <a:gd name="connsiteX165" fmla="*/ 9203241 w 12192000"/>
              <a:gd name="connsiteY165" fmla="*/ 111713 h 1157500"/>
              <a:gd name="connsiteX166" fmla="*/ 9415584 w 12192000"/>
              <a:gd name="connsiteY166" fmla="*/ 157156 h 1157500"/>
              <a:gd name="connsiteX167" fmla="*/ 9505102 w 12192000"/>
              <a:gd name="connsiteY167" fmla="*/ 141042 h 1157500"/>
              <a:gd name="connsiteX168" fmla="*/ 9643040 w 12192000"/>
              <a:gd name="connsiteY168" fmla="*/ 158233 h 1157500"/>
              <a:gd name="connsiteX169" fmla="*/ 9762999 w 12192000"/>
              <a:gd name="connsiteY169" fmla="*/ 162623 h 1157500"/>
              <a:gd name="connsiteX170" fmla="*/ 9776183 w 12192000"/>
              <a:gd name="connsiteY170" fmla="*/ 162191 h 1157500"/>
              <a:gd name="connsiteX171" fmla="*/ 9780532 w 12192000"/>
              <a:gd name="connsiteY171" fmla="*/ 155823 h 1157500"/>
              <a:gd name="connsiteX172" fmla="*/ 9910588 w 12192000"/>
              <a:gd name="connsiteY172" fmla="*/ 154327 h 1157500"/>
              <a:gd name="connsiteX173" fmla="*/ 9924173 w 12192000"/>
              <a:gd name="connsiteY173" fmla="*/ 158591 h 1157500"/>
              <a:gd name="connsiteX174" fmla="*/ 10010969 w 12192000"/>
              <a:gd name="connsiteY174" fmla="*/ 155802 h 1157500"/>
              <a:gd name="connsiteX175" fmla="*/ 10070699 w 12192000"/>
              <a:gd name="connsiteY175" fmla="*/ 157854 h 1157500"/>
              <a:gd name="connsiteX176" fmla="*/ 10155104 w 12192000"/>
              <a:gd name="connsiteY176" fmla="*/ 151613 h 1157500"/>
              <a:gd name="connsiteX177" fmla="*/ 10250982 w 12192000"/>
              <a:gd name="connsiteY177" fmla="*/ 128642 h 1157500"/>
              <a:gd name="connsiteX178" fmla="*/ 10343301 w 12192000"/>
              <a:gd name="connsiteY178" fmla="*/ 90884 h 1157500"/>
              <a:gd name="connsiteX179" fmla="*/ 10366625 w 12192000"/>
              <a:gd name="connsiteY179" fmla="*/ 79428 h 1157500"/>
              <a:gd name="connsiteX180" fmla="*/ 10433505 w 12192000"/>
              <a:gd name="connsiteY180" fmla="*/ 65000 h 1157500"/>
              <a:gd name="connsiteX181" fmla="*/ 10547510 w 12192000"/>
              <a:gd name="connsiteY181" fmla="*/ 47246 h 1157500"/>
              <a:gd name="connsiteX182" fmla="*/ 10588150 w 12192000"/>
              <a:gd name="connsiteY182" fmla="*/ 32287 h 1157500"/>
              <a:gd name="connsiteX183" fmla="*/ 10589457 w 12192000"/>
              <a:gd name="connsiteY183" fmla="*/ 25296 h 1157500"/>
              <a:gd name="connsiteX184" fmla="*/ 10699976 w 12192000"/>
              <a:gd name="connsiteY184" fmla="*/ 43345 h 1157500"/>
              <a:gd name="connsiteX185" fmla="*/ 10812237 w 12192000"/>
              <a:gd name="connsiteY185" fmla="*/ 46327 h 1157500"/>
              <a:gd name="connsiteX186" fmla="*/ 10869837 w 12192000"/>
              <a:gd name="connsiteY186" fmla="*/ 65795 h 1157500"/>
              <a:gd name="connsiteX187" fmla="*/ 10881770 w 12192000"/>
              <a:gd name="connsiteY187" fmla="*/ 73672 h 1157500"/>
              <a:gd name="connsiteX188" fmla="*/ 10896899 w 12192000"/>
              <a:gd name="connsiteY188" fmla="*/ 70731 h 1157500"/>
              <a:gd name="connsiteX189" fmla="*/ 10901748 w 12192000"/>
              <a:gd name="connsiteY189" fmla="*/ 66352 h 1157500"/>
              <a:gd name="connsiteX190" fmla="*/ 10947419 w 12192000"/>
              <a:gd name="connsiteY190" fmla="*/ 83316 h 1157500"/>
              <a:gd name="connsiteX191" fmla="*/ 10953034 w 12192000"/>
              <a:gd name="connsiteY191" fmla="*/ 84438 h 1157500"/>
              <a:gd name="connsiteX192" fmla="*/ 10992070 w 12192000"/>
              <a:gd name="connsiteY192" fmla="*/ 88841 h 1157500"/>
              <a:gd name="connsiteX193" fmla="*/ 11112372 w 12192000"/>
              <a:gd name="connsiteY193" fmla="*/ 82247 h 1157500"/>
              <a:gd name="connsiteX194" fmla="*/ 11147719 w 12192000"/>
              <a:gd name="connsiteY194" fmla="*/ 80560 h 1157500"/>
              <a:gd name="connsiteX195" fmla="*/ 11172617 w 12192000"/>
              <a:gd name="connsiteY195" fmla="*/ 76265 h 1157500"/>
              <a:gd name="connsiteX196" fmla="*/ 11240397 w 12192000"/>
              <a:gd name="connsiteY196" fmla="*/ 81830 h 1157500"/>
              <a:gd name="connsiteX197" fmla="*/ 11270034 w 12192000"/>
              <a:gd name="connsiteY197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736204 w 12192000"/>
              <a:gd name="connsiteY2" fmla="*/ 277509 h 1157500"/>
              <a:gd name="connsiteX3" fmla="*/ 11705740 w 12192000"/>
              <a:gd name="connsiteY3" fmla="*/ 250993 h 1157500"/>
              <a:gd name="connsiteX4" fmla="*/ 11819139 w 12192000"/>
              <a:gd name="connsiteY4" fmla="*/ 304143 h 1157500"/>
              <a:gd name="connsiteX5" fmla="*/ 11835615 w 12192000"/>
              <a:gd name="connsiteY5" fmla="*/ 305790 h 1157500"/>
              <a:gd name="connsiteX6" fmla="*/ 11980134 w 12192000"/>
              <a:gd name="connsiteY6" fmla="*/ 321911 h 1157500"/>
              <a:gd name="connsiteX7" fmla="*/ 12174576 w 12192000"/>
              <a:gd name="connsiteY7" fmla="*/ 376108 h 1157500"/>
              <a:gd name="connsiteX8" fmla="*/ 12192000 w 12192000"/>
              <a:gd name="connsiteY8" fmla="*/ 379233 h 1157500"/>
              <a:gd name="connsiteX9" fmla="*/ 12192000 w 12192000"/>
              <a:gd name="connsiteY9" fmla="*/ 1157500 h 1157500"/>
              <a:gd name="connsiteX10" fmla="*/ 0 w 12192000"/>
              <a:gd name="connsiteY10" fmla="*/ 1157500 h 1157500"/>
              <a:gd name="connsiteX11" fmla="*/ 0 w 12192000"/>
              <a:gd name="connsiteY11" fmla="*/ 483545 h 1157500"/>
              <a:gd name="connsiteX12" fmla="*/ 5331 w 12192000"/>
              <a:gd name="connsiteY12" fmla="*/ 482797 h 1157500"/>
              <a:gd name="connsiteX13" fmla="*/ 39902 w 12192000"/>
              <a:gd name="connsiteY13" fmla="*/ 472284 h 1157500"/>
              <a:gd name="connsiteX14" fmla="*/ 117880 w 12192000"/>
              <a:gd name="connsiteY14" fmla="*/ 420956 h 1157500"/>
              <a:gd name="connsiteX15" fmla="*/ 238140 w 12192000"/>
              <a:gd name="connsiteY15" fmla="*/ 379297 h 1157500"/>
              <a:gd name="connsiteX16" fmla="*/ 249589 w 12192000"/>
              <a:gd name="connsiteY16" fmla="*/ 379517 h 1157500"/>
              <a:gd name="connsiteX17" fmla="*/ 296963 w 12192000"/>
              <a:gd name="connsiteY17" fmla="*/ 356102 h 1157500"/>
              <a:gd name="connsiteX18" fmla="*/ 339235 w 12192000"/>
              <a:gd name="connsiteY18" fmla="*/ 324425 h 1157500"/>
              <a:gd name="connsiteX19" fmla="*/ 447152 w 12192000"/>
              <a:gd name="connsiteY19" fmla="*/ 327423 h 1157500"/>
              <a:gd name="connsiteX20" fmla="*/ 475247 w 12192000"/>
              <a:gd name="connsiteY20" fmla="*/ 336714 h 1157500"/>
              <a:gd name="connsiteX21" fmla="*/ 477967 w 12192000"/>
              <a:gd name="connsiteY21" fmla="*/ 337960 h 1157500"/>
              <a:gd name="connsiteX22" fmla="*/ 703732 w 12192000"/>
              <a:gd name="connsiteY22" fmla="*/ 316599 h 1157500"/>
              <a:gd name="connsiteX23" fmla="*/ 853391 w 12192000"/>
              <a:gd name="connsiteY23" fmla="*/ 303591 h 1157500"/>
              <a:gd name="connsiteX24" fmla="*/ 925332 w 12192000"/>
              <a:gd name="connsiteY24" fmla="*/ 298686 h 1157500"/>
              <a:gd name="connsiteX25" fmla="*/ 941286 w 12192000"/>
              <a:gd name="connsiteY25" fmla="*/ 288932 h 1157500"/>
              <a:gd name="connsiteX26" fmla="*/ 950845 w 12192000"/>
              <a:gd name="connsiteY26" fmla="*/ 286595 h 1157500"/>
              <a:gd name="connsiteX27" fmla="*/ 953292 w 12192000"/>
              <a:gd name="connsiteY27" fmla="*/ 280892 h 1157500"/>
              <a:gd name="connsiteX28" fmla="*/ 967499 w 12192000"/>
              <a:gd name="connsiteY28" fmla="*/ 273760 h 1157500"/>
              <a:gd name="connsiteX29" fmla="*/ 1069267 w 12192000"/>
              <a:gd name="connsiteY29" fmla="*/ 262766 h 1157500"/>
              <a:gd name="connsiteX30" fmla="*/ 1138407 w 12192000"/>
              <a:gd name="connsiteY30" fmla="*/ 246567 h 1157500"/>
              <a:gd name="connsiteX31" fmla="*/ 1164931 w 12192000"/>
              <a:gd name="connsiteY31" fmla="*/ 238622 h 1157500"/>
              <a:gd name="connsiteX32" fmla="*/ 1211622 w 12192000"/>
              <a:gd name="connsiteY32" fmla="*/ 220676 h 1157500"/>
              <a:gd name="connsiteX33" fmla="*/ 1274567 w 12192000"/>
              <a:gd name="connsiteY33" fmla="*/ 203380 h 1157500"/>
              <a:gd name="connsiteX34" fmla="*/ 1325029 w 12192000"/>
              <a:gd name="connsiteY34" fmla="*/ 207937 h 1157500"/>
              <a:gd name="connsiteX35" fmla="*/ 1356805 w 12192000"/>
              <a:gd name="connsiteY35" fmla="*/ 203622 h 1157500"/>
              <a:gd name="connsiteX36" fmla="*/ 1468752 w 12192000"/>
              <a:gd name="connsiteY36" fmla="*/ 214604 h 1157500"/>
              <a:gd name="connsiteX37" fmla="*/ 1650750 w 12192000"/>
              <a:gd name="connsiteY37" fmla="*/ 165090 h 1157500"/>
              <a:gd name="connsiteX38" fmla="*/ 1655056 w 12192000"/>
              <a:gd name="connsiteY38" fmla="*/ 172106 h 1157500"/>
              <a:gd name="connsiteX39" fmla="*/ 1683220 w 12192000"/>
              <a:gd name="connsiteY39" fmla="*/ 169652 h 1157500"/>
              <a:gd name="connsiteX40" fmla="*/ 1685599 w 12192000"/>
              <a:gd name="connsiteY40" fmla="*/ 165388 h 1157500"/>
              <a:gd name="connsiteX41" fmla="*/ 1735783 w 12192000"/>
              <a:gd name="connsiteY41" fmla="*/ 177400 h 1157500"/>
              <a:gd name="connsiteX42" fmla="*/ 1797102 w 12192000"/>
              <a:gd name="connsiteY42" fmla="*/ 182289 h 1157500"/>
              <a:gd name="connsiteX43" fmla="*/ 1845638 w 12192000"/>
              <a:gd name="connsiteY43" fmla="*/ 163774 h 1157500"/>
              <a:gd name="connsiteX44" fmla="*/ 1848980 w 12192000"/>
              <a:gd name="connsiteY44" fmla="*/ 167516 h 1157500"/>
              <a:gd name="connsiteX45" fmla="*/ 1880587 w 12192000"/>
              <a:gd name="connsiteY45" fmla="*/ 165506 h 1157500"/>
              <a:gd name="connsiteX46" fmla="*/ 1995803 w 12192000"/>
              <a:gd name="connsiteY46" fmla="*/ 131847 h 1157500"/>
              <a:gd name="connsiteX47" fmla="*/ 2057448 w 12192000"/>
              <a:gd name="connsiteY47" fmla="*/ 128650 h 1157500"/>
              <a:gd name="connsiteX48" fmla="*/ 2119088 w 12192000"/>
              <a:gd name="connsiteY48" fmla="*/ 113508 h 1157500"/>
              <a:gd name="connsiteX49" fmla="*/ 2138831 w 12192000"/>
              <a:gd name="connsiteY49" fmla="*/ 116194 h 1157500"/>
              <a:gd name="connsiteX50" fmla="*/ 2214259 w 12192000"/>
              <a:gd name="connsiteY50" fmla="*/ 110542 h 1157500"/>
              <a:gd name="connsiteX51" fmla="*/ 2264911 w 12192000"/>
              <a:gd name="connsiteY51" fmla="*/ 101639 h 1157500"/>
              <a:gd name="connsiteX52" fmla="*/ 2454058 w 12192000"/>
              <a:gd name="connsiteY52" fmla="*/ 67266 h 1157500"/>
              <a:gd name="connsiteX53" fmla="*/ 2534188 w 12192000"/>
              <a:gd name="connsiteY53" fmla="*/ 63730 h 1157500"/>
              <a:gd name="connsiteX54" fmla="*/ 2616912 w 12192000"/>
              <a:gd name="connsiteY54" fmla="*/ 44757 h 1157500"/>
              <a:gd name="connsiteX55" fmla="*/ 2698592 w 12192000"/>
              <a:gd name="connsiteY55" fmla="*/ 35873 h 1157500"/>
              <a:gd name="connsiteX56" fmla="*/ 2891953 w 12192000"/>
              <a:gd name="connsiteY56" fmla="*/ 28541 h 1157500"/>
              <a:gd name="connsiteX57" fmla="*/ 3052621 w 12192000"/>
              <a:gd name="connsiteY57" fmla="*/ 7598 h 1157500"/>
              <a:gd name="connsiteX58" fmla="*/ 3145220 w 12192000"/>
              <a:gd name="connsiteY58" fmla="*/ 9845 h 1157500"/>
              <a:gd name="connsiteX59" fmla="*/ 3233309 w 12192000"/>
              <a:gd name="connsiteY59" fmla="*/ 2536 h 1157500"/>
              <a:gd name="connsiteX60" fmla="*/ 3320851 w 12192000"/>
              <a:gd name="connsiteY60" fmla="*/ 12470 h 1157500"/>
              <a:gd name="connsiteX61" fmla="*/ 3394552 w 12192000"/>
              <a:gd name="connsiteY61" fmla="*/ 31847 h 1157500"/>
              <a:gd name="connsiteX62" fmla="*/ 3462252 w 12192000"/>
              <a:gd name="connsiteY62" fmla="*/ 62214 h 1157500"/>
              <a:gd name="connsiteX63" fmla="*/ 3504799 w 12192000"/>
              <a:gd name="connsiteY63" fmla="*/ 86931 h 1157500"/>
              <a:gd name="connsiteX64" fmla="*/ 3568807 w 12192000"/>
              <a:gd name="connsiteY64" fmla="*/ 78125 h 1157500"/>
              <a:gd name="connsiteX65" fmla="*/ 3571993 w 12192000"/>
              <a:gd name="connsiteY65" fmla="*/ 80673 h 1157500"/>
              <a:gd name="connsiteX66" fmla="*/ 3590879 w 12192000"/>
              <a:gd name="connsiteY66" fmla="*/ 93683 h 1157500"/>
              <a:gd name="connsiteX67" fmla="*/ 3623973 w 12192000"/>
              <a:gd name="connsiteY67" fmla="*/ 86652 h 1157500"/>
              <a:gd name="connsiteX68" fmla="*/ 3636728 w 12192000"/>
              <a:gd name="connsiteY68" fmla="*/ 91587 h 1157500"/>
              <a:gd name="connsiteX69" fmla="*/ 3676976 w 12192000"/>
              <a:gd name="connsiteY69" fmla="*/ 90168 h 1157500"/>
              <a:gd name="connsiteX70" fmla="*/ 3722653 w 12192000"/>
              <a:gd name="connsiteY70" fmla="*/ 108931 h 1157500"/>
              <a:gd name="connsiteX71" fmla="*/ 3775112 w 12192000"/>
              <a:gd name="connsiteY71" fmla="*/ 92538 h 1157500"/>
              <a:gd name="connsiteX72" fmla="*/ 3932956 w 12192000"/>
              <a:gd name="connsiteY72" fmla="*/ 115905 h 1157500"/>
              <a:gd name="connsiteX73" fmla="*/ 4100593 w 12192000"/>
              <a:gd name="connsiteY73" fmla="*/ 157402 h 1157500"/>
              <a:gd name="connsiteX74" fmla="*/ 4316364 w 12192000"/>
              <a:gd name="connsiteY74" fmla="*/ 171021 h 1157500"/>
              <a:gd name="connsiteX75" fmla="*/ 4387387 w 12192000"/>
              <a:gd name="connsiteY75" fmla="*/ 157928 h 1157500"/>
              <a:gd name="connsiteX76" fmla="*/ 4427957 w 12192000"/>
              <a:gd name="connsiteY76" fmla="*/ 171094 h 1157500"/>
              <a:gd name="connsiteX77" fmla="*/ 4502291 w 12192000"/>
              <a:gd name="connsiteY77" fmla="*/ 181765 h 1157500"/>
              <a:gd name="connsiteX78" fmla="*/ 4600771 w 12192000"/>
              <a:gd name="connsiteY78" fmla="*/ 205711 h 1157500"/>
              <a:gd name="connsiteX79" fmla="*/ 4644102 w 12192000"/>
              <a:gd name="connsiteY79" fmla="*/ 203931 h 1157500"/>
              <a:gd name="connsiteX80" fmla="*/ 4652752 w 12192000"/>
              <a:gd name="connsiteY80" fmla="*/ 204470 h 1157500"/>
              <a:gd name="connsiteX81" fmla="*/ 4652896 w 12192000"/>
              <a:gd name="connsiteY81" fmla="*/ 204854 h 1157500"/>
              <a:gd name="connsiteX82" fmla="*/ 4685303 w 12192000"/>
              <a:gd name="connsiteY82" fmla="*/ 206507 h 1157500"/>
              <a:gd name="connsiteX83" fmla="*/ 4690886 w 12192000"/>
              <a:gd name="connsiteY83" fmla="*/ 209335 h 1157500"/>
              <a:gd name="connsiteX84" fmla="*/ 4725430 w 12192000"/>
              <a:gd name="connsiteY84" fmla="*/ 232300 h 1157500"/>
              <a:gd name="connsiteX85" fmla="*/ 4800051 w 12192000"/>
              <a:gd name="connsiteY85" fmla="*/ 224667 h 1157500"/>
              <a:gd name="connsiteX86" fmla="*/ 4875115 w 12192000"/>
              <a:gd name="connsiteY86" fmla="*/ 257918 h 1157500"/>
              <a:gd name="connsiteX87" fmla="*/ 4936450 w 12192000"/>
              <a:gd name="connsiteY87" fmla="*/ 274470 h 1157500"/>
              <a:gd name="connsiteX88" fmla="*/ 5030961 w 12192000"/>
              <a:gd name="connsiteY88" fmla="*/ 299480 h 1157500"/>
              <a:gd name="connsiteX89" fmla="*/ 5082734 w 12192000"/>
              <a:gd name="connsiteY89" fmla="*/ 302149 h 1157500"/>
              <a:gd name="connsiteX90" fmla="*/ 5138799 w 12192000"/>
              <a:gd name="connsiteY90" fmla="*/ 297368 h 1157500"/>
              <a:gd name="connsiteX91" fmla="*/ 5259695 w 12192000"/>
              <a:gd name="connsiteY91" fmla="*/ 324044 h 1157500"/>
              <a:gd name="connsiteX92" fmla="*/ 5359642 w 12192000"/>
              <a:gd name="connsiteY92" fmla="*/ 334143 h 1157500"/>
              <a:gd name="connsiteX93" fmla="*/ 5372918 w 12192000"/>
              <a:gd name="connsiteY93" fmla="*/ 330402 h 1157500"/>
              <a:gd name="connsiteX94" fmla="*/ 5396084 w 12192000"/>
              <a:gd name="connsiteY94" fmla="*/ 321836 h 1157500"/>
              <a:gd name="connsiteX95" fmla="*/ 5414292 w 12192000"/>
              <a:gd name="connsiteY95" fmla="*/ 314431 h 1157500"/>
              <a:gd name="connsiteX96" fmla="*/ 5487276 w 12192000"/>
              <a:gd name="connsiteY96" fmla="*/ 300918 h 1157500"/>
              <a:gd name="connsiteX97" fmla="*/ 5612716 w 12192000"/>
              <a:gd name="connsiteY97" fmla="*/ 301686 h 1157500"/>
              <a:gd name="connsiteX98" fmla="*/ 5864813 w 12192000"/>
              <a:gd name="connsiteY98" fmla="*/ 251420 h 1157500"/>
              <a:gd name="connsiteX99" fmla="*/ 6151392 w 12192000"/>
              <a:gd name="connsiteY99" fmla="*/ 219300 h 1157500"/>
              <a:gd name="connsiteX100" fmla="*/ 6209396 w 12192000"/>
              <a:gd name="connsiteY100" fmla="*/ 214037 h 1157500"/>
              <a:gd name="connsiteX101" fmla="*/ 6269898 w 12192000"/>
              <a:gd name="connsiteY101" fmla="*/ 219868 h 1157500"/>
              <a:gd name="connsiteX102" fmla="*/ 6352373 w 12192000"/>
              <a:gd name="connsiteY102" fmla="*/ 202729 h 1157500"/>
              <a:gd name="connsiteX103" fmla="*/ 6353759 w 12192000"/>
              <a:gd name="connsiteY103" fmla="*/ 202703 h 1157500"/>
              <a:gd name="connsiteX104" fmla="*/ 6363346 w 12192000"/>
              <a:gd name="connsiteY104" fmla="*/ 190268 h 1157500"/>
              <a:gd name="connsiteX105" fmla="*/ 6400681 w 12192000"/>
              <a:gd name="connsiteY105" fmla="*/ 197970 h 1157500"/>
              <a:gd name="connsiteX106" fmla="*/ 6402041 w 12192000"/>
              <a:gd name="connsiteY106" fmla="*/ 200641 h 1157500"/>
              <a:gd name="connsiteX107" fmla="*/ 6502019 w 12192000"/>
              <a:gd name="connsiteY107" fmla="*/ 192356 h 1157500"/>
              <a:gd name="connsiteX108" fmla="*/ 6518229 w 12192000"/>
              <a:gd name="connsiteY108" fmla="*/ 191407 h 1157500"/>
              <a:gd name="connsiteX109" fmla="*/ 6595639 w 12192000"/>
              <a:gd name="connsiteY109" fmla="*/ 168164 h 1157500"/>
              <a:gd name="connsiteX110" fmla="*/ 6692265 w 12192000"/>
              <a:gd name="connsiteY110" fmla="*/ 164829 h 1157500"/>
              <a:gd name="connsiteX111" fmla="*/ 6697219 w 12192000"/>
              <a:gd name="connsiteY111" fmla="*/ 165301 h 1157500"/>
              <a:gd name="connsiteX112" fmla="*/ 6713656 w 12192000"/>
              <a:gd name="connsiteY112" fmla="*/ 153600 h 1157500"/>
              <a:gd name="connsiteX113" fmla="*/ 6714383 w 12192000"/>
              <a:gd name="connsiteY113" fmla="*/ 150425 h 1157500"/>
              <a:gd name="connsiteX114" fmla="*/ 6774793 w 12192000"/>
              <a:gd name="connsiteY114" fmla="*/ 159713 h 1157500"/>
              <a:gd name="connsiteX115" fmla="*/ 6782112 w 12192000"/>
              <a:gd name="connsiteY115" fmla="*/ 155255 h 1157500"/>
              <a:gd name="connsiteX116" fmla="*/ 6878958 w 12192000"/>
              <a:gd name="connsiteY116" fmla="*/ 180824 h 1157500"/>
              <a:gd name="connsiteX117" fmla="*/ 6894439 w 12192000"/>
              <a:gd name="connsiteY117" fmla="*/ 177642 h 1157500"/>
              <a:gd name="connsiteX118" fmla="*/ 6963220 w 12192000"/>
              <a:gd name="connsiteY118" fmla="*/ 167304 h 1157500"/>
              <a:gd name="connsiteX119" fmla="*/ 6976706 w 12192000"/>
              <a:gd name="connsiteY119" fmla="*/ 170894 h 1157500"/>
              <a:gd name="connsiteX120" fmla="*/ 6987064 w 12192000"/>
              <a:gd name="connsiteY120" fmla="*/ 160402 h 1157500"/>
              <a:gd name="connsiteX121" fmla="*/ 7058714 w 12192000"/>
              <a:gd name="connsiteY121" fmla="*/ 175992 h 1157500"/>
              <a:gd name="connsiteX122" fmla="*/ 7060499 w 12192000"/>
              <a:gd name="connsiteY122" fmla="*/ 176063 h 1157500"/>
              <a:gd name="connsiteX123" fmla="*/ 7176563 w 12192000"/>
              <a:gd name="connsiteY123" fmla="*/ 173244 h 1157500"/>
              <a:gd name="connsiteX124" fmla="*/ 7205529 w 12192000"/>
              <a:gd name="connsiteY124" fmla="*/ 181011 h 1157500"/>
              <a:gd name="connsiteX125" fmla="*/ 7310118 w 12192000"/>
              <a:gd name="connsiteY125" fmla="*/ 162605 h 1157500"/>
              <a:gd name="connsiteX126" fmla="*/ 7673859 w 12192000"/>
              <a:gd name="connsiteY126" fmla="*/ 150336 h 1157500"/>
              <a:gd name="connsiteX127" fmla="*/ 7692748 w 12192000"/>
              <a:gd name="connsiteY127" fmla="*/ 161537 h 1157500"/>
              <a:gd name="connsiteX128" fmla="*/ 7756672 w 12192000"/>
              <a:gd name="connsiteY128" fmla="*/ 157372 h 1157500"/>
              <a:gd name="connsiteX129" fmla="*/ 7974189 w 12192000"/>
              <a:gd name="connsiteY129" fmla="*/ 154819 h 1157500"/>
              <a:gd name="connsiteX130" fmla="*/ 8101969 w 12192000"/>
              <a:gd name="connsiteY130" fmla="*/ 144495 h 1157500"/>
              <a:gd name="connsiteX131" fmla="*/ 8106826 w 12192000"/>
              <a:gd name="connsiteY131" fmla="*/ 139853 h 1157500"/>
              <a:gd name="connsiteX132" fmla="*/ 8162058 w 12192000"/>
              <a:gd name="connsiteY132" fmla="*/ 96704 h 1157500"/>
              <a:gd name="connsiteX133" fmla="*/ 8184568 w 12192000"/>
              <a:gd name="connsiteY133" fmla="*/ 93990 h 1157500"/>
              <a:gd name="connsiteX134" fmla="*/ 8228227 w 12192000"/>
              <a:gd name="connsiteY134" fmla="*/ 105972 h 1157500"/>
              <a:gd name="connsiteX135" fmla="*/ 8237963 w 12192000"/>
              <a:gd name="connsiteY135" fmla="*/ 106996 h 1157500"/>
              <a:gd name="connsiteX136" fmla="*/ 8248358 w 12192000"/>
              <a:gd name="connsiteY136" fmla="*/ 106062 h 1157500"/>
              <a:gd name="connsiteX137" fmla="*/ 8249309 w 12192000"/>
              <a:gd name="connsiteY137" fmla="*/ 106698 h 1157500"/>
              <a:gd name="connsiteX138" fmla="*/ 8249997 w 12192000"/>
              <a:gd name="connsiteY138" fmla="*/ 105915 h 1157500"/>
              <a:gd name="connsiteX139" fmla="*/ 8272162 w 12192000"/>
              <a:gd name="connsiteY139" fmla="*/ 103924 h 1157500"/>
              <a:gd name="connsiteX140" fmla="*/ 8292349 w 12192000"/>
              <a:gd name="connsiteY140" fmla="*/ 97480 h 1157500"/>
              <a:gd name="connsiteX141" fmla="*/ 8307239 w 12192000"/>
              <a:gd name="connsiteY141" fmla="*/ 94591 h 1157500"/>
              <a:gd name="connsiteX142" fmla="*/ 8339282 w 12192000"/>
              <a:gd name="connsiteY142" fmla="*/ 108942 h 1157500"/>
              <a:gd name="connsiteX143" fmla="*/ 8346156 w 12192000"/>
              <a:gd name="connsiteY143" fmla="*/ 111227 h 1157500"/>
              <a:gd name="connsiteX144" fmla="*/ 8346467 w 12192000"/>
              <a:gd name="connsiteY144" fmla="*/ 111024 h 1157500"/>
              <a:gd name="connsiteX145" fmla="*/ 8354069 w 12192000"/>
              <a:gd name="connsiteY145" fmla="*/ 112942 h 1157500"/>
              <a:gd name="connsiteX146" fmla="*/ 8358687 w 12192000"/>
              <a:gd name="connsiteY146" fmla="*/ 115393 h 1157500"/>
              <a:gd name="connsiteX147" fmla="*/ 8433385 w 12192000"/>
              <a:gd name="connsiteY147" fmla="*/ 99669 h 1157500"/>
              <a:gd name="connsiteX148" fmla="*/ 8533779 w 12192000"/>
              <a:gd name="connsiteY148" fmla="*/ 98374 h 1157500"/>
              <a:gd name="connsiteX149" fmla="*/ 8632833 w 12192000"/>
              <a:gd name="connsiteY149" fmla="*/ 100532 h 1157500"/>
              <a:gd name="connsiteX150" fmla="*/ 8668523 w 12192000"/>
              <a:gd name="connsiteY150" fmla="*/ 102979 h 1157500"/>
              <a:gd name="connsiteX151" fmla="*/ 8732893 w 12192000"/>
              <a:gd name="connsiteY151" fmla="*/ 99991 h 1157500"/>
              <a:gd name="connsiteX152" fmla="*/ 8764071 w 12192000"/>
              <a:gd name="connsiteY152" fmla="*/ 94587 h 1157500"/>
              <a:gd name="connsiteX153" fmla="*/ 8767004 w 12192000"/>
              <a:gd name="connsiteY153" fmla="*/ 91519 h 1157500"/>
              <a:gd name="connsiteX154" fmla="*/ 8772553 w 12192000"/>
              <a:gd name="connsiteY154" fmla="*/ 90314 h 1157500"/>
              <a:gd name="connsiteX155" fmla="*/ 8787201 w 12192000"/>
              <a:gd name="connsiteY155" fmla="*/ 92033 h 1157500"/>
              <a:gd name="connsiteX156" fmla="*/ 8792624 w 12192000"/>
              <a:gd name="connsiteY156" fmla="*/ 93503 h 1157500"/>
              <a:gd name="connsiteX157" fmla="*/ 8800741 w 12192000"/>
              <a:gd name="connsiteY157" fmla="*/ 93897 h 1157500"/>
              <a:gd name="connsiteX158" fmla="*/ 8800966 w 12192000"/>
              <a:gd name="connsiteY158" fmla="*/ 93645 h 1157500"/>
              <a:gd name="connsiteX159" fmla="*/ 8808513 w 12192000"/>
              <a:gd name="connsiteY159" fmla="*/ 94530 h 1157500"/>
              <a:gd name="connsiteX160" fmla="*/ 8845110 w 12192000"/>
              <a:gd name="connsiteY160" fmla="*/ 102179 h 1157500"/>
              <a:gd name="connsiteX161" fmla="*/ 8917529 w 12192000"/>
              <a:gd name="connsiteY161" fmla="*/ 76373 h 1157500"/>
              <a:gd name="connsiteX162" fmla="*/ 9026654 w 12192000"/>
              <a:gd name="connsiteY162" fmla="*/ 93420 h 1157500"/>
              <a:gd name="connsiteX163" fmla="*/ 9088505 w 12192000"/>
              <a:gd name="connsiteY163" fmla="*/ 113002 h 1157500"/>
              <a:gd name="connsiteX164" fmla="*/ 9203241 w 12192000"/>
              <a:gd name="connsiteY164" fmla="*/ 111713 h 1157500"/>
              <a:gd name="connsiteX165" fmla="*/ 9415584 w 12192000"/>
              <a:gd name="connsiteY165" fmla="*/ 157156 h 1157500"/>
              <a:gd name="connsiteX166" fmla="*/ 9505102 w 12192000"/>
              <a:gd name="connsiteY166" fmla="*/ 141042 h 1157500"/>
              <a:gd name="connsiteX167" fmla="*/ 9643040 w 12192000"/>
              <a:gd name="connsiteY167" fmla="*/ 158233 h 1157500"/>
              <a:gd name="connsiteX168" fmla="*/ 9762999 w 12192000"/>
              <a:gd name="connsiteY168" fmla="*/ 162623 h 1157500"/>
              <a:gd name="connsiteX169" fmla="*/ 9776183 w 12192000"/>
              <a:gd name="connsiteY169" fmla="*/ 162191 h 1157500"/>
              <a:gd name="connsiteX170" fmla="*/ 9780532 w 12192000"/>
              <a:gd name="connsiteY170" fmla="*/ 155823 h 1157500"/>
              <a:gd name="connsiteX171" fmla="*/ 9910588 w 12192000"/>
              <a:gd name="connsiteY171" fmla="*/ 154327 h 1157500"/>
              <a:gd name="connsiteX172" fmla="*/ 9924173 w 12192000"/>
              <a:gd name="connsiteY172" fmla="*/ 158591 h 1157500"/>
              <a:gd name="connsiteX173" fmla="*/ 10010969 w 12192000"/>
              <a:gd name="connsiteY173" fmla="*/ 155802 h 1157500"/>
              <a:gd name="connsiteX174" fmla="*/ 10070699 w 12192000"/>
              <a:gd name="connsiteY174" fmla="*/ 157854 h 1157500"/>
              <a:gd name="connsiteX175" fmla="*/ 10155104 w 12192000"/>
              <a:gd name="connsiteY175" fmla="*/ 151613 h 1157500"/>
              <a:gd name="connsiteX176" fmla="*/ 10250982 w 12192000"/>
              <a:gd name="connsiteY176" fmla="*/ 128642 h 1157500"/>
              <a:gd name="connsiteX177" fmla="*/ 10343301 w 12192000"/>
              <a:gd name="connsiteY177" fmla="*/ 90884 h 1157500"/>
              <a:gd name="connsiteX178" fmla="*/ 10366625 w 12192000"/>
              <a:gd name="connsiteY178" fmla="*/ 79428 h 1157500"/>
              <a:gd name="connsiteX179" fmla="*/ 10433505 w 12192000"/>
              <a:gd name="connsiteY179" fmla="*/ 65000 h 1157500"/>
              <a:gd name="connsiteX180" fmla="*/ 10547510 w 12192000"/>
              <a:gd name="connsiteY180" fmla="*/ 47246 h 1157500"/>
              <a:gd name="connsiteX181" fmla="*/ 10588150 w 12192000"/>
              <a:gd name="connsiteY181" fmla="*/ 32287 h 1157500"/>
              <a:gd name="connsiteX182" fmla="*/ 10589457 w 12192000"/>
              <a:gd name="connsiteY182" fmla="*/ 25296 h 1157500"/>
              <a:gd name="connsiteX183" fmla="*/ 10699976 w 12192000"/>
              <a:gd name="connsiteY183" fmla="*/ 43345 h 1157500"/>
              <a:gd name="connsiteX184" fmla="*/ 10812237 w 12192000"/>
              <a:gd name="connsiteY184" fmla="*/ 46327 h 1157500"/>
              <a:gd name="connsiteX185" fmla="*/ 10869837 w 12192000"/>
              <a:gd name="connsiteY185" fmla="*/ 65795 h 1157500"/>
              <a:gd name="connsiteX186" fmla="*/ 10881770 w 12192000"/>
              <a:gd name="connsiteY186" fmla="*/ 73672 h 1157500"/>
              <a:gd name="connsiteX187" fmla="*/ 10896899 w 12192000"/>
              <a:gd name="connsiteY187" fmla="*/ 70731 h 1157500"/>
              <a:gd name="connsiteX188" fmla="*/ 10901748 w 12192000"/>
              <a:gd name="connsiteY188" fmla="*/ 66352 h 1157500"/>
              <a:gd name="connsiteX189" fmla="*/ 10947419 w 12192000"/>
              <a:gd name="connsiteY189" fmla="*/ 83316 h 1157500"/>
              <a:gd name="connsiteX190" fmla="*/ 10953034 w 12192000"/>
              <a:gd name="connsiteY190" fmla="*/ 84438 h 1157500"/>
              <a:gd name="connsiteX191" fmla="*/ 10992070 w 12192000"/>
              <a:gd name="connsiteY191" fmla="*/ 88841 h 1157500"/>
              <a:gd name="connsiteX192" fmla="*/ 11112372 w 12192000"/>
              <a:gd name="connsiteY192" fmla="*/ 82247 h 1157500"/>
              <a:gd name="connsiteX193" fmla="*/ 11147719 w 12192000"/>
              <a:gd name="connsiteY193" fmla="*/ 80560 h 1157500"/>
              <a:gd name="connsiteX194" fmla="*/ 11172617 w 12192000"/>
              <a:gd name="connsiteY194" fmla="*/ 76265 h 1157500"/>
              <a:gd name="connsiteX195" fmla="*/ 11240397 w 12192000"/>
              <a:gd name="connsiteY195" fmla="*/ 81830 h 1157500"/>
              <a:gd name="connsiteX196" fmla="*/ 11270034 w 12192000"/>
              <a:gd name="connsiteY196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736204 w 12192000"/>
              <a:gd name="connsiteY2" fmla="*/ 277509 h 1157500"/>
              <a:gd name="connsiteX3" fmla="*/ 11705740 w 12192000"/>
              <a:gd name="connsiteY3" fmla="*/ 250993 h 1157500"/>
              <a:gd name="connsiteX4" fmla="*/ 11819139 w 12192000"/>
              <a:gd name="connsiteY4" fmla="*/ 304143 h 1157500"/>
              <a:gd name="connsiteX5" fmla="*/ 11835615 w 12192000"/>
              <a:gd name="connsiteY5" fmla="*/ 305790 h 1157500"/>
              <a:gd name="connsiteX6" fmla="*/ 11980134 w 12192000"/>
              <a:gd name="connsiteY6" fmla="*/ 321911 h 1157500"/>
              <a:gd name="connsiteX7" fmla="*/ 12174576 w 12192000"/>
              <a:gd name="connsiteY7" fmla="*/ 376108 h 1157500"/>
              <a:gd name="connsiteX8" fmla="*/ 12192000 w 12192000"/>
              <a:gd name="connsiteY8" fmla="*/ 379233 h 1157500"/>
              <a:gd name="connsiteX9" fmla="*/ 12192000 w 12192000"/>
              <a:gd name="connsiteY9" fmla="*/ 1157500 h 1157500"/>
              <a:gd name="connsiteX10" fmla="*/ 0 w 12192000"/>
              <a:gd name="connsiteY10" fmla="*/ 1157500 h 1157500"/>
              <a:gd name="connsiteX11" fmla="*/ 0 w 12192000"/>
              <a:gd name="connsiteY11" fmla="*/ 483545 h 1157500"/>
              <a:gd name="connsiteX12" fmla="*/ 5331 w 12192000"/>
              <a:gd name="connsiteY12" fmla="*/ 482797 h 1157500"/>
              <a:gd name="connsiteX13" fmla="*/ 39902 w 12192000"/>
              <a:gd name="connsiteY13" fmla="*/ 472284 h 1157500"/>
              <a:gd name="connsiteX14" fmla="*/ 117880 w 12192000"/>
              <a:gd name="connsiteY14" fmla="*/ 420956 h 1157500"/>
              <a:gd name="connsiteX15" fmla="*/ 238140 w 12192000"/>
              <a:gd name="connsiteY15" fmla="*/ 379297 h 1157500"/>
              <a:gd name="connsiteX16" fmla="*/ 249589 w 12192000"/>
              <a:gd name="connsiteY16" fmla="*/ 379517 h 1157500"/>
              <a:gd name="connsiteX17" fmla="*/ 296963 w 12192000"/>
              <a:gd name="connsiteY17" fmla="*/ 356102 h 1157500"/>
              <a:gd name="connsiteX18" fmla="*/ 339235 w 12192000"/>
              <a:gd name="connsiteY18" fmla="*/ 324425 h 1157500"/>
              <a:gd name="connsiteX19" fmla="*/ 447152 w 12192000"/>
              <a:gd name="connsiteY19" fmla="*/ 327423 h 1157500"/>
              <a:gd name="connsiteX20" fmla="*/ 475247 w 12192000"/>
              <a:gd name="connsiteY20" fmla="*/ 336714 h 1157500"/>
              <a:gd name="connsiteX21" fmla="*/ 477967 w 12192000"/>
              <a:gd name="connsiteY21" fmla="*/ 337960 h 1157500"/>
              <a:gd name="connsiteX22" fmla="*/ 703732 w 12192000"/>
              <a:gd name="connsiteY22" fmla="*/ 316599 h 1157500"/>
              <a:gd name="connsiteX23" fmla="*/ 853391 w 12192000"/>
              <a:gd name="connsiteY23" fmla="*/ 303591 h 1157500"/>
              <a:gd name="connsiteX24" fmla="*/ 925332 w 12192000"/>
              <a:gd name="connsiteY24" fmla="*/ 298686 h 1157500"/>
              <a:gd name="connsiteX25" fmla="*/ 941286 w 12192000"/>
              <a:gd name="connsiteY25" fmla="*/ 288932 h 1157500"/>
              <a:gd name="connsiteX26" fmla="*/ 950845 w 12192000"/>
              <a:gd name="connsiteY26" fmla="*/ 286595 h 1157500"/>
              <a:gd name="connsiteX27" fmla="*/ 953292 w 12192000"/>
              <a:gd name="connsiteY27" fmla="*/ 280892 h 1157500"/>
              <a:gd name="connsiteX28" fmla="*/ 967499 w 12192000"/>
              <a:gd name="connsiteY28" fmla="*/ 273760 h 1157500"/>
              <a:gd name="connsiteX29" fmla="*/ 1069267 w 12192000"/>
              <a:gd name="connsiteY29" fmla="*/ 262766 h 1157500"/>
              <a:gd name="connsiteX30" fmla="*/ 1138407 w 12192000"/>
              <a:gd name="connsiteY30" fmla="*/ 246567 h 1157500"/>
              <a:gd name="connsiteX31" fmla="*/ 1164931 w 12192000"/>
              <a:gd name="connsiteY31" fmla="*/ 238622 h 1157500"/>
              <a:gd name="connsiteX32" fmla="*/ 1211622 w 12192000"/>
              <a:gd name="connsiteY32" fmla="*/ 220676 h 1157500"/>
              <a:gd name="connsiteX33" fmla="*/ 1274567 w 12192000"/>
              <a:gd name="connsiteY33" fmla="*/ 203380 h 1157500"/>
              <a:gd name="connsiteX34" fmla="*/ 1325029 w 12192000"/>
              <a:gd name="connsiteY34" fmla="*/ 207937 h 1157500"/>
              <a:gd name="connsiteX35" fmla="*/ 1356805 w 12192000"/>
              <a:gd name="connsiteY35" fmla="*/ 203622 h 1157500"/>
              <a:gd name="connsiteX36" fmla="*/ 1468752 w 12192000"/>
              <a:gd name="connsiteY36" fmla="*/ 214604 h 1157500"/>
              <a:gd name="connsiteX37" fmla="*/ 1650750 w 12192000"/>
              <a:gd name="connsiteY37" fmla="*/ 165090 h 1157500"/>
              <a:gd name="connsiteX38" fmla="*/ 1655056 w 12192000"/>
              <a:gd name="connsiteY38" fmla="*/ 172106 h 1157500"/>
              <a:gd name="connsiteX39" fmla="*/ 1683220 w 12192000"/>
              <a:gd name="connsiteY39" fmla="*/ 169652 h 1157500"/>
              <a:gd name="connsiteX40" fmla="*/ 1685599 w 12192000"/>
              <a:gd name="connsiteY40" fmla="*/ 165388 h 1157500"/>
              <a:gd name="connsiteX41" fmla="*/ 1735783 w 12192000"/>
              <a:gd name="connsiteY41" fmla="*/ 177400 h 1157500"/>
              <a:gd name="connsiteX42" fmla="*/ 1797102 w 12192000"/>
              <a:gd name="connsiteY42" fmla="*/ 182289 h 1157500"/>
              <a:gd name="connsiteX43" fmla="*/ 1845638 w 12192000"/>
              <a:gd name="connsiteY43" fmla="*/ 163774 h 1157500"/>
              <a:gd name="connsiteX44" fmla="*/ 1848980 w 12192000"/>
              <a:gd name="connsiteY44" fmla="*/ 167516 h 1157500"/>
              <a:gd name="connsiteX45" fmla="*/ 1880587 w 12192000"/>
              <a:gd name="connsiteY45" fmla="*/ 165506 h 1157500"/>
              <a:gd name="connsiteX46" fmla="*/ 1995803 w 12192000"/>
              <a:gd name="connsiteY46" fmla="*/ 131847 h 1157500"/>
              <a:gd name="connsiteX47" fmla="*/ 2057448 w 12192000"/>
              <a:gd name="connsiteY47" fmla="*/ 128650 h 1157500"/>
              <a:gd name="connsiteX48" fmla="*/ 2119088 w 12192000"/>
              <a:gd name="connsiteY48" fmla="*/ 113508 h 1157500"/>
              <a:gd name="connsiteX49" fmla="*/ 2138831 w 12192000"/>
              <a:gd name="connsiteY49" fmla="*/ 116194 h 1157500"/>
              <a:gd name="connsiteX50" fmla="*/ 2214259 w 12192000"/>
              <a:gd name="connsiteY50" fmla="*/ 110542 h 1157500"/>
              <a:gd name="connsiteX51" fmla="*/ 2264911 w 12192000"/>
              <a:gd name="connsiteY51" fmla="*/ 101639 h 1157500"/>
              <a:gd name="connsiteX52" fmla="*/ 2454058 w 12192000"/>
              <a:gd name="connsiteY52" fmla="*/ 67266 h 1157500"/>
              <a:gd name="connsiteX53" fmla="*/ 2534188 w 12192000"/>
              <a:gd name="connsiteY53" fmla="*/ 63730 h 1157500"/>
              <a:gd name="connsiteX54" fmla="*/ 2616912 w 12192000"/>
              <a:gd name="connsiteY54" fmla="*/ 44757 h 1157500"/>
              <a:gd name="connsiteX55" fmla="*/ 2698592 w 12192000"/>
              <a:gd name="connsiteY55" fmla="*/ 35873 h 1157500"/>
              <a:gd name="connsiteX56" fmla="*/ 2891953 w 12192000"/>
              <a:gd name="connsiteY56" fmla="*/ 28541 h 1157500"/>
              <a:gd name="connsiteX57" fmla="*/ 3052621 w 12192000"/>
              <a:gd name="connsiteY57" fmla="*/ 7598 h 1157500"/>
              <a:gd name="connsiteX58" fmla="*/ 3145220 w 12192000"/>
              <a:gd name="connsiteY58" fmla="*/ 9845 h 1157500"/>
              <a:gd name="connsiteX59" fmla="*/ 3233309 w 12192000"/>
              <a:gd name="connsiteY59" fmla="*/ 2536 h 1157500"/>
              <a:gd name="connsiteX60" fmla="*/ 3320851 w 12192000"/>
              <a:gd name="connsiteY60" fmla="*/ 12470 h 1157500"/>
              <a:gd name="connsiteX61" fmla="*/ 3394552 w 12192000"/>
              <a:gd name="connsiteY61" fmla="*/ 31847 h 1157500"/>
              <a:gd name="connsiteX62" fmla="*/ 3462252 w 12192000"/>
              <a:gd name="connsiteY62" fmla="*/ 62214 h 1157500"/>
              <a:gd name="connsiteX63" fmla="*/ 3504799 w 12192000"/>
              <a:gd name="connsiteY63" fmla="*/ 86931 h 1157500"/>
              <a:gd name="connsiteX64" fmla="*/ 3568807 w 12192000"/>
              <a:gd name="connsiteY64" fmla="*/ 78125 h 1157500"/>
              <a:gd name="connsiteX65" fmla="*/ 3571993 w 12192000"/>
              <a:gd name="connsiteY65" fmla="*/ 80673 h 1157500"/>
              <a:gd name="connsiteX66" fmla="*/ 3590879 w 12192000"/>
              <a:gd name="connsiteY66" fmla="*/ 93683 h 1157500"/>
              <a:gd name="connsiteX67" fmla="*/ 3623973 w 12192000"/>
              <a:gd name="connsiteY67" fmla="*/ 86652 h 1157500"/>
              <a:gd name="connsiteX68" fmla="*/ 3636728 w 12192000"/>
              <a:gd name="connsiteY68" fmla="*/ 91587 h 1157500"/>
              <a:gd name="connsiteX69" fmla="*/ 3676976 w 12192000"/>
              <a:gd name="connsiteY69" fmla="*/ 90168 h 1157500"/>
              <a:gd name="connsiteX70" fmla="*/ 3722653 w 12192000"/>
              <a:gd name="connsiteY70" fmla="*/ 108931 h 1157500"/>
              <a:gd name="connsiteX71" fmla="*/ 3775112 w 12192000"/>
              <a:gd name="connsiteY71" fmla="*/ 92538 h 1157500"/>
              <a:gd name="connsiteX72" fmla="*/ 3932956 w 12192000"/>
              <a:gd name="connsiteY72" fmla="*/ 115905 h 1157500"/>
              <a:gd name="connsiteX73" fmla="*/ 4100593 w 12192000"/>
              <a:gd name="connsiteY73" fmla="*/ 157402 h 1157500"/>
              <a:gd name="connsiteX74" fmla="*/ 4316364 w 12192000"/>
              <a:gd name="connsiteY74" fmla="*/ 171021 h 1157500"/>
              <a:gd name="connsiteX75" fmla="*/ 4387387 w 12192000"/>
              <a:gd name="connsiteY75" fmla="*/ 157928 h 1157500"/>
              <a:gd name="connsiteX76" fmla="*/ 4427957 w 12192000"/>
              <a:gd name="connsiteY76" fmla="*/ 171094 h 1157500"/>
              <a:gd name="connsiteX77" fmla="*/ 4502291 w 12192000"/>
              <a:gd name="connsiteY77" fmla="*/ 181765 h 1157500"/>
              <a:gd name="connsiteX78" fmla="*/ 4600771 w 12192000"/>
              <a:gd name="connsiteY78" fmla="*/ 205711 h 1157500"/>
              <a:gd name="connsiteX79" fmla="*/ 4644102 w 12192000"/>
              <a:gd name="connsiteY79" fmla="*/ 203931 h 1157500"/>
              <a:gd name="connsiteX80" fmla="*/ 4652752 w 12192000"/>
              <a:gd name="connsiteY80" fmla="*/ 204470 h 1157500"/>
              <a:gd name="connsiteX81" fmla="*/ 4652896 w 12192000"/>
              <a:gd name="connsiteY81" fmla="*/ 204854 h 1157500"/>
              <a:gd name="connsiteX82" fmla="*/ 4685303 w 12192000"/>
              <a:gd name="connsiteY82" fmla="*/ 206507 h 1157500"/>
              <a:gd name="connsiteX83" fmla="*/ 4690886 w 12192000"/>
              <a:gd name="connsiteY83" fmla="*/ 209335 h 1157500"/>
              <a:gd name="connsiteX84" fmla="*/ 4725430 w 12192000"/>
              <a:gd name="connsiteY84" fmla="*/ 232300 h 1157500"/>
              <a:gd name="connsiteX85" fmla="*/ 4800051 w 12192000"/>
              <a:gd name="connsiteY85" fmla="*/ 224667 h 1157500"/>
              <a:gd name="connsiteX86" fmla="*/ 4875115 w 12192000"/>
              <a:gd name="connsiteY86" fmla="*/ 257918 h 1157500"/>
              <a:gd name="connsiteX87" fmla="*/ 4936450 w 12192000"/>
              <a:gd name="connsiteY87" fmla="*/ 274470 h 1157500"/>
              <a:gd name="connsiteX88" fmla="*/ 5030961 w 12192000"/>
              <a:gd name="connsiteY88" fmla="*/ 299480 h 1157500"/>
              <a:gd name="connsiteX89" fmla="*/ 5082734 w 12192000"/>
              <a:gd name="connsiteY89" fmla="*/ 302149 h 1157500"/>
              <a:gd name="connsiteX90" fmla="*/ 5138799 w 12192000"/>
              <a:gd name="connsiteY90" fmla="*/ 297368 h 1157500"/>
              <a:gd name="connsiteX91" fmla="*/ 5259695 w 12192000"/>
              <a:gd name="connsiteY91" fmla="*/ 324044 h 1157500"/>
              <a:gd name="connsiteX92" fmla="*/ 5359642 w 12192000"/>
              <a:gd name="connsiteY92" fmla="*/ 334143 h 1157500"/>
              <a:gd name="connsiteX93" fmla="*/ 5372918 w 12192000"/>
              <a:gd name="connsiteY93" fmla="*/ 330402 h 1157500"/>
              <a:gd name="connsiteX94" fmla="*/ 5396084 w 12192000"/>
              <a:gd name="connsiteY94" fmla="*/ 321836 h 1157500"/>
              <a:gd name="connsiteX95" fmla="*/ 5414292 w 12192000"/>
              <a:gd name="connsiteY95" fmla="*/ 314431 h 1157500"/>
              <a:gd name="connsiteX96" fmla="*/ 5487276 w 12192000"/>
              <a:gd name="connsiteY96" fmla="*/ 300918 h 1157500"/>
              <a:gd name="connsiteX97" fmla="*/ 5612716 w 12192000"/>
              <a:gd name="connsiteY97" fmla="*/ 301686 h 1157500"/>
              <a:gd name="connsiteX98" fmla="*/ 5864813 w 12192000"/>
              <a:gd name="connsiteY98" fmla="*/ 251420 h 1157500"/>
              <a:gd name="connsiteX99" fmla="*/ 6151392 w 12192000"/>
              <a:gd name="connsiteY99" fmla="*/ 219300 h 1157500"/>
              <a:gd name="connsiteX100" fmla="*/ 6209396 w 12192000"/>
              <a:gd name="connsiteY100" fmla="*/ 214037 h 1157500"/>
              <a:gd name="connsiteX101" fmla="*/ 6269898 w 12192000"/>
              <a:gd name="connsiteY101" fmla="*/ 219868 h 1157500"/>
              <a:gd name="connsiteX102" fmla="*/ 6352373 w 12192000"/>
              <a:gd name="connsiteY102" fmla="*/ 202729 h 1157500"/>
              <a:gd name="connsiteX103" fmla="*/ 6353759 w 12192000"/>
              <a:gd name="connsiteY103" fmla="*/ 202703 h 1157500"/>
              <a:gd name="connsiteX104" fmla="*/ 6363346 w 12192000"/>
              <a:gd name="connsiteY104" fmla="*/ 190268 h 1157500"/>
              <a:gd name="connsiteX105" fmla="*/ 6400681 w 12192000"/>
              <a:gd name="connsiteY105" fmla="*/ 197970 h 1157500"/>
              <a:gd name="connsiteX106" fmla="*/ 6402041 w 12192000"/>
              <a:gd name="connsiteY106" fmla="*/ 200641 h 1157500"/>
              <a:gd name="connsiteX107" fmla="*/ 6502019 w 12192000"/>
              <a:gd name="connsiteY107" fmla="*/ 192356 h 1157500"/>
              <a:gd name="connsiteX108" fmla="*/ 6518229 w 12192000"/>
              <a:gd name="connsiteY108" fmla="*/ 191407 h 1157500"/>
              <a:gd name="connsiteX109" fmla="*/ 6595639 w 12192000"/>
              <a:gd name="connsiteY109" fmla="*/ 168164 h 1157500"/>
              <a:gd name="connsiteX110" fmla="*/ 6692265 w 12192000"/>
              <a:gd name="connsiteY110" fmla="*/ 164829 h 1157500"/>
              <a:gd name="connsiteX111" fmla="*/ 6697219 w 12192000"/>
              <a:gd name="connsiteY111" fmla="*/ 165301 h 1157500"/>
              <a:gd name="connsiteX112" fmla="*/ 6713656 w 12192000"/>
              <a:gd name="connsiteY112" fmla="*/ 153600 h 1157500"/>
              <a:gd name="connsiteX113" fmla="*/ 6714383 w 12192000"/>
              <a:gd name="connsiteY113" fmla="*/ 150425 h 1157500"/>
              <a:gd name="connsiteX114" fmla="*/ 6774793 w 12192000"/>
              <a:gd name="connsiteY114" fmla="*/ 159713 h 1157500"/>
              <a:gd name="connsiteX115" fmla="*/ 6782112 w 12192000"/>
              <a:gd name="connsiteY115" fmla="*/ 155255 h 1157500"/>
              <a:gd name="connsiteX116" fmla="*/ 6878958 w 12192000"/>
              <a:gd name="connsiteY116" fmla="*/ 180824 h 1157500"/>
              <a:gd name="connsiteX117" fmla="*/ 6894439 w 12192000"/>
              <a:gd name="connsiteY117" fmla="*/ 177642 h 1157500"/>
              <a:gd name="connsiteX118" fmla="*/ 6963220 w 12192000"/>
              <a:gd name="connsiteY118" fmla="*/ 167304 h 1157500"/>
              <a:gd name="connsiteX119" fmla="*/ 6976706 w 12192000"/>
              <a:gd name="connsiteY119" fmla="*/ 170894 h 1157500"/>
              <a:gd name="connsiteX120" fmla="*/ 6987064 w 12192000"/>
              <a:gd name="connsiteY120" fmla="*/ 160402 h 1157500"/>
              <a:gd name="connsiteX121" fmla="*/ 7058714 w 12192000"/>
              <a:gd name="connsiteY121" fmla="*/ 175992 h 1157500"/>
              <a:gd name="connsiteX122" fmla="*/ 7060499 w 12192000"/>
              <a:gd name="connsiteY122" fmla="*/ 176063 h 1157500"/>
              <a:gd name="connsiteX123" fmla="*/ 7176563 w 12192000"/>
              <a:gd name="connsiteY123" fmla="*/ 173244 h 1157500"/>
              <a:gd name="connsiteX124" fmla="*/ 7205529 w 12192000"/>
              <a:gd name="connsiteY124" fmla="*/ 181011 h 1157500"/>
              <a:gd name="connsiteX125" fmla="*/ 7310118 w 12192000"/>
              <a:gd name="connsiteY125" fmla="*/ 162605 h 1157500"/>
              <a:gd name="connsiteX126" fmla="*/ 7673859 w 12192000"/>
              <a:gd name="connsiteY126" fmla="*/ 150336 h 1157500"/>
              <a:gd name="connsiteX127" fmla="*/ 7692748 w 12192000"/>
              <a:gd name="connsiteY127" fmla="*/ 161537 h 1157500"/>
              <a:gd name="connsiteX128" fmla="*/ 7756672 w 12192000"/>
              <a:gd name="connsiteY128" fmla="*/ 157372 h 1157500"/>
              <a:gd name="connsiteX129" fmla="*/ 7974189 w 12192000"/>
              <a:gd name="connsiteY129" fmla="*/ 154819 h 1157500"/>
              <a:gd name="connsiteX130" fmla="*/ 8101969 w 12192000"/>
              <a:gd name="connsiteY130" fmla="*/ 144495 h 1157500"/>
              <a:gd name="connsiteX131" fmla="*/ 8106826 w 12192000"/>
              <a:gd name="connsiteY131" fmla="*/ 139853 h 1157500"/>
              <a:gd name="connsiteX132" fmla="*/ 8162058 w 12192000"/>
              <a:gd name="connsiteY132" fmla="*/ 96704 h 1157500"/>
              <a:gd name="connsiteX133" fmla="*/ 8184568 w 12192000"/>
              <a:gd name="connsiteY133" fmla="*/ 93990 h 1157500"/>
              <a:gd name="connsiteX134" fmla="*/ 8228227 w 12192000"/>
              <a:gd name="connsiteY134" fmla="*/ 105972 h 1157500"/>
              <a:gd name="connsiteX135" fmla="*/ 8237963 w 12192000"/>
              <a:gd name="connsiteY135" fmla="*/ 106996 h 1157500"/>
              <a:gd name="connsiteX136" fmla="*/ 8248358 w 12192000"/>
              <a:gd name="connsiteY136" fmla="*/ 106062 h 1157500"/>
              <a:gd name="connsiteX137" fmla="*/ 8249309 w 12192000"/>
              <a:gd name="connsiteY137" fmla="*/ 106698 h 1157500"/>
              <a:gd name="connsiteX138" fmla="*/ 8249997 w 12192000"/>
              <a:gd name="connsiteY138" fmla="*/ 105915 h 1157500"/>
              <a:gd name="connsiteX139" fmla="*/ 8272162 w 12192000"/>
              <a:gd name="connsiteY139" fmla="*/ 103924 h 1157500"/>
              <a:gd name="connsiteX140" fmla="*/ 8292349 w 12192000"/>
              <a:gd name="connsiteY140" fmla="*/ 97480 h 1157500"/>
              <a:gd name="connsiteX141" fmla="*/ 8307239 w 12192000"/>
              <a:gd name="connsiteY141" fmla="*/ 94591 h 1157500"/>
              <a:gd name="connsiteX142" fmla="*/ 8339282 w 12192000"/>
              <a:gd name="connsiteY142" fmla="*/ 108942 h 1157500"/>
              <a:gd name="connsiteX143" fmla="*/ 8346156 w 12192000"/>
              <a:gd name="connsiteY143" fmla="*/ 111227 h 1157500"/>
              <a:gd name="connsiteX144" fmla="*/ 8346467 w 12192000"/>
              <a:gd name="connsiteY144" fmla="*/ 111024 h 1157500"/>
              <a:gd name="connsiteX145" fmla="*/ 8354069 w 12192000"/>
              <a:gd name="connsiteY145" fmla="*/ 112942 h 1157500"/>
              <a:gd name="connsiteX146" fmla="*/ 8358687 w 12192000"/>
              <a:gd name="connsiteY146" fmla="*/ 115393 h 1157500"/>
              <a:gd name="connsiteX147" fmla="*/ 8433385 w 12192000"/>
              <a:gd name="connsiteY147" fmla="*/ 99669 h 1157500"/>
              <a:gd name="connsiteX148" fmla="*/ 8533779 w 12192000"/>
              <a:gd name="connsiteY148" fmla="*/ 98374 h 1157500"/>
              <a:gd name="connsiteX149" fmla="*/ 8632833 w 12192000"/>
              <a:gd name="connsiteY149" fmla="*/ 100532 h 1157500"/>
              <a:gd name="connsiteX150" fmla="*/ 8668523 w 12192000"/>
              <a:gd name="connsiteY150" fmla="*/ 102979 h 1157500"/>
              <a:gd name="connsiteX151" fmla="*/ 8732893 w 12192000"/>
              <a:gd name="connsiteY151" fmla="*/ 99991 h 1157500"/>
              <a:gd name="connsiteX152" fmla="*/ 8764071 w 12192000"/>
              <a:gd name="connsiteY152" fmla="*/ 94587 h 1157500"/>
              <a:gd name="connsiteX153" fmla="*/ 8767004 w 12192000"/>
              <a:gd name="connsiteY153" fmla="*/ 91519 h 1157500"/>
              <a:gd name="connsiteX154" fmla="*/ 8772553 w 12192000"/>
              <a:gd name="connsiteY154" fmla="*/ 90314 h 1157500"/>
              <a:gd name="connsiteX155" fmla="*/ 8787201 w 12192000"/>
              <a:gd name="connsiteY155" fmla="*/ 92033 h 1157500"/>
              <a:gd name="connsiteX156" fmla="*/ 8792624 w 12192000"/>
              <a:gd name="connsiteY156" fmla="*/ 93503 h 1157500"/>
              <a:gd name="connsiteX157" fmla="*/ 8800741 w 12192000"/>
              <a:gd name="connsiteY157" fmla="*/ 93897 h 1157500"/>
              <a:gd name="connsiteX158" fmla="*/ 8800966 w 12192000"/>
              <a:gd name="connsiteY158" fmla="*/ 93645 h 1157500"/>
              <a:gd name="connsiteX159" fmla="*/ 8808513 w 12192000"/>
              <a:gd name="connsiteY159" fmla="*/ 94530 h 1157500"/>
              <a:gd name="connsiteX160" fmla="*/ 8845110 w 12192000"/>
              <a:gd name="connsiteY160" fmla="*/ 102179 h 1157500"/>
              <a:gd name="connsiteX161" fmla="*/ 8917529 w 12192000"/>
              <a:gd name="connsiteY161" fmla="*/ 76373 h 1157500"/>
              <a:gd name="connsiteX162" fmla="*/ 9026654 w 12192000"/>
              <a:gd name="connsiteY162" fmla="*/ 93420 h 1157500"/>
              <a:gd name="connsiteX163" fmla="*/ 9088505 w 12192000"/>
              <a:gd name="connsiteY163" fmla="*/ 113002 h 1157500"/>
              <a:gd name="connsiteX164" fmla="*/ 9203241 w 12192000"/>
              <a:gd name="connsiteY164" fmla="*/ 111713 h 1157500"/>
              <a:gd name="connsiteX165" fmla="*/ 9415584 w 12192000"/>
              <a:gd name="connsiteY165" fmla="*/ 157156 h 1157500"/>
              <a:gd name="connsiteX166" fmla="*/ 9505102 w 12192000"/>
              <a:gd name="connsiteY166" fmla="*/ 141042 h 1157500"/>
              <a:gd name="connsiteX167" fmla="*/ 9643040 w 12192000"/>
              <a:gd name="connsiteY167" fmla="*/ 158233 h 1157500"/>
              <a:gd name="connsiteX168" fmla="*/ 9762999 w 12192000"/>
              <a:gd name="connsiteY168" fmla="*/ 162623 h 1157500"/>
              <a:gd name="connsiteX169" fmla="*/ 9776183 w 12192000"/>
              <a:gd name="connsiteY169" fmla="*/ 162191 h 1157500"/>
              <a:gd name="connsiteX170" fmla="*/ 9780532 w 12192000"/>
              <a:gd name="connsiteY170" fmla="*/ 155823 h 1157500"/>
              <a:gd name="connsiteX171" fmla="*/ 9910588 w 12192000"/>
              <a:gd name="connsiteY171" fmla="*/ 154327 h 1157500"/>
              <a:gd name="connsiteX172" fmla="*/ 9924173 w 12192000"/>
              <a:gd name="connsiteY172" fmla="*/ 158591 h 1157500"/>
              <a:gd name="connsiteX173" fmla="*/ 10010969 w 12192000"/>
              <a:gd name="connsiteY173" fmla="*/ 155802 h 1157500"/>
              <a:gd name="connsiteX174" fmla="*/ 10070699 w 12192000"/>
              <a:gd name="connsiteY174" fmla="*/ 157854 h 1157500"/>
              <a:gd name="connsiteX175" fmla="*/ 10155104 w 12192000"/>
              <a:gd name="connsiteY175" fmla="*/ 151613 h 1157500"/>
              <a:gd name="connsiteX176" fmla="*/ 10250982 w 12192000"/>
              <a:gd name="connsiteY176" fmla="*/ 128642 h 1157500"/>
              <a:gd name="connsiteX177" fmla="*/ 10343301 w 12192000"/>
              <a:gd name="connsiteY177" fmla="*/ 90884 h 1157500"/>
              <a:gd name="connsiteX178" fmla="*/ 10366625 w 12192000"/>
              <a:gd name="connsiteY178" fmla="*/ 79428 h 1157500"/>
              <a:gd name="connsiteX179" fmla="*/ 10433505 w 12192000"/>
              <a:gd name="connsiteY179" fmla="*/ 65000 h 1157500"/>
              <a:gd name="connsiteX180" fmla="*/ 10547510 w 12192000"/>
              <a:gd name="connsiteY180" fmla="*/ 47246 h 1157500"/>
              <a:gd name="connsiteX181" fmla="*/ 10588150 w 12192000"/>
              <a:gd name="connsiteY181" fmla="*/ 32287 h 1157500"/>
              <a:gd name="connsiteX182" fmla="*/ 10589457 w 12192000"/>
              <a:gd name="connsiteY182" fmla="*/ 25296 h 1157500"/>
              <a:gd name="connsiteX183" fmla="*/ 10699976 w 12192000"/>
              <a:gd name="connsiteY183" fmla="*/ 43345 h 1157500"/>
              <a:gd name="connsiteX184" fmla="*/ 10812237 w 12192000"/>
              <a:gd name="connsiteY184" fmla="*/ 46327 h 1157500"/>
              <a:gd name="connsiteX185" fmla="*/ 10869837 w 12192000"/>
              <a:gd name="connsiteY185" fmla="*/ 65795 h 1157500"/>
              <a:gd name="connsiteX186" fmla="*/ 10881770 w 12192000"/>
              <a:gd name="connsiteY186" fmla="*/ 73672 h 1157500"/>
              <a:gd name="connsiteX187" fmla="*/ 10896899 w 12192000"/>
              <a:gd name="connsiteY187" fmla="*/ 70731 h 1157500"/>
              <a:gd name="connsiteX188" fmla="*/ 10901748 w 12192000"/>
              <a:gd name="connsiteY188" fmla="*/ 66352 h 1157500"/>
              <a:gd name="connsiteX189" fmla="*/ 10947419 w 12192000"/>
              <a:gd name="connsiteY189" fmla="*/ 83316 h 1157500"/>
              <a:gd name="connsiteX190" fmla="*/ 10953034 w 12192000"/>
              <a:gd name="connsiteY190" fmla="*/ 84438 h 1157500"/>
              <a:gd name="connsiteX191" fmla="*/ 10992070 w 12192000"/>
              <a:gd name="connsiteY191" fmla="*/ 88841 h 1157500"/>
              <a:gd name="connsiteX192" fmla="*/ 11112372 w 12192000"/>
              <a:gd name="connsiteY192" fmla="*/ 82247 h 1157500"/>
              <a:gd name="connsiteX193" fmla="*/ 11147719 w 12192000"/>
              <a:gd name="connsiteY193" fmla="*/ 80560 h 1157500"/>
              <a:gd name="connsiteX194" fmla="*/ 11172617 w 12192000"/>
              <a:gd name="connsiteY194" fmla="*/ 76265 h 1157500"/>
              <a:gd name="connsiteX195" fmla="*/ 11240397 w 12192000"/>
              <a:gd name="connsiteY195" fmla="*/ 81830 h 1157500"/>
              <a:gd name="connsiteX196" fmla="*/ 11270034 w 12192000"/>
              <a:gd name="connsiteY196" fmla="*/ 91947 h 1157500"/>
              <a:gd name="connsiteX0" fmla="*/ 11310949 w 12192000"/>
              <a:gd name="connsiteY0" fmla="*/ 97842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270034 w 12192000"/>
              <a:gd name="connsiteY195" fmla="*/ 91947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270034 w 12192000"/>
              <a:gd name="connsiteY195" fmla="*/ 91947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81340 w 12192000"/>
              <a:gd name="connsiteY194" fmla="*/ 184188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164976 h 1157500"/>
              <a:gd name="connsiteX194" fmla="*/ 11281340 w 12192000"/>
              <a:gd name="connsiteY194" fmla="*/ 184188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72617 w 12192000"/>
              <a:gd name="connsiteY192" fmla="*/ 164976 h 1157500"/>
              <a:gd name="connsiteX193" fmla="*/ 11281340 w 12192000"/>
              <a:gd name="connsiteY193" fmla="*/ 184188 h 1157500"/>
              <a:gd name="connsiteX194" fmla="*/ 11406511 w 12192000"/>
              <a:gd name="connsiteY19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085076 w 12192000"/>
              <a:gd name="connsiteY191" fmla="*/ 150485 h 1157500"/>
              <a:gd name="connsiteX192" fmla="*/ 11172617 w 12192000"/>
              <a:gd name="connsiteY192" fmla="*/ 164976 h 1157500"/>
              <a:gd name="connsiteX193" fmla="*/ 11281340 w 12192000"/>
              <a:gd name="connsiteY193" fmla="*/ 184188 h 1157500"/>
              <a:gd name="connsiteX194" fmla="*/ 11406511 w 12192000"/>
              <a:gd name="connsiteY19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69837 w 12192000"/>
              <a:gd name="connsiteY183" fmla="*/ 65795 h 1157500"/>
              <a:gd name="connsiteX184" fmla="*/ 10881770 w 12192000"/>
              <a:gd name="connsiteY184" fmla="*/ 73672 h 1157500"/>
              <a:gd name="connsiteX185" fmla="*/ 10896899 w 12192000"/>
              <a:gd name="connsiteY185" fmla="*/ 70731 h 1157500"/>
              <a:gd name="connsiteX186" fmla="*/ 10901748 w 12192000"/>
              <a:gd name="connsiteY186" fmla="*/ 66352 h 1157500"/>
              <a:gd name="connsiteX187" fmla="*/ 10947419 w 12192000"/>
              <a:gd name="connsiteY187" fmla="*/ 83316 h 1157500"/>
              <a:gd name="connsiteX188" fmla="*/ 10953034 w 12192000"/>
              <a:gd name="connsiteY188" fmla="*/ 84438 h 1157500"/>
              <a:gd name="connsiteX189" fmla="*/ 10992070 w 12192000"/>
              <a:gd name="connsiteY189" fmla="*/ 88841 h 1157500"/>
              <a:gd name="connsiteX190" fmla="*/ 11085076 w 12192000"/>
              <a:gd name="connsiteY190" fmla="*/ 150485 h 1157500"/>
              <a:gd name="connsiteX191" fmla="*/ 11172617 w 12192000"/>
              <a:gd name="connsiteY191" fmla="*/ 164976 h 1157500"/>
              <a:gd name="connsiteX192" fmla="*/ 11281340 w 12192000"/>
              <a:gd name="connsiteY192" fmla="*/ 184188 h 1157500"/>
              <a:gd name="connsiteX193" fmla="*/ 11406511 w 12192000"/>
              <a:gd name="connsiteY193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01748 w 12192000"/>
              <a:gd name="connsiteY185" fmla="*/ 66352 h 1157500"/>
              <a:gd name="connsiteX186" fmla="*/ 10947419 w 12192000"/>
              <a:gd name="connsiteY186" fmla="*/ 83316 h 1157500"/>
              <a:gd name="connsiteX187" fmla="*/ 10953034 w 12192000"/>
              <a:gd name="connsiteY187" fmla="*/ 84438 h 1157500"/>
              <a:gd name="connsiteX188" fmla="*/ 10992070 w 12192000"/>
              <a:gd name="connsiteY188" fmla="*/ 88841 h 1157500"/>
              <a:gd name="connsiteX189" fmla="*/ 11085076 w 12192000"/>
              <a:gd name="connsiteY189" fmla="*/ 150485 h 1157500"/>
              <a:gd name="connsiteX190" fmla="*/ 11172617 w 12192000"/>
              <a:gd name="connsiteY190" fmla="*/ 164976 h 1157500"/>
              <a:gd name="connsiteX191" fmla="*/ 11281340 w 12192000"/>
              <a:gd name="connsiteY191" fmla="*/ 184188 h 1157500"/>
              <a:gd name="connsiteX192" fmla="*/ 11406511 w 12192000"/>
              <a:gd name="connsiteY19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01748 w 12192000"/>
              <a:gd name="connsiteY185" fmla="*/ 66352 h 1157500"/>
              <a:gd name="connsiteX186" fmla="*/ 10947419 w 12192000"/>
              <a:gd name="connsiteY186" fmla="*/ 83316 h 1157500"/>
              <a:gd name="connsiteX187" fmla="*/ 10953034 w 12192000"/>
              <a:gd name="connsiteY187" fmla="*/ 84438 h 1157500"/>
              <a:gd name="connsiteX188" fmla="*/ 10992070 w 12192000"/>
              <a:gd name="connsiteY188" fmla="*/ 88841 h 1157500"/>
              <a:gd name="connsiteX189" fmla="*/ 11085076 w 12192000"/>
              <a:gd name="connsiteY189" fmla="*/ 150485 h 1157500"/>
              <a:gd name="connsiteX190" fmla="*/ 11172617 w 12192000"/>
              <a:gd name="connsiteY190" fmla="*/ 164976 h 1157500"/>
              <a:gd name="connsiteX191" fmla="*/ 11281340 w 12192000"/>
              <a:gd name="connsiteY191" fmla="*/ 184188 h 1157500"/>
              <a:gd name="connsiteX192" fmla="*/ 11406511 w 12192000"/>
              <a:gd name="connsiteY19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0953034 w 12192000"/>
              <a:gd name="connsiteY186" fmla="*/ 84438 h 1157500"/>
              <a:gd name="connsiteX187" fmla="*/ 10992070 w 12192000"/>
              <a:gd name="connsiteY187" fmla="*/ 88841 h 1157500"/>
              <a:gd name="connsiteX188" fmla="*/ 11085076 w 12192000"/>
              <a:gd name="connsiteY188" fmla="*/ 150485 h 1157500"/>
              <a:gd name="connsiteX189" fmla="*/ 11172617 w 12192000"/>
              <a:gd name="connsiteY189" fmla="*/ 164976 h 1157500"/>
              <a:gd name="connsiteX190" fmla="*/ 11281340 w 12192000"/>
              <a:gd name="connsiteY190" fmla="*/ 184188 h 1157500"/>
              <a:gd name="connsiteX191" fmla="*/ 11406511 w 12192000"/>
              <a:gd name="connsiteY191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0953034 w 12192000"/>
              <a:gd name="connsiteY186" fmla="*/ 84438 h 1157500"/>
              <a:gd name="connsiteX187" fmla="*/ 11085076 w 12192000"/>
              <a:gd name="connsiteY187" fmla="*/ 150485 h 1157500"/>
              <a:gd name="connsiteX188" fmla="*/ 11172617 w 12192000"/>
              <a:gd name="connsiteY188" fmla="*/ 164976 h 1157500"/>
              <a:gd name="connsiteX189" fmla="*/ 11281340 w 12192000"/>
              <a:gd name="connsiteY189" fmla="*/ 184188 h 1157500"/>
              <a:gd name="connsiteX190" fmla="*/ 11406511 w 12192000"/>
              <a:gd name="connsiteY190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1085076 w 12192000"/>
              <a:gd name="connsiteY186" fmla="*/ 150485 h 1157500"/>
              <a:gd name="connsiteX187" fmla="*/ 11172617 w 12192000"/>
              <a:gd name="connsiteY187" fmla="*/ 164976 h 1157500"/>
              <a:gd name="connsiteX188" fmla="*/ 11281340 w 12192000"/>
              <a:gd name="connsiteY188" fmla="*/ 184188 h 1157500"/>
              <a:gd name="connsiteX189" fmla="*/ 11406511 w 12192000"/>
              <a:gd name="connsiteY18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67891 w 12192000"/>
              <a:gd name="connsiteY185" fmla="*/ 131083 h 1157500"/>
              <a:gd name="connsiteX186" fmla="*/ 11085076 w 12192000"/>
              <a:gd name="connsiteY186" fmla="*/ 150485 h 1157500"/>
              <a:gd name="connsiteX187" fmla="*/ 11172617 w 12192000"/>
              <a:gd name="connsiteY187" fmla="*/ 164976 h 1157500"/>
              <a:gd name="connsiteX188" fmla="*/ 11281340 w 12192000"/>
              <a:gd name="connsiteY188" fmla="*/ 184188 h 1157500"/>
              <a:gd name="connsiteX189" fmla="*/ 11406511 w 12192000"/>
              <a:gd name="connsiteY18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967891 w 12192000"/>
              <a:gd name="connsiteY184" fmla="*/ 131083 h 1157500"/>
              <a:gd name="connsiteX185" fmla="*/ 11085076 w 12192000"/>
              <a:gd name="connsiteY185" fmla="*/ 150485 h 1157500"/>
              <a:gd name="connsiteX186" fmla="*/ 11172617 w 12192000"/>
              <a:gd name="connsiteY186" fmla="*/ 164976 h 1157500"/>
              <a:gd name="connsiteX187" fmla="*/ 11281340 w 12192000"/>
              <a:gd name="connsiteY187" fmla="*/ 184188 h 1157500"/>
              <a:gd name="connsiteX188" fmla="*/ 11406511 w 12192000"/>
              <a:gd name="connsiteY188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69837 w 12192000"/>
              <a:gd name="connsiteY181" fmla="*/ 65795 h 1157500"/>
              <a:gd name="connsiteX182" fmla="*/ 10881770 w 12192000"/>
              <a:gd name="connsiteY182" fmla="*/ 73672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69837 w 12192000"/>
              <a:gd name="connsiteY181" fmla="*/ 65795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59582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33862 w 12192000"/>
              <a:gd name="connsiteY179" fmla="*/ 95014 h 1157500"/>
              <a:gd name="connsiteX180" fmla="*/ 10608621 w 12192000"/>
              <a:gd name="connsiteY180" fmla="*/ 59582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33862 w 12192000"/>
              <a:gd name="connsiteY179" fmla="*/ 95014 h 1157500"/>
              <a:gd name="connsiteX180" fmla="*/ 10629093 w 12192000"/>
              <a:gd name="connsiteY180" fmla="*/ 120997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448511 w 12192000"/>
              <a:gd name="connsiteY177" fmla="*/ 127195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22829 w 12192000"/>
              <a:gd name="connsiteY176" fmla="*/ 145475 h 1157500"/>
              <a:gd name="connsiteX177" fmla="*/ 10448511 w 12192000"/>
              <a:gd name="connsiteY177" fmla="*/ 127195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22829 w 12192000"/>
              <a:gd name="connsiteY176" fmla="*/ 145475 h 1157500"/>
              <a:gd name="connsiteX177" fmla="*/ 10448511 w 12192000"/>
              <a:gd name="connsiteY177" fmla="*/ 127195 h 1157500"/>
              <a:gd name="connsiteX178" fmla="*/ 10561157 w 12192000"/>
              <a:gd name="connsiteY178" fmla="*/ 108661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9026654 w 12192000"/>
              <a:gd name="connsiteY160" fmla="*/ 93420 h 1157500"/>
              <a:gd name="connsiteX161" fmla="*/ 9088505 w 12192000"/>
              <a:gd name="connsiteY161" fmla="*/ 113002 h 1157500"/>
              <a:gd name="connsiteX162" fmla="*/ 9203241 w 12192000"/>
              <a:gd name="connsiteY162" fmla="*/ 111713 h 1157500"/>
              <a:gd name="connsiteX163" fmla="*/ 9415584 w 12192000"/>
              <a:gd name="connsiteY163" fmla="*/ 157156 h 1157500"/>
              <a:gd name="connsiteX164" fmla="*/ 9505102 w 12192000"/>
              <a:gd name="connsiteY164" fmla="*/ 141042 h 1157500"/>
              <a:gd name="connsiteX165" fmla="*/ 9643040 w 12192000"/>
              <a:gd name="connsiteY165" fmla="*/ 158233 h 1157500"/>
              <a:gd name="connsiteX166" fmla="*/ 9762999 w 12192000"/>
              <a:gd name="connsiteY166" fmla="*/ 162623 h 1157500"/>
              <a:gd name="connsiteX167" fmla="*/ 9776183 w 12192000"/>
              <a:gd name="connsiteY167" fmla="*/ 162191 h 1157500"/>
              <a:gd name="connsiteX168" fmla="*/ 9780532 w 12192000"/>
              <a:gd name="connsiteY168" fmla="*/ 155823 h 1157500"/>
              <a:gd name="connsiteX169" fmla="*/ 9910588 w 12192000"/>
              <a:gd name="connsiteY169" fmla="*/ 154327 h 1157500"/>
              <a:gd name="connsiteX170" fmla="*/ 9924173 w 12192000"/>
              <a:gd name="connsiteY170" fmla="*/ 158591 h 1157500"/>
              <a:gd name="connsiteX171" fmla="*/ 10010969 w 12192000"/>
              <a:gd name="connsiteY171" fmla="*/ 155802 h 1157500"/>
              <a:gd name="connsiteX172" fmla="*/ 10070699 w 12192000"/>
              <a:gd name="connsiteY172" fmla="*/ 157854 h 1157500"/>
              <a:gd name="connsiteX173" fmla="*/ 10155104 w 12192000"/>
              <a:gd name="connsiteY173" fmla="*/ 151613 h 1157500"/>
              <a:gd name="connsiteX174" fmla="*/ 10250982 w 12192000"/>
              <a:gd name="connsiteY174" fmla="*/ 128642 h 1157500"/>
              <a:gd name="connsiteX175" fmla="*/ 10322829 w 12192000"/>
              <a:gd name="connsiteY175" fmla="*/ 145475 h 1157500"/>
              <a:gd name="connsiteX176" fmla="*/ 10448511 w 12192000"/>
              <a:gd name="connsiteY176" fmla="*/ 127195 h 1157500"/>
              <a:gd name="connsiteX177" fmla="*/ 10561157 w 12192000"/>
              <a:gd name="connsiteY177" fmla="*/ 108661 h 1157500"/>
              <a:gd name="connsiteX178" fmla="*/ 10629093 w 12192000"/>
              <a:gd name="connsiteY178" fmla="*/ 120997 h 1157500"/>
              <a:gd name="connsiteX179" fmla="*/ 10801598 w 12192000"/>
              <a:gd name="connsiteY179" fmla="*/ 113562 h 1157500"/>
              <a:gd name="connsiteX180" fmla="*/ 10888594 w 12192000"/>
              <a:gd name="connsiteY180" fmla="*/ 121439 h 1157500"/>
              <a:gd name="connsiteX181" fmla="*/ 10967891 w 12192000"/>
              <a:gd name="connsiteY181" fmla="*/ 131083 h 1157500"/>
              <a:gd name="connsiteX182" fmla="*/ 11085076 w 12192000"/>
              <a:gd name="connsiteY182" fmla="*/ 150485 h 1157500"/>
              <a:gd name="connsiteX183" fmla="*/ 11172617 w 12192000"/>
              <a:gd name="connsiteY183" fmla="*/ 164976 h 1157500"/>
              <a:gd name="connsiteX184" fmla="*/ 11281340 w 12192000"/>
              <a:gd name="connsiteY184" fmla="*/ 184188 h 1157500"/>
              <a:gd name="connsiteX185" fmla="*/ 11406511 w 12192000"/>
              <a:gd name="connsiteY18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72162 w 12192000"/>
              <a:gd name="connsiteY137" fmla="*/ 103924 h 1157500"/>
              <a:gd name="connsiteX138" fmla="*/ 8292349 w 12192000"/>
              <a:gd name="connsiteY138" fmla="*/ 97480 h 1157500"/>
              <a:gd name="connsiteX139" fmla="*/ 8307239 w 12192000"/>
              <a:gd name="connsiteY139" fmla="*/ 94591 h 1157500"/>
              <a:gd name="connsiteX140" fmla="*/ 8339282 w 12192000"/>
              <a:gd name="connsiteY140" fmla="*/ 108942 h 1157500"/>
              <a:gd name="connsiteX141" fmla="*/ 8346156 w 12192000"/>
              <a:gd name="connsiteY141" fmla="*/ 111227 h 1157500"/>
              <a:gd name="connsiteX142" fmla="*/ 8346467 w 12192000"/>
              <a:gd name="connsiteY142" fmla="*/ 111024 h 1157500"/>
              <a:gd name="connsiteX143" fmla="*/ 8354069 w 12192000"/>
              <a:gd name="connsiteY143" fmla="*/ 112942 h 1157500"/>
              <a:gd name="connsiteX144" fmla="*/ 8358687 w 12192000"/>
              <a:gd name="connsiteY144" fmla="*/ 115393 h 1157500"/>
              <a:gd name="connsiteX145" fmla="*/ 8433385 w 12192000"/>
              <a:gd name="connsiteY145" fmla="*/ 99669 h 1157500"/>
              <a:gd name="connsiteX146" fmla="*/ 8533779 w 12192000"/>
              <a:gd name="connsiteY146" fmla="*/ 98374 h 1157500"/>
              <a:gd name="connsiteX147" fmla="*/ 8632833 w 12192000"/>
              <a:gd name="connsiteY147" fmla="*/ 100532 h 1157500"/>
              <a:gd name="connsiteX148" fmla="*/ 8668523 w 12192000"/>
              <a:gd name="connsiteY148" fmla="*/ 102979 h 1157500"/>
              <a:gd name="connsiteX149" fmla="*/ 8732893 w 12192000"/>
              <a:gd name="connsiteY149" fmla="*/ 99991 h 1157500"/>
              <a:gd name="connsiteX150" fmla="*/ 8764071 w 12192000"/>
              <a:gd name="connsiteY150" fmla="*/ 94587 h 1157500"/>
              <a:gd name="connsiteX151" fmla="*/ 8767004 w 12192000"/>
              <a:gd name="connsiteY151" fmla="*/ 91519 h 1157500"/>
              <a:gd name="connsiteX152" fmla="*/ 8772553 w 12192000"/>
              <a:gd name="connsiteY152" fmla="*/ 90314 h 1157500"/>
              <a:gd name="connsiteX153" fmla="*/ 8787201 w 12192000"/>
              <a:gd name="connsiteY153" fmla="*/ 92033 h 1157500"/>
              <a:gd name="connsiteX154" fmla="*/ 8792624 w 12192000"/>
              <a:gd name="connsiteY154" fmla="*/ 93503 h 1157500"/>
              <a:gd name="connsiteX155" fmla="*/ 8800741 w 12192000"/>
              <a:gd name="connsiteY155" fmla="*/ 93897 h 1157500"/>
              <a:gd name="connsiteX156" fmla="*/ 8800966 w 12192000"/>
              <a:gd name="connsiteY156" fmla="*/ 93645 h 1157500"/>
              <a:gd name="connsiteX157" fmla="*/ 8808513 w 12192000"/>
              <a:gd name="connsiteY157" fmla="*/ 94530 h 1157500"/>
              <a:gd name="connsiteX158" fmla="*/ 8845110 w 12192000"/>
              <a:gd name="connsiteY158" fmla="*/ 102179 h 1157500"/>
              <a:gd name="connsiteX159" fmla="*/ 9026654 w 12192000"/>
              <a:gd name="connsiteY159" fmla="*/ 93420 h 1157500"/>
              <a:gd name="connsiteX160" fmla="*/ 9088505 w 12192000"/>
              <a:gd name="connsiteY160" fmla="*/ 113002 h 1157500"/>
              <a:gd name="connsiteX161" fmla="*/ 9203241 w 12192000"/>
              <a:gd name="connsiteY161" fmla="*/ 111713 h 1157500"/>
              <a:gd name="connsiteX162" fmla="*/ 9415584 w 12192000"/>
              <a:gd name="connsiteY162" fmla="*/ 157156 h 1157500"/>
              <a:gd name="connsiteX163" fmla="*/ 9505102 w 12192000"/>
              <a:gd name="connsiteY163" fmla="*/ 141042 h 1157500"/>
              <a:gd name="connsiteX164" fmla="*/ 9643040 w 12192000"/>
              <a:gd name="connsiteY164" fmla="*/ 158233 h 1157500"/>
              <a:gd name="connsiteX165" fmla="*/ 9762999 w 12192000"/>
              <a:gd name="connsiteY165" fmla="*/ 162623 h 1157500"/>
              <a:gd name="connsiteX166" fmla="*/ 9776183 w 12192000"/>
              <a:gd name="connsiteY166" fmla="*/ 162191 h 1157500"/>
              <a:gd name="connsiteX167" fmla="*/ 9780532 w 12192000"/>
              <a:gd name="connsiteY167" fmla="*/ 155823 h 1157500"/>
              <a:gd name="connsiteX168" fmla="*/ 9910588 w 12192000"/>
              <a:gd name="connsiteY168" fmla="*/ 154327 h 1157500"/>
              <a:gd name="connsiteX169" fmla="*/ 9924173 w 12192000"/>
              <a:gd name="connsiteY169" fmla="*/ 158591 h 1157500"/>
              <a:gd name="connsiteX170" fmla="*/ 10010969 w 12192000"/>
              <a:gd name="connsiteY170" fmla="*/ 155802 h 1157500"/>
              <a:gd name="connsiteX171" fmla="*/ 10070699 w 12192000"/>
              <a:gd name="connsiteY171" fmla="*/ 157854 h 1157500"/>
              <a:gd name="connsiteX172" fmla="*/ 10155104 w 12192000"/>
              <a:gd name="connsiteY172" fmla="*/ 151613 h 1157500"/>
              <a:gd name="connsiteX173" fmla="*/ 10250982 w 12192000"/>
              <a:gd name="connsiteY173" fmla="*/ 128642 h 1157500"/>
              <a:gd name="connsiteX174" fmla="*/ 10322829 w 12192000"/>
              <a:gd name="connsiteY174" fmla="*/ 145475 h 1157500"/>
              <a:gd name="connsiteX175" fmla="*/ 10448511 w 12192000"/>
              <a:gd name="connsiteY175" fmla="*/ 127195 h 1157500"/>
              <a:gd name="connsiteX176" fmla="*/ 10561157 w 12192000"/>
              <a:gd name="connsiteY176" fmla="*/ 108661 h 1157500"/>
              <a:gd name="connsiteX177" fmla="*/ 10629093 w 12192000"/>
              <a:gd name="connsiteY177" fmla="*/ 120997 h 1157500"/>
              <a:gd name="connsiteX178" fmla="*/ 10801598 w 12192000"/>
              <a:gd name="connsiteY178" fmla="*/ 113562 h 1157500"/>
              <a:gd name="connsiteX179" fmla="*/ 10888594 w 12192000"/>
              <a:gd name="connsiteY179" fmla="*/ 121439 h 1157500"/>
              <a:gd name="connsiteX180" fmla="*/ 10967891 w 12192000"/>
              <a:gd name="connsiteY180" fmla="*/ 131083 h 1157500"/>
              <a:gd name="connsiteX181" fmla="*/ 11085076 w 12192000"/>
              <a:gd name="connsiteY181" fmla="*/ 150485 h 1157500"/>
              <a:gd name="connsiteX182" fmla="*/ 11172617 w 12192000"/>
              <a:gd name="connsiteY182" fmla="*/ 164976 h 1157500"/>
              <a:gd name="connsiteX183" fmla="*/ 11281340 w 12192000"/>
              <a:gd name="connsiteY183" fmla="*/ 184188 h 1157500"/>
              <a:gd name="connsiteX184" fmla="*/ 11406511 w 12192000"/>
              <a:gd name="connsiteY18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92349 w 12192000"/>
              <a:gd name="connsiteY137" fmla="*/ 97480 h 1157500"/>
              <a:gd name="connsiteX138" fmla="*/ 8307239 w 12192000"/>
              <a:gd name="connsiteY138" fmla="*/ 94591 h 1157500"/>
              <a:gd name="connsiteX139" fmla="*/ 8339282 w 12192000"/>
              <a:gd name="connsiteY139" fmla="*/ 108942 h 1157500"/>
              <a:gd name="connsiteX140" fmla="*/ 8346156 w 12192000"/>
              <a:gd name="connsiteY140" fmla="*/ 111227 h 1157500"/>
              <a:gd name="connsiteX141" fmla="*/ 8346467 w 12192000"/>
              <a:gd name="connsiteY141" fmla="*/ 111024 h 1157500"/>
              <a:gd name="connsiteX142" fmla="*/ 8354069 w 12192000"/>
              <a:gd name="connsiteY142" fmla="*/ 112942 h 1157500"/>
              <a:gd name="connsiteX143" fmla="*/ 8358687 w 12192000"/>
              <a:gd name="connsiteY143" fmla="*/ 115393 h 1157500"/>
              <a:gd name="connsiteX144" fmla="*/ 8433385 w 12192000"/>
              <a:gd name="connsiteY144" fmla="*/ 99669 h 1157500"/>
              <a:gd name="connsiteX145" fmla="*/ 8533779 w 12192000"/>
              <a:gd name="connsiteY145" fmla="*/ 98374 h 1157500"/>
              <a:gd name="connsiteX146" fmla="*/ 8632833 w 12192000"/>
              <a:gd name="connsiteY146" fmla="*/ 100532 h 1157500"/>
              <a:gd name="connsiteX147" fmla="*/ 8668523 w 12192000"/>
              <a:gd name="connsiteY147" fmla="*/ 102979 h 1157500"/>
              <a:gd name="connsiteX148" fmla="*/ 8732893 w 12192000"/>
              <a:gd name="connsiteY148" fmla="*/ 99991 h 1157500"/>
              <a:gd name="connsiteX149" fmla="*/ 8764071 w 12192000"/>
              <a:gd name="connsiteY149" fmla="*/ 94587 h 1157500"/>
              <a:gd name="connsiteX150" fmla="*/ 8767004 w 12192000"/>
              <a:gd name="connsiteY150" fmla="*/ 91519 h 1157500"/>
              <a:gd name="connsiteX151" fmla="*/ 8772553 w 12192000"/>
              <a:gd name="connsiteY151" fmla="*/ 90314 h 1157500"/>
              <a:gd name="connsiteX152" fmla="*/ 8787201 w 12192000"/>
              <a:gd name="connsiteY152" fmla="*/ 92033 h 1157500"/>
              <a:gd name="connsiteX153" fmla="*/ 8792624 w 12192000"/>
              <a:gd name="connsiteY153" fmla="*/ 93503 h 1157500"/>
              <a:gd name="connsiteX154" fmla="*/ 8800741 w 12192000"/>
              <a:gd name="connsiteY154" fmla="*/ 93897 h 1157500"/>
              <a:gd name="connsiteX155" fmla="*/ 8800966 w 12192000"/>
              <a:gd name="connsiteY155" fmla="*/ 93645 h 1157500"/>
              <a:gd name="connsiteX156" fmla="*/ 8808513 w 12192000"/>
              <a:gd name="connsiteY156" fmla="*/ 94530 h 1157500"/>
              <a:gd name="connsiteX157" fmla="*/ 8845110 w 12192000"/>
              <a:gd name="connsiteY157" fmla="*/ 102179 h 1157500"/>
              <a:gd name="connsiteX158" fmla="*/ 9026654 w 12192000"/>
              <a:gd name="connsiteY158" fmla="*/ 93420 h 1157500"/>
              <a:gd name="connsiteX159" fmla="*/ 9088505 w 12192000"/>
              <a:gd name="connsiteY159" fmla="*/ 113002 h 1157500"/>
              <a:gd name="connsiteX160" fmla="*/ 9203241 w 12192000"/>
              <a:gd name="connsiteY160" fmla="*/ 111713 h 1157500"/>
              <a:gd name="connsiteX161" fmla="*/ 9415584 w 12192000"/>
              <a:gd name="connsiteY161" fmla="*/ 157156 h 1157500"/>
              <a:gd name="connsiteX162" fmla="*/ 9505102 w 12192000"/>
              <a:gd name="connsiteY162" fmla="*/ 141042 h 1157500"/>
              <a:gd name="connsiteX163" fmla="*/ 9643040 w 12192000"/>
              <a:gd name="connsiteY163" fmla="*/ 158233 h 1157500"/>
              <a:gd name="connsiteX164" fmla="*/ 9762999 w 12192000"/>
              <a:gd name="connsiteY164" fmla="*/ 162623 h 1157500"/>
              <a:gd name="connsiteX165" fmla="*/ 9776183 w 12192000"/>
              <a:gd name="connsiteY165" fmla="*/ 162191 h 1157500"/>
              <a:gd name="connsiteX166" fmla="*/ 9780532 w 12192000"/>
              <a:gd name="connsiteY166" fmla="*/ 155823 h 1157500"/>
              <a:gd name="connsiteX167" fmla="*/ 9910588 w 12192000"/>
              <a:gd name="connsiteY167" fmla="*/ 154327 h 1157500"/>
              <a:gd name="connsiteX168" fmla="*/ 9924173 w 12192000"/>
              <a:gd name="connsiteY168" fmla="*/ 158591 h 1157500"/>
              <a:gd name="connsiteX169" fmla="*/ 10010969 w 12192000"/>
              <a:gd name="connsiteY169" fmla="*/ 155802 h 1157500"/>
              <a:gd name="connsiteX170" fmla="*/ 10070699 w 12192000"/>
              <a:gd name="connsiteY170" fmla="*/ 157854 h 1157500"/>
              <a:gd name="connsiteX171" fmla="*/ 10155104 w 12192000"/>
              <a:gd name="connsiteY171" fmla="*/ 151613 h 1157500"/>
              <a:gd name="connsiteX172" fmla="*/ 10250982 w 12192000"/>
              <a:gd name="connsiteY172" fmla="*/ 128642 h 1157500"/>
              <a:gd name="connsiteX173" fmla="*/ 10322829 w 12192000"/>
              <a:gd name="connsiteY173" fmla="*/ 145475 h 1157500"/>
              <a:gd name="connsiteX174" fmla="*/ 10448511 w 12192000"/>
              <a:gd name="connsiteY174" fmla="*/ 127195 h 1157500"/>
              <a:gd name="connsiteX175" fmla="*/ 10561157 w 12192000"/>
              <a:gd name="connsiteY175" fmla="*/ 108661 h 1157500"/>
              <a:gd name="connsiteX176" fmla="*/ 10629093 w 12192000"/>
              <a:gd name="connsiteY176" fmla="*/ 120997 h 1157500"/>
              <a:gd name="connsiteX177" fmla="*/ 10801598 w 12192000"/>
              <a:gd name="connsiteY177" fmla="*/ 113562 h 1157500"/>
              <a:gd name="connsiteX178" fmla="*/ 10888594 w 12192000"/>
              <a:gd name="connsiteY178" fmla="*/ 121439 h 1157500"/>
              <a:gd name="connsiteX179" fmla="*/ 10967891 w 12192000"/>
              <a:gd name="connsiteY179" fmla="*/ 131083 h 1157500"/>
              <a:gd name="connsiteX180" fmla="*/ 11085076 w 12192000"/>
              <a:gd name="connsiteY180" fmla="*/ 150485 h 1157500"/>
              <a:gd name="connsiteX181" fmla="*/ 11172617 w 12192000"/>
              <a:gd name="connsiteY181" fmla="*/ 164976 h 1157500"/>
              <a:gd name="connsiteX182" fmla="*/ 11281340 w 12192000"/>
              <a:gd name="connsiteY182" fmla="*/ 184188 h 1157500"/>
              <a:gd name="connsiteX183" fmla="*/ 11406511 w 12192000"/>
              <a:gd name="connsiteY183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92349 w 12192000"/>
              <a:gd name="connsiteY136" fmla="*/ 97480 h 1157500"/>
              <a:gd name="connsiteX137" fmla="*/ 8307239 w 12192000"/>
              <a:gd name="connsiteY137" fmla="*/ 94591 h 1157500"/>
              <a:gd name="connsiteX138" fmla="*/ 8339282 w 12192000"/>
              <a:gd name="connsiteY138" fmla="*/ 108942 h 1157500"/>
              <a:gd name="connsiteX139" fmla="*/ 8346156 w 12192000"/>
              <a:gd name="connsiteY139" fmla="*/ 111227 h 1157500"/>
              <a:gd name="connsiteX140" fmla="*/ 8346467 w 12192000"/>
              <a:gd name="connsiteY140" fmla="*/ 111024 h 1157500"/>
              <a:gd name="connsiteX141" fmla="*/ 8354069 w 12192000"/>
              <a:gd name="connsiteY141" fmla="*/ 112942 h 1157500"/>
              <a:gd name="connsiteX142" fmla="*/ 8358687 w 12192000"/>
              <a:gd name="connsiteY142" fmla="*/ 115393 h 1157500"/>
              <a:gd name="connsiteX143" fmla="*/ 8433385 w 12192000"/>
              <a:gd name="connsiteY143" fmla="*/ 99669 h 1157500"/>
              <a:gd name="connsiteX144" fmla="*/ 8533779 w 12192000"/>
              <a:gd name="connsiteY144" fmla="*/ 98374 h 1157500"/>
              <a:gd name="connsiteX145" fmla="*/ 8632833 w 12192000"/>
              <a:gd name="connsiteY145" fmla="*/ 100532 h 1157500"/>
              <a:gd name="connsiteX146" fmla="*/ 8668523 w 12192000"/>
              <a:gd name="connsiteY146" fmla="*/ 102979 h 1157500"/>
              <a:gd name="connsiteX147" fmla="*/ 8732893 w 12192000"/>
              <a:gd name="connsiteY147" fmla="*/ 99991 h 1157500"/>
              <a:gd name="connsiteX148" fmla="*/ 8764071 w 12192000"/>
              <a:gd name="connsiteY148" fmla="*/ 94587 h 1157500"/>
              <a:gd name="connsiteX149" fmla="*/ 8767004 w 12192000"/>
              <a:gd name="connsiteY149" fmla="*/ 91519 h 1157500"/>
              <a:gd name="connsiteX150" fmla="*/ 8772553 w 12192000"/>
              <a:gd name="connsiteY150" fmla="*/ 90314 h 1157500"/>
              <a:gd name="connsiteX151" fmla="*/ 8787201 w 12192000"/>
              <a:gd name="connsiteY151" fmla="*/ 92033 h 1157500"/>
              <a:gd name="connsiteX152" fmla="*/ 8792624 w 12192000"/>
              <a:gd name="connsiteY152" fmla="*/ 93503 h 1157500"/>
              <a:gd name="connsiteX153" fmla="*/ 8800741 w 12192000"/>
              <a:gd name="connsiteY153" fmla="*/ 93897 h 1157500"/>
              <a:gd name="connsiteX154" fmla="*/ 8800966 w 12192000"/>
              <a:gd name="connsiteY154" fmla="*/ 93645 h 1157500"/>
              <a:gd name="connsiteX155" fmla="*/ 8808513 w 12192000"/>
              <a:gd name="connsiteY155" fmla="*/ 94530 h 1157500"/>
              <a:gd name="connsiteX156" fmla="*/ 8845110 w 12192000"/>
              <a:gd name="connsiteY156" fmla="*/ 102179 h 1157500"/>
              <a:gd name="connsiteX157" fmla="*/ 9026654 w 12192000"/>
              <a:gd name="connsiteY157" fmla="*/ 93420 h 1157500"/>
              <a:gd name="connsiteX158" fmla="*/ 9088505 w 12192000"/>
              <a:gd name="connsiteY158" fmla="*/ 113002 h 1157500"/>
              <a:gd name="connsiteX159" fmla="*/ 9203241 w 12192000"/>
              <a:gd name="connsiteY159" fmla="*/ 111713 h 1157500"/>
              <a:gd name="connsiteX160" fmla="*/ 9415584 w 12192000"/>
              <a:gd name="connsiteY160" fmla="*/ 157156 h 1157500"/>
              <a:gd name="connsiteX161" fmla="*/ 9505102 w 12192000"/>
              <a:gd name="connsiteY161" fmla="*/ 141042 h 1157500"/>
              <a:gd name="connsiteX162" fmla="*/ 9643040 w 12192000"/>
              <a:gd name="connsiteY162" fmla="*/ 158233 h 1157500"/>
              <a:gd name="connsiteX163" fmla="*/ 9762999 w 12192000"/>
              <a:gd name="connsiteY163" fmla="*/ 162623 h 1157500"/>
              <a:gd name="connsiteX164" fmla="*/ 9776183 w 12192000"/>
              <a:gd name="connsiteY164" fmla="*/ 162191 h 1157500"/>
              <a:gd name="connsiteX165" fmla="*/ 9780532 w 12192000"/>
              <a:gd name="connsiteY165" fmla="*/ 155823 h 1157500"/>
              <a:gd name="connsiteX166" fmla="*/ 9910588 w 12192000"/>
              <a:gd name="connsiteY166" fmla="*/ 154327 h 1157500"/>
              <a:gd name="connsiteX167" fmla="*/ 9924173 w 12192000"/>
              <a:gd name="connsiteY167" fmla="*/ 158591 h 1157500"/>
              <a:gd name="connsiteX168" fmla="*/ 10010969 w 12192000"/>
              <a:gd name="connsiteY168" fmla="*/ 155802 h 1157500"/>
              <a:gd name="connsiteX169" fmla="*/ 10070699 w 12192000"/>
              <a:gd name="connsiteY169" fmla="*/ 157854 h 1157500"/>
              <a:gd name="connsiteX170" fmla="*/ 10155104 w 12192000"/>
              <a:gd name="connsiteY170" fmla="*/ 151613 h 1157500"/>
              <a:gd name="connsiteX171" fmla="*/ 10250982 w 12192000"/>
              <a:gd name="connsiteY171" fmla="*/ 128642 h 1157500"/>
              <a:gd name="connsiteX172" fmla="*/ 10322829 w 12192000"/>
              <a:gd name="connsiteY172" fmla="*/ 145475 h 1157500"/>
              <a:gd name="connsiteX173" fmla="*/ 10448511 w 12192000"/>
              <a:gd name="connsiteY173" fmla="*/ 127195 h 1157500"/>
              <a:gd name="connsiteX174" fmla="*/ 10561157 w 12192000"/>
              <a:gd name="connsiteY174" fmla="*/ 108661 h 1157500"/>
              <a:gd name="connsiteX175" fmla="*/ 10629093 w 12192000"/>
              <a:gd name="connsiteY175" fmla="*/ 120997 h 1157500"/>
              <a:gd name="connsiteX176" fmla="*/ 10801598 w 12192000"/>
              <a:gd name="connsiteY176" fmla="*/ 113562 h 1157500"/>
              <a:gd name="connsiteX177" fmla="*/ 10888594 w 12192000"/>
              <a:gd name="connsiteY177" fmla="*/ 121439 h 1157500"/>
              <a:gd name="connsiteX178" fmla="*/ 10967891 w 12192000"/>
              <a:gd name="connsiteY178" fmla="*/ 131083 h 1157500"/>
              <a:gd name="connsiteX179" fmla="*/ 11085076 w 12192000"/>
              <a:gd name="connsiteY179" fmla="*/ 150485 h 1157500"/>
              <a:gd name="connsiteX180" fmla="*/ 11172617 w 12192000"/>
              <a:gd name="connsiteY180" fmla="*/ 164976 h 1157500"/>
              <a:gd name="connsiteX181" fmla="*/ 11281340 w 12192000"/>
              <a:gd name="connsiteY181" fmla="*/ 184188 h 1157500"/>
              <a:gd name="connsiteX182" fmla="*/ 11406511 w 12192000"/>
              <a:gd name="connsiteY18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307239 w 12192000"/>
              <a:gd name="connsiteY136" fmla="*/ 94591 h 1157500"/>
              <a:gd name="connsiteX137" fmla="*/ 8339282 w 12192000"/>
              <a:gd name="connsiteY137" fmla="*/ 108942 h 1157500"/>
              <a:gd name="connsiteX138" fmla="*/ 8346156 w 12192000"/>
              <a:gd name="connsiteY138" fmla="*/ 111227 h 1157500"/>
              <a:gd name="connsiteX139" fmla="*/ 8346467 w 12192000"/>
              <a:gd name="connsiteY139" fmla="*/ 111024 h 1157500"/>
              <a:gd name="connsiteX140" fmla="*/ 8354069 w 12192000"/>
              <a:gd name="connsiteY140" fmla="*/ 112942 h 1157500"/>
              <a:gd name="connsiteX141" fmla="*/ 8358687 w 12192000"/>
              <a:gd name="connsiteY141" fmla="*/ 115393 h 1157500"/>
              <a:gd name="connsiteX142" fmla="*/ 8433385 w 12192000"/>
              <a:gd name="connsiteY142" fmla="*/ 99669 h 1157500"/>
              <a:gd name="connsiteX143" fmla="*/ 8533779 w 12192000"/>
              <a:gd name="connsiteY143" fmla="*/ 98374 h 1157500"/>
              <a:gd name="connsiteX144" fmla="*/ 8632833 w 12192000"/>
              <a:gd name="connsiteY144" fmla="*/ 100532 h 1157500"/>
              <a:gd name="connsiteX145" fmla="*/ 8668523 w 12192000"/>
              <a:gd name="connsiteY145" fmla="*/ 102979 h 1157500"/>
              <a:gd name="connsiteX146" fmla="*/ 8732893 w 12192000"/>
              <a:gd name="connsiteY146" fmla="*/ 99991 h 1157500"/>
              <a:gd name="connsiteX147" fmla="*/ 8764071 w 12192000"/>
              <a:gd name="connsiteY147" fmla="*/ 94587 h 1157500"/>
              <a:gd name="connsiteX148" fmla="*/ 8767004 w 12192000"/>
              <a:gd name="connsiteY148" fmla="*/ 91519 h 1157500"/>
              <a:gd name="connsiteX149" fmla="*/ 8772553 w 12192000"/>
              <a:gd name="connsiteY149" fmla="*/ 90314 h 1157500"/>
              <a:gd name="connsiteX150" fmla="*/ 8787201 w 12192000"/>
              <a:gd name="connsiteY150" fmla="*/ 92033 h 1157500"/>
              <a:gd name="connsiteX151" fmla="*/ 8792624 w 12192000"/>
              <a:gd name="connsiteY151" fmla="*/ 93503 h 1157500"/>
              <a:gd name="connsiteX152" fmla="*/ 8800741 w 12192000"/>
              <a:gd name="connsiteY152" fmla="*/ 93897 h 1157500"/>
              <a:gd name="connsiteX153" fmla="*/ 8800966 w 12192000"/>
              <a:gd name="connsiteY153" fmla="*/ 93645 h 1157500"/>
              <a:gd name="connsiteX154" fmla="*/ 8808513 w 12192000"/>
              <a:gd name="connsiteY154" fmla="*/ 94530 h 1157500"/>
              <a:gd name="connsiteX155" fmla="*/ 8845110 w 12192000"/>
              <a:gd name="connsiteY155" fmla="*/ 102179 h 1157500"/>
              <a:gd name="connsiteX156" fmla="*/ 9026654 w 12192000"/>
              <a:gd name="connsiteY156" fmla="*/ 93420 h 1157500"/>
              <a:gd name="connsiteX157" fmla="*/ 9088505 w 12192000"/>
              <a:gd name="connsiteY157" fmla="*/ 113002 h 1157500"/>
              <a:gd name="connsiteX158" fmla="*/ 9203241 w 12192000"/>
              <a:gd name="connsiteY158" fmla="*/ 111713 h 1157500"/>
              <a:gd name="connsiteX159" fmla="*/ 9415584 w 12192000"/>
              <a:gd name="connsiteY159" fmla="*/ 157156 h 1157500"/>
              <a:gd name="connsiteX160" fmla="*/ 9505102 w 12192000"/>
              <a:gd name="connsiteY160" fmla="*/ 141042 h 1157500"/>
              <a:gd name="connsiteX161" fmla="*/ 9643040 w 12192000"/>
              <a:gd name="connsiteY161" fmla="*/ 158233 h 1157500"/>
              <a:gd name="connsiteX162" fmla="*/ 9762999 w 12192000"/>
              <a:gd name="connsiteY162" fmla="*/ 162623 h 1157500"/>
              <a:gd name="connsiteX163" fmla="*/ 9776183 w 12192000"/>
              <a:gd name="connsiteY163" fmla="*/ 162191 h 1157500"/>
              <a:gd name="connsiteX164" fmla="*/ 9780532 w 12192000"/>
              <a:gd name="connsiteY164" fmla="*/ 155823 h 1157500"/>
              <a:gd name="connsiteX165" fmla="*/ 9910588 w 12192000"/>
              <a:gd name="connsiteY165" fmla="*/ 154327 h 1157500"/>
              <a:gd name="connsiteX166" fmla="*/ 9924173 w 12192000"/>
              <a:gd name="connsiteY166" fmla="*/ 158591 h 1157500"/>
              <a:gd name="connsiteX167" fmla="*/ 10010969 w 12192000"/>
              <a:gd name="connsiteY167" fmla="*/ 155802 h 1157500"/>
              <a:gd name="connsiteX168" fmla="*/ 10070699 w 12192000"/>
              <a:gd name="connsiteY168" fmla="*/ 157854 h 1157500"/>
              <a:gd name="connsiteX169" fmla="*/ 10155104 w 12192000"/>
              <a:gd name="connsiteY169" fmla="*/ 151613 h 1157500"/>
              <a:gd name="connsiteX170" fmla="*/ 10250982 w 12192000"/>
              <a:gd name="connsiteY170" fmla="*/ 128642 h 1157500"/>
              <a:gd name="connsiteX171" fmla="*/ 10322829 w 12192000"/>
              <a:gd name="connsiteY171" fmla="*/ 145475 h 1157500"/>
              <a:gd name="connsiteX172" fmla="*/ 10448511 w 12192000"/>
              <a:gd name="connsiteY172" fmla="*/ 127195 h 1157500"/>
              <a:gd name="connsiteX173" fmla="*/ 10561157 w 12192000"/>
              <a:gd name="connsiteY173" fmla="*/ 108661 h 1157500"/>
              <a:gd name="connsiteX174" fmla="*/ 10629093 w 12192000"/>
              <a:gd name="connsiteY174" fmla="*/ 120997 h 1157500"/>
              <a:gd name="connsiteX175" fmla="*/ 10801598 w 12192000"/>
              <a:gd name="connsiteY175" fmla="*/ 113562 h 1157500"/>
              <a:gd name="connsiteX176" fmla="*/ 10888594 w 12192000"/>
              <a:gd name="connsiteY176" fmla="*/ 121439 h 1157500"/>
              <a:gd name="connsiteX177" fmla="*/ 10967891 w 12192000"/>
              <a:gd name="connsiteY177" fmla="*/ 131083 h 1157500"/>
              <a:gd name="connsiteX178" fmla="*/ 11085076 w 12192000"/>
              <a:gd name="connsiteY178" fmla="*/ 150485 h 1157500"/>
              <a:gd name="connsiteX179" fmla="*/ 11172617 w 12192000"/>
              <a:gd name="connsiteY179" fmla="*/ 164976 h 1157500"/>
              <a:gd name="connsiteX180" fmla="*/ 11281340 w 12192000"/>
              <a:gd name="connsiteY180" fmla="*/ 184188 h 1157500"/>
              <a:gd name="connsiteX181" fmla="*/ 11406511 w 12192000"/>
              <a:gd name="connsiteY181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354069 w 12192000"/>
              <a:gd name="connsiteY139" fmla="*/ 112942 h 1157500"/>
              <a:gd name="connsiteX140" fmla="*/ 8358687 w 12192000"/>
              <a:gd name="connsiteY140" fmla="*/ 115393 h 1157500"/>
              <a:gd name="connsiteX141" fmla="*/ 8433385 w 12192000"/>
              <a:gd name="connsiteY141" fmla="*/ 99669 h 1157500"/>
              <a:gd name="connsiteX142" fmla="*/ 8533779 w 12192000"/>
              <a:gd name="connsiteY142" fmla="*/ 98374 h 1157500"/>
              <a:gd name="connsiteX143" fmla="*/ 8632833 w 12192000"/>
              <a:gd name="connsiteY143" fmla="*/ 100532 h 1157500"/>
              <a:gd name="connsiteX144" fmla="*/ 8668523 w 12192000"/>
              <a:gd name="connsiteY144" fmla="*/ 102979 h 1157500"/>
              <a:gd name="connsiteX145" fmla="*/ 8732893 w 12192000"/>
              <a:gd name="connsiteY145" fmla="*/ 99991 h 1157500"/>
              <a:gd name="connsiteX146" fmla="*/ 8764071 w 12192000"/>
              <a:gd name="connsiteY146" fmla="*/ 94587 h 1157500"/>
              <a:gd name="connsiteX147" fmla="*/ 8767004 w 12192000"/>
              <a:gd name="connsiteY147" fmla="*/ 91519 h 1157500"/>
              <a:gd name="connsiteX148" fmla="*/ 8772553 w 12192000"/>
              <a:gd name="connsiteY148" fmla="*/ 90314 h 1157500"/>
              <a:gd name="connsiteX149" fmla="*/ 8787201 w 12192000"/>
              <a:gd name="connsiteY149" fmla="*/ 92033 h 1157500"/>
              <a:gd name="connsiteX150" fmla="*/ 8792624 w 12192000"/>
              <a:gd name="connsiteY150" fmla="*/ 93503 h 1157500"/>
              <a:gd name="connsiteX151" fmla="*/ 8800741 w 12192000"/>
              <a:gd name="connsiteY151" fmla="*/ 93897 h 1157500"/>
              <a:gd name="connsiteX152" fmla="*/ 8800966 w 12192000"/>
              <a:gd name="connsiteY152" fmla="*/ 93645 h 1157500"/>
              <a:gd name="connsiteX153" fmla="*/ 8808513 w 12192000"/>
              <a:gd name="connsiteY153" fmla="*/ 94530 h 1157500"/>
              <a:gd name="connsiteX154" fmla="*/ 8845110 w 12192000"/>
              <a:gd name="connsiteY154" fmla="*/ 102179 h 1157500"/>
              <a:gd name="connsiteX155" fmla="*/ 9026654 w 12192000"/>
              <a:gd name="connsiteY155" fmla="*/ 93420 h 1157500"/>
              <a:gd name="connsiteX156" fmla="*/ 9088505 w 12192000"/>
              <a:gd name="connsiteY156" fmla="*/ 113002 h 1157500"/>
              <a:gd name="connsiteX157" fmla="*/ 9203241 w 12192000"/>
              <a:gd name="connsiteY157" fmla="*/ 111713 h 1157500"/>
              <a:gd name="connsiteX158" fmla="*/ 9415584 w 12192000"/>
              <a:gd name="connsiteY158" fmla="*/ 157156 h 1157500"/>
              <a:gd name="connsiteX159" fmla="*/ 9505102 w 12192000"/>
              <a:gd name="connsiteY159" fmla="*/ 141042 h 1157500"/>
              <a:gd name="connsiteX160" fmla="*/ 9643040 w 12192000"/>
              <a:gd name="connsiteY160" fmla="*/ 158233 h 1157500"/>
              <a:gd name="connsiteX161" fmla="*/ 9762999 w 12192000"/>
              <a:gd name="connsiteY161" fmla="*/ 162623 h 1157500"/>
              <a:gd name="connsiteX162" fmla="*/ 9776183 w 12192000"/>
              <a:gd name="connsiteY162" fmla="*/ 162191 h 1157500"/>
              <a:gd name="connsiteX163" fmla="*/ 9780532 w 12192000"/>
              <a:gd name="connsiteY163" fmla="*/ 155823 h 1157500"/>
              <a:gd name="connsiteX164" fmla="*/ 9910588 w 12192000"/>
              <a:gd name="connsiteY164" fmla="*/ 154327 h 1157500"/>
              <a:gd name="connsiteX165" fmla="*/ 9924173 w 12192000"/>
              <a:gd name="connsiteY165" fmla="*/ 158591 h 1157500"/>
              <a:gd name="connsiteX166" fmla="*/ 10010969 w 12192000"/>
              <a:gd name="connsiteY166" fmla="*/ 155802 h 1157500"/>
              <a:gd name="connsiteX167" fmla="*/ 10070699 w 12192000"/>
              <a:gd name="connsiteY167" fmla="*/ 157854 h 1157500"/>
              <a:gd name="connsiteX168" fmla="*/ 10155104 w 12192000"/>
              <a:gd name="connsiteY168" fmla="*/ 151613 h 1157500"/>
              <a:gd name="connsiteX169" fmla="*/ 10250982 w 12192000"/>
              <a:gd name="connsiteY169" fmla="*/ 128642 h 1157500"/>
              <a:gd name="connsiteX170" fmla="*/ 10322829 w 12192000"/>
              <a:gd name="connsiteY170" fmla="*/ 145475 h 1157500"/>
              <a:gd name="connsiteX171" fmla="*/ 10448511 w 12192000"/>
              <a:gd name="connsiteY171" fmla="*/ 127195 h 1157500"/>
              <a:gd name="connsiteX172" fmla="*/ 10561157 w 12192000"/>
              <a:gd name="connsiteY172" fmla="*/ 108661 h 1157500"/>
              <a:gd name="connsiteX173" fmla="*/ 10629093 w 12192000"/>
              <a:gd name="connsiteY173" fmla="*/ 120997 h 1157500"/>
              <a:gd name="connsiteX174" fmla="*/ 10801598 w 12192000"/>
              <a:gd name="connsiteY174" fmla="*/ 113562 h 1157500"/>
              <a:gd name="connsiteX175" fmla="*/ 10888594 w 12192000"/>
              <a:gd name="connsiteY175" fmla="*/ 121439 h 1157500"/>
              <a:gd name="connsiteX176" fmla="*/ 10967891 w 12192000"/>
              <a:gd name="connsiteY176" fmla="*/ 131083 h 1157500"/>
              <a:gd name="connsiteX177" fmla="*/ 11085076 w 12192000"/>
              <a:gd name="connsiteY177" fmla="*/ 150485 h 1157500"/>
              <a:gd name="connsiteX178" fmla="*/ 11172617 w 12192000"/>
              <a:gd name="connsiteY178" fmla="*/ 164976 h 1157500"/>
              <a:gd name="connsiteX179" fmla="*/ 11281340 w 12192000"/>
              <a:gd name="connsiteY179" fmla="*/ 184188 h 1157500"/>
              <a:gd name="connsiteX180" fmla="*/ 11406511 w 12192000"/>
              <a:gd name="connsiteY180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354069 w 12192000"/>
              <a:gd name="connsiteY139" fmla="*/ 112942 h 1157500"/>
              <a:gd name="connsiteX140" fmla="*/ 8433385 w 12192000"/>
              <a:gd name="connsiteY140" fmla="*/ 99669 h 1157500"/>
              <a:gd name="connsiteX141" fmla="*/ 8533779 w 12192000"/>
              <a:gd name="connsiteY141" fmla="*/ 98374 h 1157500"/>
              <a:gd name="connsiteX142" fmla="*/ 8632833 w 12192000"/>
              <a:gd name="connsiteY142" fmla="*/ 100532 h 1157500"/>
              <a:gd name="connsiteX143" fmla="*/ 8668523 w 12192000"/>
              <a:gd name="connsiteY143" fmla="*/ 102979 h 1157500"/>
              <a:gd name="connsiteX144" fmla="*/ 8732893 w 12192000"/>
              <a:gd name="connsiteY144" fmla="*/ 99991 h 1157500"/>
              <a:gd name="connsiteX145" fmla="*/ 8764071 w 12192000"/>
              <a:gd name="connsiteY145" fmla="*/ 94587 h 1157500"/>
              <a:gd name="connsiteX146" fmla="*/ 8767004 w 12192000"/>
              <a:gd name="connsiteY146" fmla="*/ 91519 h 1157500"/>
              <a:gd name="connsiteX147" fmla="*/ 8772553 w 12192000"/>
              <a:gd name="connsiteY147" fmla="*/ 90314 h 1157500"/>
              <a:gd name="connsiteX148" fmla="*/ 8787201 w 12192000"/>
              <a:gd name="connsiteY148" fmla="*/ 92033 h 1157500"/>
              <a:gd name="connsiteX149" fmla="*/ 8792624 w 12192000"/>
              <a:gd name="connsiteY149" fmla="*/ 93503 h 1157500"/>
              <a:gd name="connsiteX150" fmla="*/ 8800741 w 12192000"/>
              <a:gd name="connsiteY150" fmla="*/ 93897 h 1157500"/>
              <a:gd name="connsiteX151" fmla="*/ 8800966 w 12192000"/>
              <a:gd name="connsiteY151" fmla="*/ 93645 h 1157500"/>
              <a:gd name="connsiteX152" fmla="*/ 8808513 w 12192000"/>
              <a:gd name="connsiteY152" fmla="*/ 94530 h 1157500"/>
              <a:gd name="connsiteX153" fmla="*/ 8845110 w 12192000"/>
              <a:gd name="connsiteY153" fmla="*/ 102179 h 1157500"/>
              <a:gd name="connsiteX154" fmla="*/ 9026654 w 12192000"/>
              <a:gd name="connsiteY154" fmla="*/ 93420 h 1157500"/>
              <a:gd name="connsiteX155" fmla="*/ 9088505 w 12192000"/>
              <a:gd name="connsiteY155" fmla="*/ 113002 h 1157500"/>
              <a:gd name="connsiteX156" fmla="*/ 9203241 w 12192000"/>
              <a:gd name="connsiteY156" fmla="*/ 111713 h 1157500"/>
              <a:gd name="connsiteX157" fmla="*/ 9415584 w 12192000"/>
              <a:gd name="connsiteY157" fmla="*/ 157156 h 1157500"/>
              <a:gd name="connsiteX158" fmla="*/ 9505102 w 12192000"/>
              <a:gd name="connsiteY158" fmla="*/ 141042 h 1157500"/>
              <a:gd name="connsiteX159" fmla="*/ 9643040 w 12192000"/>
              <a:gd name="connsiteY159" fmla="*/ 158233 h 1157500"/>
              <a:gd name="connsiteX160" fmla="*/ 9762999 w 12192000"/>
              <a:gd name="connsiteY160" fmla="*/ 162623 h 1157500"/>
              <a:gd name="connsiteX161" fmla="*/ 9776183 w 12192000"/>
              <a:gd name="connsiteY161" fmla="*/ 162191 h 1157500"/>
              <a:gd name="connsiteX162" fmla="*/ 9780532 w 12192000"/>
              <a:gd name="connsiteY162" fmla="*/ 155823 h 1157500"/>
              <a:gd name="connsiteX163" fmla="*/ 9910588 w 12192000"/>
              <a:gd name="connsiteY163" fmla="*/ 154327 h 1157500"/>
              <a:gd name="connsiteX164" fmla="*/ 9924173 w 12192000"/>
              <a:gd name="connsiteY164" fmla="*/ 158591 h 1157500"/>
              <a:gd name="connsiteX165" fmla="*/ 10010969 w 12192000"/>
              <a:gd name="connsiteY165" fmla="*/ 155802 h 1157500"/>
              <a:gd name="connsiteX166" fmla="*/ 10070699 w 12192000"/>
              <a:gd name="connsiteY166" fmla="*/ 157854 h 1157500"/>
              <a:gd name="connsiteX167" fmla="*/ 10155104 w 12192000"/>
              <a:gd name="connsiteY167" fmla="*/ 151613 h 1157500"/>
              <a:gd name="connsiteX168" fmla="*/ 10250982 w 12192000"/>
              <a:gd name="connsiteY168" fmla="*/ 128642 h 1157500"/>
              <a:gd name="connsiteX169" fmla="*/ 10322829 w 12192000"/>
              <a:gd name="connsiteY169" fmla="*/ 145475 h 1157500"/>
              <a:gd name="connsiteX170" fmla="*/ 10448511 w 12192000"/>
              <a:gd name="connsiteY170" fmla="*/ 127195 h 1157500"/>
              <a:gd name="connsiteX171" fmla="*/ 10561157 w 12192000"/>
              <a:gd name="connsiteY171" fmla="*/ 108661 h 1157500"/>
              <a:gd name="connsiteX172" fmla="*/ 10629093 w 12192000"/>
              <a:gd name="connsiteY172" fmla="*/ 120997 h 1157500"/>
              <a:gd name="connsiteX173" fmla="*/ 10801598 w 12192000"/>
              <a:gd name="connsiteY173" fmla="*/ 113562 h 1157500"/>
              <a:gd name="connsiteX174" fmla="*/ 10888594 w 12192000"/>
              <a:gd name="connsiteY174" fmla="*/ 121439 h 1157500"/>
              <a:gd name="connsiteX175" fmla="*/ 10967891 w 12192000"/>
              <a:gd name="connsiteY175" fmla="*/ 131083 h 1157500"/>
              <a:gd name="connsiteX176" fmla="*/ 11085076 w 12192000"/>
              <a:gd name="connsiteY176" fmla="*/ 150485 h 1157500"/>
              <a:gd name="connsiteX177" fmla="*/ 11172617 w 12192000"/>
              <a:gd name="connsiteY177" fmla="*/ 164976 h 1157500"/>
              <a:gd name="connsiteX178" fmla="*/ 11281340 w 12192000"/>
              <a:gd name="connsiteY178" fmla="*/ 184188 h 1157500"/>
              <a:gd name="connsiteX179" fmla="*/ 11406511 w 12192000"/>
              <a:gd name="connsiteY17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433385 w 12192000"/>
              <a:gd name="connsiteY139" fmla="*/ 99669 h 1157500"/>
              <a:gd name="connsiteX140" fmla="*/ 8533779 w 12192000"/>
              <a:gd name="connsiteY140" fmla="*/ 98374 h 1157500"/>
              <a:gd name="connsiteX141" fmla="*/ 8632833 w 12192000"/>
              <a:gd name="connsiteY141" fmla="*/ 100532 h 1157500"/>
              <a:gd name="connsiteX142" fmla="*/ 8668523 w 12192000"/>
              <a:gd name="connsiteY142" fmla="*/ 102979 h 1157500"/>
              <a:gd name="connsiteX143" fmla="*/ 8732893 w 12192000"/>
              <a:gd name="connsiteY143" fmla="*/ 99991 h 1157500"/>
              <a:gd name="connsiteX144" fmla="*/ 8764071 w 12192000"/>
              <a:gd name="connsiteY144" fmla="*/ 94587 h 1157500"/>
              <a:gd name="connsiteX145" fmla="*/ 8767004 w 12192000"/>
              <a:gd name="connsiteY145" fmla="*/ 91519 h 1157500"/>
              <a:gd name="connsiteX146" fmla="*/ 8772553 w 12192000"/>
              <a:gd name="connsiteY146" fmla="*/ 90314 h 1157500"/>
              <a:gd name="connsiteX147" fmla="*/ 8787201 w 12192000"/>
              <a:gd name="connsiteY147" fmla="*/ 92033 h 1157500"/>
              <a:gd name="connsiteX148" fmla="*/ 8792624 w 12192000"/>
              <a:gd name="connsiteY148" fmla="*/ 93503 h 1157500"/>
              <a:gd name="connsiteX149" fmla="*/ 8800741 w 12192000"/>
              <a:gd name="connsiteY149" fmla="*/ 93897 h 1157500"/>
              <a:gd name="connsiteX150" fmla="*/ 8800966 w 12192000"/>
              <a:gd name="connsiteY150" fmla="*/ 93645 h 1157500"/>
              <a:gd name="connsiteX151" fmla="*/ 8808513 w 12192000"/>
              <a:gd name="connsiteY151" fmla="*/ 94530 h 1157500"/>
              <a:gd name="connsiteX152" fmla="*/ 8845110 w 12192000"/>
              <a:gd name="connsiteY152" fmla="*/ 102179 h 1157500"/>
              <a:gd name="connsiteX153" fmla="*/ 9026654 w 12192000"/>
              <a:gd name="connsiteY153" fmla="*/ 93420 h 1157500"/>
              <a:gd name="connsiteX154" fmla="*/ 9088505 w 12192000"/>
              <a:gd name="connsiteY154" fmla="*/ 113002 h 1157500"/>
              <a:gd name="connsiteX155" fmla="*/ 9203241 w 12192000"/>
              <a:gd name="connsiteY155" fmla="*/ 111713 h 1157500"/>
              <a:gd name="connsiteX156" fmla="*/ 9415584 w 12192000"/>
              <a:gd name="connsiteY156" fmla="*/ 157156 h 1157500"/>
              <a:gd name="connsiteX157" fmla="*/ 9505102 w 12192000"/>
              <a:gd name="connsiteY157" fmla="*/ 141042 h 1157500"/>
              <a:gd name="connsiteX158" fmla="*/ 9643040 w 12192000"/>
              <a:gd name="connsiteY158" fmla="*/ 158233 h 1157500"/>
              <a:gd name="connsiteX159" fmla="*/ 9762999 w 12192000"/>
              <a:gd name="connsiteY159" fmla="*/ 162623 h 1157500"/>
              <a:gd name="connsiteX160" fmla="*/ 9776183 w 12192000"/>
              <a:gd name="connsiteY160" fmla="*/ 162191 h 1157500"/>
              <a:gd name="connsiteX161" fmla="*/ 9780532 w 12192000"/>
              <a:gd name="connsiteY161" fmla="*/ 155823 h 1157500"/>
              <a:gd name="connsiteX162" fmla="*/ 9910588 w 12192000"/>
              <a:gd name="connsiteY162" fmla="*/ 154327 h 1157500"/>
              <a:gd name="connsiteX163" fmla="*/ 9924173 w 12192000"/>
              <a:gd name="connsiteY163" fmla="*/ 158591 h 1157500"/>
              <a:gd name="connsiteX164" fmla="*/ 10010969 w 12192000"/>
              <a:gd name="connsiteY164" fmla="*/ 155802 h 1157500"/>
              <a:gd name="connsiteX165" fmla="*/ 10070699 w 12192000"/>
              <a:gd name="connsiteY165" fmla="*/ 157854 h 1157500"/>
              <a:gd name="connsiteX166" fmla="*/ 10155104 w 12192000"/>
              <a:gd name="connsiteY166" fmla="*/ 151613 h 1157500"/>
              <a:gd name="connsiteX167" fmla="*/ 10250982 w 12192000"/>
              <a:gd name="connsiteY167" fmla="*/ 128642 h 1157500"/>
              <a:gd name="connsiteX168" fmla="*/ 10322829 w 12192000"/>
              <a:gd name="connsiteY168" fmla="*/ 145475 h 1157500"/>
              <a:gd name="connsiteX169" fmla="*/ 10448511 w 12192000"/>
              <a:gd name="connsiteY169" fmla="*/ 127195 h 1157500"/>
              <a:gd name="connsiteX170" fmla="*/ 10561157 w 12192000"/>
              <a:gd name="connsiteY170" fmla="*/ 108661 h 1157500"/>
              <a:gd name="connsiteX171" fmla="*/ 10629093 w 12192000"/>
              <a:gd name="connsiteY171" fmla="*/ 120997 h 1157500"/>
              <a:gd name="connsiteX172" fmla="*/ 10801598 w 12192000"/>
              <a:gd name="connsiteY172" fmla="*/ 113562 h 1157500"/>
              <a:gd name="connsiteX173" fmla="*/ 10888594 w 12192000"/>
              <a:gd name="connsiteY173" fmla="*/ 121439 h 1157500"/>
              <a:gd name="connsiteX174" fmla="*/ 10967891 w 12192000"/>
              <a:gd name="connsiteY174" fmla="*/ 131083 h 1157500"/>
              <a:gd name="connsiteX175" fmla="*/ 11085076 w 12192000"/>
              <a:gd name="connsiteY175" fmla="*/ 150485 h 1157500"/>
              <a:gd name="connsiteX176" fmla="*/ 11172617 w 12192000"/>
              <a:gd name="connsiteY176" fmla="*/ 164976 h 1157500"/>
              <a:gd name="connsiteX177" fmla="*/ 11281340 w 12192000"/>
              <a:gd name="connsiteY177" fmla="*/ 184188 h 1157500"/>
              <a:gd name="connsiteX178" fmla="*/ 11406511 w 12192000"/>
              <a:gd name="connsiteY178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433385 w 12192000"/>
              <a:gd name="connsiteY138" fmla="*/ 99669 h 1157500"/>
              <a:gd name="connsiteX139" fmla="*/ 8533779 w 12192000"/>
              <a:gd name="connsiteY139" fmla="*/ 98374 h 1157500"/>
              <a:gd name="connsiteX140" fmla="*/ 8632833 w 12192000"/>
              <a:gd name="connsiteY140" fmla="*/ 100532 h 1157500"/>
              <a:gd name="connsiteX141" fmla="*/ 8668523 w 12192000"/>
              <a:gd name="connsiteY141" fmla="*/ 102979 h 1157500"/>
              <a:gd name="connsiteX142" fmla="*/ 8732893 w 12192000"/>
              <a:gd name="connsiteY142" fmla="*/ 99991 h 1157500"/>
              <a:gd name="connsiteX143" fmla="*/ 8764071 w 12192000"/>
              <a:gd name="connsiteY143" fmla="*/ 94587 h 1157500"/>
              <a:gd name="connsiteX144" fmla="*/ 8767004 w 12192000"/>
              <a:gd name="connsiteY144" fmla="*/ 91519 h 1157500"/>
              <a:gd name="connsiteX145" fmla="*/ 8772553 w 12192000"/>
              <a:gd name="connsiteY145" fmla="*/ 90314 h 1157500"/>
              <a:gd name="connsiteX146" fmla="*/ 8787201 w 12192000"/>
              <a:gd name="connsiteY146" fmla="*/ 92033 h 1157500"/>
              <a:gd name="connsiteX147" fmla="*/ 8792624 w 12192000"/>
              <a:gd name="connsiteY147" fmla="*/ 93503 h 1157500"/>
              <a:gd name="connsiteX148" fmla="*/ 8800741 w 12192000"/>
              <a:gd name="connsiteY148" fmla="*/ 93897 h 1157500"/>
              <a:gd name="connsiteX149" fmla="*/ 8800966 w 12192000"/>
              <a:gd name="connsiteY149" fmla="*/ 93645 h 1157500"/>
              <a:gd name="connsiteX150" fmla="*/ 8808513 w 12192000"/>
              <a:gd name="connsiteY150" fmla="*/ 94530 h 1157500"/>
              <a:gd name="connsiteX151" fmla="*/ 8845110 w 12192000"/>
              <a:gd name="connsiteY151" fmla="*/ 102179 h 1157500"/>
              <a:gd name="connsiteX152" fmla="*/ 9026654 w 12192000"/>
              <a:gd name="connsiteY152" fmla="*/ 93420 h 1157500"/>
              <a:gd name="connsiteX153" fmla="*/ 9088505 w 12192000"/>
              <a:gd name="connsiteY153" fmla="*/ 113002 h 1157500"/>
              <a:gd name="connsiteX154" fmla="*/ 9203241 w 12192000"/>
              <a:gd name="connsiteY154" fmla="*/ 111713 h 1157500"/>
              <a:gd name="connsiteX155" fmla="*/ 9415584 w 12192000"/>
              <a:gd name="connsiteY155" fmla="*/ 157156 h 1157500"/>
              <a:gd name="connsiteX156" fmla="*/ 9505102 w 12192000"/>
              <a:gd name="connsiteY156" fmla="*/ 141042 h 1157500"/>
              <a:gd name="connsiteX157" fmla="*/ 9643040 w 12192000"/>
              <a:gd name="connsiteY157" fmla="*/ 158233 h 1157500"/>
              <a:gd name="connsiteX158" fmla="*/ 9762999 w 12192000"/>
              <a:gd name="connsiteY158" fmla="*/ 162623 h 1157500"/>
              <a:gd name="connsiteX159" fmla="*/ 9776183 w 12192000"/>
              <a:gd name="connsiteY159" fmla="*/ 162191 h 1157500"/>
              <a:gd name="connsiteX160" fmla="*/ 9780532 w 12192000"/>
              <a:gd name="connsiteY160" fmla="*/ 155823 h 1157500"/>
              <a:gd name="connsiteX161" fmla="*/ 9910588 w 12192000"/>
              <a:gd name="connsiteY161" fmla="*/ 154327 h 1157500"/>
              <a:gd name="connsiteX162" fmla="*/ 9924173 w 12192000"/>
              <a:gd name="connsiteY162" fmla="*/ 158591 h 1157500"/>
              <a:gd name="connsiteX163" fmla="*/ 10010969 w 12192000"/>
              <a:gd name="connsiteY163" fmla="*/ 155802 h 1157500"/>
              <a:gd name="connsiteX164" fmla="*/ 10070699 w 12192000"/>
              <a:gd name="connsiteY164" fmla="*/ 157854 h 1157500"/>
              <a:gd name="connsiteX165" fmla="*/ 10155104 w 12192000"/>
              <a:gd name="connsiteY165" fmla="*/ 151613 h 1157500"/>
              <a:gd name="connsiteX166" fmla="*/ 10250982 w 12192000"/>
              <a:gd name="connsiteY166" fmla="*/ 128642 h 1157500"/>
              <a:gd name="connsiteX167" fmla="*/ 10322829 w 12192000"/>
              <a:gd name="connsiteY167" fmla="*/ 145475 h 1157500"/>
              <a:gd name="connsiteX168" fmla="*/ 10448511 w 12192000"/>
              <a:gd name="connsiteY168" fmla="*/ 127195 h 1157500"/>
              <a:gd name="connsiteX169" fmla="*/ 10561157 w 12192000"/>
              <a:gd name="connsiteY169" fmla="*/ 108661 h 1157500"/>
              <a:gd name="connsiteX170" fmla="*/ 10629093 w 12192000"/>
              <a:gd name="connsiteY170" fmla="*/ 120997 h 1157500"/>
              <a:gd name="connsiteX171" fmla="*/ 10801598 w 12192000"/>
              <a:gd name="connsiteY171" fmla="*/ 113562 h 1157500"/>
              <a:gd name="connsiteX172" fmla="*/ 10888594 w 12192000"/>
              <a:gd name="connsiteY172" fmla="*/ 121439 h 1157500"/>
              <a:gd name="connsiteX173" fmla="*/ 10967891 w 12192000"/>
              <a:gd name="connsiteY173" fmla="*/ 131083 h 1157500"/>
              <a:gd name="connsiteX174" fmla="*/ 11085076 w 12192000"/>
              <a:gd name="connsiteY174" fmla="*/ 150485 h 1157500"/>
              <a:gd name="connsiteX175" fmla="*/ 11172617 w 12192000"/>
              <a:gd name="connsiteY175" fmla="*/ 164976 h 1157500"/>
              <a:gd name="connsiteX176" fmla="*/ 11281340 w 12192000"/>
              <a:gd name="connsiteY176" fmla="*/ 184188 h 1157500"/>
              <a:gd name="connsiteX177" fmla="*/ 11406511 w 12192000"/>
              <a:gd name="connsiteY17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228227 w 12192000"/>
              <a:gd name="connsiteY132" fmla="*/ 105972 h 1157500"/>
              <a:gd name="connsiteX133" fmla="*/ 8237963 w 12192000"/>
              <a:gd name="connsiteY133" fmla="*/ 106996 h 1157500"/>
              <a:gd name="connsiteX134" fmla="*/ 8307239 w 12192000"/>
              <a:gd name="connsiteY134" fmla="*/ 94591 h 1157500"/>
              <a:gd name="connsiteX135" fmla="*/ 8339282 w 12192000"/>
              <a:gd name="connsiteY135" fmla="*/ 108942 h 1157500"/>
              <a:gd name="connsiteX136" fmla="*/ 8346156 w 12192000"/>
              <a:gd name="connsiteY136" fmla="*/ 111227 h 1157500"/>
              <a:gd name="connsiteX137" fmla="*/ 8433385 w 12192000"/>
              <a:gd name="connsiteY137" fmla="*/ 99669 h 1157500"/>
              <a:gd name="connsiteX138" fmla="*/ 8533779 w 12192000"/>
              <a:gd name="connsiteY138" fmla="*/ 98374 h 1157500"/>
              <a:gd name="connsiteX139" fmla="*/ 8632833 w 12192000"/>
              <a:gd name="connsiteY139" fmla="*/ 100532 h 1157500"/>
              <a:gd name="connsiteX140" fmla="*/ 8668523 w 12192000"/>
              <a:gd name="connsiteY140" fmla="*/ 102979 h 1157500"/>
              <a:gd name="connsiteX141" fmla="*/ 8732893 w 12192000"/>
              <a:gd name="connsiteY141" fmla="*/ 99991 h 1157500"/>
              <a:gd name="connsiteX142" fmla="*/ 8764071 w 12192000"/>
              <a:gd name="connsiteY142" fmla="*/ 94587 h 1157500"/>
              <a:gd name="connsiteX143" fmla="*/ 8767004 w 12192000"/>
              <a:gd name="connsiteY143" fmla="*/ 91519 h 1157500"/>
              <a:gd name="connsiteX144" fmla="*/ 8772553 w 12192000"/>
              <a:gd name="connsiteY144" fmla="*/ 90314 h 1157500"/>
              <a:gd name="connsiteX145" fmla="*/ 8787201 w 12192000"/>
              <a:gd name="connsiteY145" fmla="*/ 92033 h 1157500"/>
              <a:gd name="connsiteX146" fmla="*/ 8792624 w 12192000"/>
              <a:gd name="connsiteY146" fmla="*/ 93503 h 1157500"/>
              <a:gd name="connsiteX147" fmla="*/ 8800741 w 12192000"/>
              <a:gd name="connsiteY147" fmla="*/ 93897 h 1157500"/>
              <a:gd name="connsiteX148" fmla="*/ 8800966 w 12192000"/>
              <a:gd name="connsiteY148" fmla="*/ 93645 h 1157500"/>
              <a:gd name="connsiteX149" fmla="*/ 8808513 w 12192000"/>
              <a:gd name="connsiteY149" fmla="*/ 94530 h 1157500"/>
              <a:gd name="connsiteX150" fmla="*/ 8845110 w 12192000"/>
              <a:gd name="connsiteY150" fmla="*/ 102179 h 1157500"/>
              <a:gd name="connsiteX151" fmla="*/ 9026654 w 12192000"/>
              <a:gd name="connsiteY151" fmla="*/ 93420 h 1157500"/>
              <a:gd name="connsiteX152" fmla="*/ 9088505 w 12192000"/>
              <a:gd name="connsiteY152" fmla="*/ 113002 h 1157500"/>
              <a:gd name="connsiteX153" fmla="*/ 9203241 w 12192000"/>
              <a:gd name="connsiteY153" fmla="*/ 111713 h 1157500"/>
              <a:gd name="connsiteX154" fmla="*/ 9415584 w 12192000"/>
              <a:gd name="connsiteY154" fmla="*/ 157156 h 1157500"/>
              <a:gd name="connsiteX155" fmla="*/ 9505102 w 12192000"/>
              <a:gd name="connsiteY155" fmla="*/ 141042 h 1157500"/>
              <a:gd name="connsiteX156" fmla="*/ 9643040 w 12192000"/>
              <a:gd name="connsiteY156" fmla="*/ 158233 h 1157500"/>
              <a:gd name="connsiteX157" fmla="*/ 9762999 w 12192000"/>
              <a:gd name="connsiteY157" fmla="*/ 162623 h 1157500"/>
              <a:gd name="connsiteX158" fmla="*/ 9776183 w 12192000"/>
              <a:gd name="connsiteY158" fmla="*/ 162191 h 1157500"/>
              <a:gd name="connsiteX159" fmla="*/ 9780532 w 12192000"/>
              <a:gd name="connsiteY159" fmla="*/ 155823 h 1157500"/>
              <a:gd name="connsiteX160" fmla="*/ 9910588 w 12192000"/>
              <a:gd name="connsiteY160" fmla="*/ 154327 h 1157500"/>
              <a:gd name="connsiteX161" fmla="*/ 9924173 w 12192000"/>
              <a:gd name="connsiteY161" fmla="*/ 158591 h 1157500"/>
              <a:gd name="connsiteX162" fmla="*/ 10010969 w 12192000"/>
              <a:gd name="connsiteY162" fmla="*/ 155802 h 1157500"/>
              <a:gd name="connsiteX163" fmla="*/ 10070699 w 12192000"/>
              <a:gd name="connsiteY163" fmla="*/ 157854 h 1157500"/>
              <a:gd name="connsiteX164" fmla="*/ 10155104 w 12192000"/>
              <a:gd name="connsiteY164" fmla="*/ 151613 h 1157500"/>
              <a:gd name="connsiteX165" fmla="*/ 10250982 w 12192000"/>
              <a:gd name="connsiteY165" fmla="*/ 128642 h 1157500"/>
              <a:gd name="connsiteX166" fmla="*/ 10322829 w 12192000"/>
              <a:gd name="connsiteY166" fmla="*/ 145475 h 1157500"/>
              <a:gd name="connsiteX167" fmla="*/ 10448511 w 12192000"/>
              <a:gd name="connsiteY167" fmla="*/ 127195 h 1157500"/>
              <a:gd name="connsiteX168" fmla="*/ 10561157 w 12192000"/>
              <a:gd name="connsiteY168" fmla="*/ 108661 h 1157500"/>
              <a:gd name="connsiteX169" fmla="*/ 10629093 w 12192000"/>
              <a:gd name="connsiteY169" fmla="*/ 120997 h 1157500"/>
              <a:gd name="connsiteX170" fmla="*/ 10801598 w 12192000"/>
              <a:gd name="connsiteY170" fmla="*/ 113562 h 1157500"/>
              <a:gd name="connsiteX171" fmla="*/ 10888594 w 12192000"/>
              <a:gd name="connsiteY171" fmla="*/ 121439 h 1157500"/>
              <a:gd name="connsiteX172" fmla="*/ 10967891 w 12192000"/>
              <a:gd name="connsiteY172" fmla="*/ 131083 h 1157500"/>
              <a:gd name="connsiteX173" fmla="*/ 11085076 w 12192000"/>
              <a:gd name="connsiteY173" fmla="*/ 150485 h 1157500"/>
              <a:gd name="connsiteX174" fmla="*/ 11172617 w 12192000"/>
              <a:gd name="connsiteY174" fmla="*/ 164976 h 1157500"/>
              <a:gd name="connsiteX175" fmla="*/ 11281340 w 12192000"/>
              <a:gd name="connsiteY175" fmla="*/ 184188 h 1157500"/>
              <a:gd name="connsiteX176" fmla="*/ 11406511 w 12192000"/>
              <a:gd name="connsiteY17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117907 h 1157500"/>
              <a:gd name="connsiteX132" fmla="*/ 8228227 w 12192000"/>
              <a:gd name="connsiteY132" fmla="*/ 105972 h 1157500"/>
              <a:gd name="connsiteX133" fmla="*/ 8237963 w 12192000"/>
              <a:gd name="connsiteY133" fmla="*/ 106996 h 1157500"/>
              <a:gd name="connsiteX134" fmla="*/ 8307239 w 12192000"/>
              <a:gd name="connsiteY134" fmla="*/ 94591 h 1157500"/>
              <a:gd name="connsiteX135" fmla="*/ 8339282 w 12192000"/>
              <a:gd name="connsiteY135" fmla="*/ 108942 h 1157500"/>
              <a:gd name="connsiteX136" fmla="*/ 8346156 w 12192000"/>
              <a:gd name="connsiteY136" fmla="*/ 111227 h 1157500"/>
              <a:gd name="connsiteX137" fmla="*/ 8433385 w 12192000"/>
              <a:gd name="connsiteY137" fmla="*/ 99669 h 1157500"/>
              <a:gd name="connsiteX138" fmla="*/ 8533779 w 12192000"/>
              <a:gd name="connsiteY138" fmla="*/ 98374 h 1157500"/>
              <a:gd name="connsiteX139" fmla="*/ 8632833 w 12192000"/>
              <a:gd name="connsiteY139" fmla="*/ 100532 h 1157500"/>
              <a:gd name="connsiteX140" fmla="*/ 8668523 w 12192000"/>
              <a:gd name="connsiteY140" fmla="*/ 102979 h 1157500"/>
              <a:gd name="connsiteX141" fmla="*/ 8732893 w 12192000"/>
              <a:gd name="connsiteY141" fmla="*/ 99991 h 1157500"/>
              <a:gd name="connsiteX142" fmla="*/ 8764071 w 12192000"/>
              <a:gd name="connsiteY142" fmla="*/ 94587 h 1157500"/>
              <a:gd name="connsiteX143" fmla="*/ 8767004 w 12192000"/>
              <a:gd name="connsiteY143" fmla="*/ 91519 h 1157500"/>
              <a:gd name="connsiteX144" fmla="*/ 8772553 w 12192000"/>
              <a:gd name="connsiteY144" fmla="*/ 90314 h 1157500"/>
              <a:gd name="connsiteX145" fmla="*/ 8787201 w 12192000"/>
              <a:gd name="connsiteY145" fmla="*/ 92033 h 1157500"/>
              <a:gd name="connsiteX146" fmla="*/ 8792624 w 12192000"/>
              <a:gd name="connsiteY146" fmla="*/ 93503 h 1157500"/>
              <a:gd name="connsiteX147" fmla="*/ 8800741 w 12192000"/>
              <a:gd name="connsiteY147" fmla="*/ 93897 h 1157500"/>
              <a:gd name="connsiteX148" fmla="*/ 8800966 w 12192000"/>
              <a:gd name="connsiteY148" fmla="*/ 93645 h 1157500"/>
              <a:gd name="connsiteX149" fmla="*/ 8808513 w 12192000"/>
              <a:gd name="connsiteY149" fmla="*/ 94530 h 1157500"/>
              <a:gd name="connsiteX150" fmla="*/ 8845110 w 12192000"/>
              <a:gd name="connsiteY150" fmla="*/ 102179 h 1157500"/>
              <a:gd name="connsiteX151" fmla="*/ 9026654 w 12192000"/>
              <a:gd name="connsiteY151" fmla="*/ 93420 h 1157500"/>
              <a:gd name="connsiteX152" fmla="*/ 9088505 w 12192000"/>
              <a:gd name="connsiteY152" fmla="*/ 113002 h 1157500"/>
              <a:gd name="connsiteX153" fmla="*/ 9203241 w 12192000"/>
              <a:gd name="connsiteY153" fmla="*/ 111713 h 1157500"/>
              <a:gd name="connsiteX154" fmla="*/ 9415584 w 12192000"/>
              <a:gd name="connsiteY154" fmla="*/ 157156 h 1157500"/>
              <a:gd name="connsiteX155" fmla="*/ 9505102 w 12192000"/>
              <a:gd name="connsiteY155" fmla="*/ 141042 h 1157500"/>
              <a:gd name="connsiteX156" fmla="*/ 9643040 w 12192000"/>
              <a:gd name="connsiteY156" fmla="*/ 158233 h 1157500"/>
              <a:gd name="connsiteX157" fmla="*/ 9762999 w 12192000"/>
              <a:gd name="connsiteY157" fmla="*/ 162623 h 1157500"/>
              <a:gd name="connsiteX158" fmla="*/ 9776183 w 12192000"/>
              <a:gd name="connsiteY158" fmla="*/ 162191 h 1157500"/>
              <a:gd name="connsiteX159" fmla="*/ 9780532 w 12192000"/>
              <a:gd name="connsiteY159" fmla="*/ 155823 h 1157500"/>
              <a:gd name="connsiteX160" fmla="*/ 9910588 w 12192000"/>
              <a:gd name="connsiteY160" fmla="*/ 154327 h 1157500"/>
              <a:gd name="connsiteX161" fmla="*/ 9924173 w 12192000"/>
              <a:gd name="connsiteY161" fmla="*/ 158591 h 1157500"/>
              <a:gd name="connsiteX162" fmla="*/ 10010969 w 12192000"/>
              <a:gd name="connsiteY162" fmla="*/ 155802 h 1157500"/>
              <a:gd name="connsiteX163" fmla="*/ 10070699 w 12192000"/>
              <a:gd name="connsiteY163" fmla="*/ 157854 h 1157500"/>
              <a:gd name="connsiteX164" fmla="*/ 10155104 w 12192000"/>
              <a:gd name="connsiteY164" fmla="*/ 151613 h 1157500"/>
              <a:gd name="connsiteX165" fmla="*/ 10250982 w 12192000"/>
              <a:gd name="connsiteY165" fmla="*/ 128642 h 1157500"/>
              <a:gd name="connsiteX166" fmla="*/ 10322829 w 12192000"/>
              <a:gd name="connsiteY166" fmla="*/ 145475 h 1157500"/>
              <a:gd name="connsiteX167" fmla="*/ 10448511 w 12192000"/>
              <a:gd name="connsiteY167" fmla="*/ 127195 h 1157500"/>
              <a:gd name="connsiteX168" fmla="*/ 10561157 w 12192000"/>
              <a:gd name="connsiteY168" fmla="*/ 108661 h 1157500"/>
              <a:gd name="connsiteX169" fmla="*/ 10629093 w 12192000"/>
              <a:gd name="connsiteY169" fmla="*/ 120997 h 1157500"/>
              <a:gd name="connsiteX170" fmla="*/ 10801598 w 12192000"/>
              <a:gd name="connsiteY170" fmla="*/ 113562 h 1157500"/>
              <a:gd name="connsiteX171" fmla="*/ 10888594 w 12192000"/>
              <a:gd name="connsiteY171" fmla="*/ 121439 h 1157500"/>
              <a:gd name="connsiteX172" fmla="*/ 10967891 w 12192000"/>
              <a:gd name="connsiteY172" fmla="*/ 131083 h 1157500"/>
              <a:gd name="connsiteX173" fmla="*/ 11085076 w 12192000"/>
              <a:gd name="connsiteY173" fmla="*/ 150485 h 1157500"/>
              <a:gd name="connsiteX174" fmla="*/ 11172617 w 12192000"/>
              <a:gd name="connsiteY174" fmla="*/ 164976 h 1157500"/>
              <a:gd name="connsiteX175" fmla="*/ 11281340 w 12192000"/>
              <a:gd name="connsiteY175" fmla="*/ 184188 h 1157500"/>
              <a:gd name="connsiteX176" fmla="*/ 11406511 w 12192000"/>
              <a:gd name="connsiteY17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14292 w 12192000"/>
              <a:gd name="connsiteY93" fmla="*/ 314431 h 1157500"/>
              <a:gd name="connsiteX94" fmla="*/ 5487276 w 12192000"/>
              <a:gd name="connsiteY94" fmla="*/ 300918 h 1157500"/>
              <a:gd name="connsiteX95" fmla="*/ 5612716 w 12192000"/>
              <a:gd name="connsiteY95" fmla="*/ 301686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12716 w 12192000"/>
              <a:gd name="connsiteY95" fmla="*/ 301686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359642 w 12192000"/>
              <a:gd name="connsiteY91" fmla="*/ 334143 h 1157500"/>
              <a:gd name="connsiteX92" fmla="*/ 5399423 w 12192000"/>
              <a:gd name="connsiteY92" fmla="*/ 383411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99423 w 12192000"/>
              <a:gd name="connsiteY92" fmla="*/ 383411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55138 w 12192000"/>
              <a:gd name="connsiteY17" fmla="*/ 335027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55138 w 12192000"/>
              <a:gd name="connsiteY17" fmla="*/ 335027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157500">
                <a:moveTo>
                  <a:pt x="11488370" y="200200"/>
                </a:moveTo>
                <a:lnTo>
                  <a:pt x="11736204" y="277509"/>
                </a:lnTo>
                <a:cubicBezTo>
                  <a:pt x="11744762" y="269148"/>
                  <a:pt x="11707920" y="238809"/>
                  <a:pt x="11705740" y="250993"/>
                </a:cubicBezTo>
                <a:cubicBezTo>
                  <a:pt x="11715219" y="247914"/>
                  <a:pt x="11817448" y="284212"/>
                  <a:pt x="11819139" y="304143"/>
                </a:cubicBezTo>
                <a:lnTo>
                  <a:pt x="11835615" y="305790"/>
                </a:lnTo>
                <a:lnTo>
                  <a:pt x="11980134" y="321911"/>
                </a:lnTo>
                <a:cubicBezTo>
                  <a:pt x="11999877" y="311225"/>
                  <a:pt x="12100908" y="358235"/>
                  <a:pt x="12174576" y="376108"/>
                </a:cubicBezTo>
                <a:lnTo>
                  <a:pt x="12192000" y="379233"/>
                </a:lnTo>
                <a:lnTo>
                  <a:pt x="12192000" y="1157500"/>
                </a:lnTo>
                <a:lnTo>
                  <a:pt x="0" y="1157500"/>
                </a:lnTo>
                <a:lnTo>
                  <a:pt x="0" y="483545"/>
                </a:lnTo>
                <a:lnTo>
                  <a:pt x="5331" y="482797"/>
                </a:lnTo>
                <a:cubicBezTo>
                  <a:pt x="18193" y="480278"/>
                  <a:pt x="30228" y="476931"/>
                  <a:pt x="39902" y="472284"/>
                </a:cubicBezTo>
                <a:lnTo>
                  <a:pt x="117880" y="420956"/>
                </a:lnTo>
                <a:lnTo>
                  <a:pt x="238140" y="379297"/>
                </a:lnTo>
                <a:lnTo>
                  <a:pt x="249589" y="379517"/>
                </a:lnTo>
                <a:lnTo>
                  <a:pt x="296963" y="356102"/>
                </a:lnTo>
                <a:cubicBezTo>
                  <a:pt x="312678" y="347064"/>
                  <a:pt x="343148" y="347396"/>
                  <a:pt x="355138" y="335027"/>
                </a:cubicBezTo>
                <a:cubicBezTo>
                  <a:pt x="389823" y="336420"/>
                  <a:pt x="430593" y="317899"/>
                  <a:pt x="447152" y="327423"/>
                </a:cubicBezTo>
                <a:cubicBezTo>
                  <a:pt x="455944" y="329357"/>
                  <a:pt x="465515" y="332702"/>
                  <a:pt x="475247" y="336714"/>
                </a:cubicBezTo>
                <a:lnTo>
                  <a:pt x="477967" y="337960"/>
                </a:lnTo>
                <a:lnTo>
                  <a:pt x="703732" y="316599"/>
                </a:lnTo>
                <a:cubicBezTo>
                  <a:pt x="746107" y="330820"/>
                  <a:pt x="806181" y="301331"/>
                  <a:pt x="853391" y="303591"/>
                </a:cubicBezTo>
                <a:cubicBezTo>
                  <a:pt x="890324" y="300606"/>
                  <a:pt x="911072" y="300861"/>
                  <a:pt x="925332" y="298686"/>
                </a:cubicBezTo>
                <a:lnTo>
                  <a:pt x="941286" y="288932"/>
                </a:lnTo>
                <a:lnTo>
                  <a:pt x="950845" y="286595"/>
                </a:lnTo>
                <a:lnTo>
                  <a:pt x="953292" y="280892"/>
                </a:lnTo>
                <a:lnTo>
                  <a:pt x="967499" y="273760"/>
                </a:lnTo>
                <a:cubicBezTo>
                  <a:pt x="986828" y="270739"/>
                  <a:pt x="1040782" y="267298"/>
                  <a:pt x="1069267" y="262766"/>
                </a:cubicBezTo>
                <a:cubicBezTo>
                  <a:pt x="1097752" y="258234"/>
                  <a:pt x="1122462" y="250591"/>
                  <a:pt x="1138407" y="246567"/>
                </a:cubicBezTo>
                <a:cubicBezTo>
                  <a:pt x="1144898" y="236958"/>
                  <a:pt x="1166843" y="249172"/>
                  <a:pt x="1164931" y="238622"/>
                </a:cubicBezTo>
                <a:cubicBezTo>
                  <a:pt x="1180564" y="246940"/>
                  <a:pt x="1196701" y="226601"/>
                  <a:pt x="1211622" y="220676"/>
                </a:cubicBezTo>
                <a:cubicBezTo>
                  <a:pt x="1223659" y="229216"/>
                  <a:pt x="1243095" y="208360"/>
                  <a:pt x="1274567" y="203380"/>
                </a:cubicBezTo>
                <a:cubicBezTo>
                  <a:pt x="1293468" y="201257"/>
                  <a:pt x="1311321" y="207897"/>
                  <a:pt x="1325029" y="207937"/>
                </a:cubicBezTo>
                <a:cubicBezTo>
                  <a:pt x="1338735" y="207977"/>
                  <a:pt x="1348238" y="198018"/>
                  <a:pt x="1356805" y="203622"/>
                </a:cubicBezTo>
                <a:cubicBezTo>
                  <a:pt x="1397191" y="219648"/>
                  <a:pt x="1434108" y="214432"/>
                  <a:pt x="1468752" y="214604"/>
                </a:cubicBezTo>
                <a:lnTo>
                  <a:pt x="1650750" y="165090"/>
                </a:lnTo>
                <a:cubicBezTo>
                  <a:pt x="1648963" y="168696"/>
                  <a:pt x="1647366" y="172646"/>
                  <a:pt x="1655056" y="172106"/>
                </a:cubicBezTo>
                <a:cubicBezTo>
                  <a:pt x="1671361" y="169178"/>
                  <a:pt x="1673472" y="184671"/>
                  <a:pt x="1683220" y="169652"/>
                </a:cubicBezTo>
                <a:lnTo>
                  <a:pt x="1685599" y="165388"/>
                </a:lnTo>
                <a:lnTo>
                  <a:pt x="1735783" y="177400"/>
                </a:lnTo>
                <a:cubicBezTo>
                  <a:pt x="1749257" y="166311"/>
                  <a:pt x="1765900" y="183563"/>
                  <a:pt x="1797102" y="182289"/>
                </a:cubicBezTo>
                <a:cubicBezTo>
                  <a:pt x="1811926" y="169557"/>
                  <a:pt x="1818113" y="181582"/>
                  <a:pt x="1845638" y="163774"/>
                </a:cubicBezTo>
                <a:cubicBezTo>
                  <a:pt x="1846487" y="165173"/>
                  <a:pt x="1847613" y="166431"/>
                  <a:pt x="1848980" y="167516"/>
                </a:cubicBezTo>
                <a:cubicBezTo>
                  <a:pt x="1856916" y="173813"/>
                  <a:pt x="1871067" y="172913"/>
                  <a:pt x="1880587" y="165506"/>
                </a:cubicBezTo>
                <a:cubicBezTo>
                  <a:pt x="1923931" y="141120"/>
                  <a:pt x="1960626" y="138988"/>
                  <a:pt x="1995803" y="131847"/>
                </a:cubicBezTo>
                <a:cubicBezTo>
                  <a:pt x="2035252" y="126138"/>
                  <a:pt x="2005733" y="152676"/>
                  <a:pt x="2057448" y="128650"/>
                </a:cubicBezTo>
                <a:lnTo>
                  <a:pt x="2119088" y="113508"/>
                </a:lnTo>
                <a:lnTo>
                  <a:pt x="2138831" y="116194"/>
                </a:lnTo>
                <a:lnTo>
                  <a:pt x="2214259" y="110542"/>
                </a:lnTo>
                <a:cubicBezTo>
                  <a:pt x="2231866" y="109392"/>
                  <a:pt x="2248895" y="106792"/>
                  <a:pt x="2264911" y="101639"/>
                </a:cubicBezTo>
                <a:lnTo>
                  <a:pt x="2454058" y="67266"/>
                </a:lnTo>
                <a:cubicBezTo>
                  <a:pt x="2493261" y="60995"/>
                  <a:pt x="2507044" y="67482"/>
                  <a:pt x="2534188" y="63730"/>
                </a:cubicBezTo>
                <a:cubicBezTo>
                  <a:pt x="2561369" y="55120"/>
                  <a:pt x="2595762" y="48572"/>
                  <a:pt x="2616912" y="44757"/>
                </a:cubicBezTo>
                <a:lnTo>
                  <a:pt x="2698592" y="35873"/>
                </a:lnTo>
                <a:lnTo>
                  <a:pt x="2891953" y="28541"/>
                </a:lnTo>
                <a:cubicBezTo>
                  <a:pt x="2950958" y="23829"/>
                  <a:pt x="3010410" y="10714"/>
                  <a:pt x="3052621" y="7598"/>
                </a:cubicBezTo>
                <a:lnTo>
                  <a:pt x="3145220" y="9845"/>
                </a:lnTo>
                <a:cubicBezTo>
                  <a:pt x="3177400" y="14393"/>
                  <a:pt x="3204801" y="-7157"/>
                  <a:pt x="3233309" y="2536"/>
                </a:cubicBezTo>
                <a:cubicBezTo>
                  <a:pt x="3255675" y="11382"/>
                  <a:pt x="3297066" y="6358"/>
                  <a:pt x="3320851" y="12470"/>
                </a:cubicBezTo>
                <a:cubicBezTo>
                  <a:pt x="3329831" y="24823"/>
                  <a:pt x="3377875" y="36659"/>
                  <a:pt x="3394552" y="31847"/>
                </a:cubicBezTo>
                <a:cubicBezTo>
                  <a:pt x="3429790" y="38762"/>
                  <a:pt x="3435943" y="56644"/>
                  <a:pt x="3462252" y="62214"/>
                </a:cubicBezTo>
                <a:lnTo>
                  <a:pt x="3504799" y="86931"/>
                </a:lnTo>
                <a:lnTo>
                  <a:pt x="3568807" y="78125"/>
                </a:lnTo>
                <a:lnTo>
                  <a:pt x="3571993" y="80673"/>
                </a:lnTo>
                <a:cubicBezTo>
                  <a:pt x="3578062" y="85577"/>
                  <a:pt x="3584192" y="90177"/>
                  <a:pt x="3590879" y="93683"/>
                </a:cubicBezTo>
                <a:cubicBezTo>
                  <a:pt x="3596400" y="74581"/>
                  <a:pt x="3611075" y="80458"/>
                  <a:pt x="3623973" y="86652"/>
                </a:cubicBezTo>
                <a:lnTo>
                  <a:pt x="3636728" y="91587"/>
                </a:lnTo>
                <a:lnTo>
                  <a:pt x="3676976" y="90168"/>
                </a:lnTo>
                <a:cubicBezTo>
                  <a:pt x="3705974" y="99624"/>
                  <a:pt x="3711759" y="100874"/>
                  <a:pt x="3722653" y="108931"/>
                </a:cubicBezTo>
                <a:lnTo>
                  <a:pt x="3775112" y="92538"/>
                </a:lnTo>
                <a:lnTo>
                  <a:pt x="3932956" y="115905"/>
                </a:lnTo>
                <a:cubicBezTo>
                  <a:pt x="3980745" y="126913"/>
                  <a:pt x="4055421" y="153801"/>
                  <a:pt x="4100593" y="157402"/>
                </a:cubicBezTo>
                <a:cubicBezTo>
                  <a:pt x="4235789" y="169247"/>
                  <a:pt x="4169239" y="181290"/>
                  <a:pt x="4316364" y="171021"/>
                </a:cubicBezTo>
                <a:cubicBezTo>
                  <a:pt x="4321343" y="166286"/>
                  <a:pt x="4381395" y="160379"/>
                  <a:pt x="4387387" y="157928"/>
                </a:cubicBezTo>
                <a:lnTo>
                  <a:pt x="4427957" y="171094"/>
                </a:lnTo>
                <a:lnTo>
                  <a:pt x="4502291" y="181765"/>
                </a:lnTo>
                <a:lnTo>
                  <a:pt x="4600771" y="205711"/>
                </a:lnTo>
                <a:cubicBezTo>
                  <a:pt x="4614771" y="204471"/>
                  <a:pt x="4629325" y="203819"/>
                  <a:pt x="4644102" y="203931"/>
                </a:cubicBezTo>
                <a:lnTo>
                  <a:pt x="4652752" y="204470"/>
                </a:lnTo>
                <a:cubicBezTo>
                  <a:pt x="4652799" y="204598"/>
                  <a:pt x="4652848" y="204725"/>
                  <a:pt x="4652896" y="204854"/>
                </a:cubicBezTo>
                <a:cubicBezTo>
                  <a:pt x="4658320" y="205194"/>
                  <a:pt x="4678972" y="205760"/>
                  <a:pt x="4685303" y="206507"/>
                </a:cubicBezTo>
                <a:lnTo>
                  <a:pt x="4690886" y="209335"/>
                </a:lnTo>
                <a:lnTo>
                  <a:pt x="4725430" y="232300"/>
                </a:lnTo>
                <a:cubicBezTo>
                  <a:pt x="4737427" y="225159"/>
                  <a:pt x="4775104" y="220398"/>
                  <a:pt x="4800051" y="224667"/>
                </a:cubicBezTo>
                <a:cubicBezTo>
                  <a:pt x="4824999" y="228938"/>
                  <a:pt x="4838104" y="248249"/>
                  <a:pt x="4875115" y="257918"/>
                </a:cubicBezTo>
                <a:cubicBezTo>
                  <a:pt x="4910396" y="265642"/>
                  <a:pt x="4896976" y="265648"/>
                  <a:pt x="4936450" y="274470"/>
                </a:cubicBezTo>
                <a:cubicBezTo>
                  <a:pt x="4977972" y="284707"/>
                  <a:pt x="4987604" y="292774"/>
                  <a:pt x="5030961" y="299480"/>
                </a:cubicBezTo>
                <a:cubicBezTo>
                  <a:pt x="5067269" y="317134"/>
                  <a:pt x="5060686" y="289647"/>
                  <a:pt x="5082734" y="302149"/>
                </a:cubicBezTo>
                <a:lnTo>
                  <a:pt x="5138799" y="297368"/>
                </a:lnTo>
                <a:cubicBezTo>
                  <a:pt x="5159783" y="297540"/>
                  <a:pt x="5206986" y="309963"/>
                  <a:pt x="5233191" y="313442"/>
                </a:cubicBezTo>
                <a:cubicBezTo>
                  <a:pt x="5259396" y="316921"/>
                  <a:pt x="5266342" y="319245"/>
                  <a:pt x="5296032" y="318240"/>
                </a:cubicBezTo>
                <a:lnTo>
                  <a:pt x="5378219" y="314499"/>
                </a:lnTo>
                <a:lnTo>
                  <a:pt x="5435496" y="314431"/>
                </a:lnTo>
                <a:cubicBezTo>
                  <a:pt x="5440487" y="310702"/>
                  <a:pt x="5483979" y="306621"/>
                  <a:pt x="5487276" y="300918"/>
                </a:cubicBezTo>
                <a:cubicBezTo>
                  <a:pt x="5545059" y="304954"/>
                  <a:pt x="5572672" y="291684"/>
                  <a:pt x="5633920" y="291084"/>
                </a:cubicBezTo>
                <a:cubicBezTo>
                  <a:pt x="5727905" y="302066"/>
                  <a:pt x="5706403" y="269471"/>
                  <a:pt x="5864813" y="251420"/>
                </a:cubicBezTo>
                <a:cubicBezTo>
                  <a:pt x="5919383" y="246198"/>
                  <a:pt x="6095366" y="228719"/>
                  <a:pt x="6151392" y="219300"/>
                </a:cubicBezTo>
                <a:cubicBezTo>
                  <a:pt x="6137061" y="185615"/>
                  <a:pt x="6183146" y="225405"/>
                  <a:pt x="6209396" y="214037"/>
                </a:cubicBezTo>
                <a:cubicBezTo>
                  <a:pt x="6229147" y="214131"/>
                  <a:pt x="6253887" y="216055"/>
                  <a:pt x="6269898" y="219868"/>
                </a:cubicBezTo>
                <a:cubicBezTo>
                  <a:pt x="6293728" y="217983"/>
                  <a:pt x="6338396" y="205590"/>
                  <a:pt x="6352373" y="202729"/>
                </a:cubicBezTo>
                <a:lnTo>
                  <a:pt x="6353759" y="202703"/>
                </a:lnTo>
                <a:lnTo>
                  <a:pt x="6363346" y="190268"/>
                </a:lnTo>
                <a:cubicBezTo>
                  <a:pt x="6374599" y="181828"/>
                  <a:pt x="6378877" y="199416"/>
                  <a:pt x="6400681" y="197970"/>
                </a:cubicBezTo>
                <a:lnTo>
                  <a:pt x="6402041" y="200641"/>
                </a:lnTo>
                <a:lnTo>
                  <a:pt x="6502019" y="192356"/>
                </a:lnTo>
                <a:cubicBezTo>
                  <a:pt x="6507553" y="192731"/>
                  <a:pt x="6513074" y="191400"/>
                  <a:pt x="6518229" y="191407"/>
                </a:cubicBezTo>
                <a:lnTo>
                  <a:pt x="6595639" y="168164"/>
                </a:lnTo>
                <a:cubicBezTo>
                  <a:pt x="6669524" y="198156"/>
                  <a:pt x="6631660" y="161331"/>
                  <a:pt x="6692265" y="164829"/>
                </a:cubicBezTo>
                <a:lnTo>
                  <a:pt x="6697219" y="165301"/>
                </a:lnTo>
                <a:lnTo>
                  <a:pt x="6713656" y="153600"/>
                </a:lnTo>
                <a:cubicBezTo>
                  <a:pt x="6713896" y="152540"/>
                  <a:pt x="6714141" y="151485"/>
                  <a:pt x="6714383" y="150425"/>
                </a:cubicBezTo>
                <a:lnTo>
                  <a:pt x="6774793" y="159713"/>
                </a:lnTo>
                <a:lnTo>
                  <a:pt x="6782112" y="155255"/>
                </a:lnTo>
                <a:lnTo>
                  <a:pt x="6878958" y="180824"/>
                </a:lnTo>
                <a:lnTo>
                  <a:pt x="6894439" y="177642"/>
                </a:lnTo>
                <a:lnTo>
                  <a:pt x="6963220" y="167304"/>
                </a:lnTo>
                <a:lnTo>
                  <a:pt x="6976706" y="170894"/>
                </a:lnTo>
                <a:lnTo>
                  <a:pt x="6987064" y="160402"/>
                </a:lnTo>
                <a:lnTo>
                  <a:pt x="7058714" y="175992"/>
                </a:lnTo>
                <a:lnTo>
                  <a:pt x="7060499" y="176063"/>
                </a:lnTo>
                <a:lnTo>
                  <a:pt x="7176563" y="173244"/>
                </a:lnTo>
                <a:lnTo>
                  <a:pt x="7205529" y="181011"/>
                </a:lnTo>
                <a:lnTo>
                  <a:pt x="7310118" y="162605"/>
                </a:lnTo>
                <a:cubicBezTo>
                  <a:pt x="7440488" y="155020"/>
                  <a:pt x="7553495" y="190594"/>
                  <a:pt x="7673859" y="150336"/>
                </a:cubicBezTo>
                <a:lnTo>
                  <a:pt x="7692748" y="161537"/>
                </a:lnTo>
                <a:lnTo>
                  <a:pt x="7756672" y="157372"/>
                </a:lnTo>
                <a:cubicBezTo>
                  <a:pt x="7852053" y="142628"/>
                  <a:pt x="7909958" y="134720"/>
                  <a:pt x="7974189" y="154819"/>
                </a:cubicBezTo>
                <a:cubicBezTo>
                  <a:pt x="8006066" y="151507"/>
                  <a:pt x="8083084" y="143894"/>
                  <a:pt x="8101969" y="144495"/>
                </a:cubicBezTo>
                <a:lnTo>
                  <a:pt x="8106826" y="139853"/>
                </a:lnTo>
                <a:lnTo>
                  <a:pt x="8162058" y="117907"/>
                </a:lnTo>
                <a:lnTo>
                  <a:pt x="8228227" y="105972"/>
                </a:lnTo>
                <a:lnTo>
                  <a:pt x="8237963" y="106996"/>
                </a:lnTo>
                <a:lnTo>
                  <a:pt x="8307239" y="94591"/>
                </a:lnTo>
                <a:cubicBezTo>
                  <a:pt x="8317233" y="99657"/>
                  <a:pt x="8327966" y="104511"/>
                  <a:pt x="8339282" y="108942"/>
                </a:cubicBezTo>
                <a:lnTo>
                  <a:pt x="8346156" y="111227"/>
                </a:lnTo>
                <a:lnTo>
                  <a:pt x="8433385" y="99669"/>
                </a:lnTo>
                <a:cubicBezTo>
                  <a:pt x="8472316" y="101247"/>
                  <a:pt x="8499361" y="82811"/>
                  <a:pt x="8533779" y="98374"/>
                </a:cubicBezTo>
                <a:cubicBezTo>
                  <a:pt x="8570237" y="99767"/>
                  <a:pt x="8602608" y="93069"/>
                  <a:pt x="8632833" y="100532"/>
                </a:cubicBezTo>
                <a:cubicBezTo>
                  <a:pt x="8646003" y="94698"/>
                  <a:pt x="8658069" y="92694"/>
                  <a:pt x="8668523" y="102979"/>
                </a:cubicBezTo>
                <a:cubicBezTo>
                  <a:pt x="8702829" y="101500"/>
                  <a:pt x="8712456" y="88079"/>
                  <a:pt x="8732893" y="99991"/>
                </a:cubicBezTo>
                <a:lnTo>
                  <a:pt x="8764071" y="94587"/>
                </a:lnTo>
                <a:lnTo>
                  <a:pt x="8767004" y="91519"/>
                </a:lnTo>
                <a:lnTo>
                  <a:pt x="8772553" y="90314"/>
                </a:lnTo>
                <a:lnTo>
                  <a:pt x="8787201" y="92033"/>
                </a:lnTo>
                <a:lnTo>
                  <a:pt x="8792624" y="93503"/>
                </a:lnTo>
                <a:cubicBezTo>
                  <a:pt x="8796395" y="94208"/>
                  <a:pt x="8798936" y="94282"/>
                  <a:pt x="8800741" y="93897"/>
                </a:cubicBezTo>
                <a:lnTo>
                  <a:pt x="8800966" y="93645"/>
                </a:lnTo>
                <a:lnTo>
                  <a:pt x="8808513" y="94530"/>
                </a:lnTo>
                <a:cubicBezTo>
                  <a:pt x="8821191" y="96625"/>
                  <a:pt x="8833467" y="99231"/>
                  <a:pt x="8845110" y="102179"/>
                </a:cubicBezTo>
                <a:cubicBezTo>
                  <a:pt x="8881467" y="101994"/>
                  <a:pt x="8986088" y="91616"/>
                  <a:pt x="9026654" y="93420"/>
                </a:cubicBezTo>
                <a:lnTo>
                  <a:pt x="9088505" y="113002"/>
                </a:lnTo>
                <a:cubicBezTo>
                  <a:pt x="9117936" y="116051"/>
                  <a:pt x="9140767" y="102079"/>
                  <a:pt x="9203241" y="111713"/>
                </a:cubicBezTo>
                <a:cubicBezTo>
                  <a:pt x="9263154" y="119774"/>
                  <a:pt x="9393882" y="148049"/>
                  <a:pt x="9415584" y="157156"/>
                </a:cubicBezTo>
                <a:cubicBezTo>
                  <a:pt x="9433796" y="161370"/>
                  <a:pt x="9514347" y="153402"/>
                  <a:pt x="9505102" y="141042"/>
                </a:cubicBezTo>
                <a:cubicBezTo>
                  <a:pt x="9558875" y="169244"/>
                  <a:pt x="9580546" y="143457"/>
                  <a:pt x="9643040" y="158233"/>
                </a:cubicBezTo>
                <a:lnTo>
                  <a:pt x="9762999" y="162623"/>
                </a:lnTo>
                <a:lnTo>
                  <a:pt x="9776183" y="162191"/>
                </a:lnTo>
                <a:lnTo>
                  <a:pt x="9780532" y="155823"/>
                </a:lnTo>
                <a:lnTo>
                  <a:pt x="9910588" y="154327"/>
                </a:lnTo>
                <a:lnTo>
                  <a:pt x="9924173" y="158591"/>
                </a:lnTo>
                <a:lnTo>
                  <a:pt x="10010969" y="155802"/>
                </a:lnTo>
                <a:lnTo>
                  <a:pt x="10070699" y="157854"/>
                </a:lnTo>
                <a:lnTo>
                  <a:pt x="10155104" y="151613"/>
                </a:lnTo>
                <a:lnTo>
                  <a:pt x="10250982" y="128642"/>
                </a:lnTo>
                <a:cubicBezTo>
                  <a:pt x="10282349" y="118521"/>
                  <a:pt x="10303555" y="153677"/>
                  <a:pt x="10322829" y="145475"/>
                </a:cubicBezTo>
                <a:cubicBezTo>
                  <a:pt x="10325794" y="135732"/>
                  <a:pt x="10439463" y="130373"/>
                  <a:pt x="10448511" y="127195"/>
                </a:cubicBezTo>
                <a:cubicBezTo>
                  <a:pt x="10480271" y="127883"/>
                  <a:pt x="10517412" y="101733"/>
                  <a:pt x="10561157" y="108661"/>
                </a:cubicBezTo>
                <a:cubicBezTo>
                  <a:pt x="10586930" y="103210"/>
                  <a:pt x="10622100" y="124655"/>
                  <a:pt x="10629093" y="120997"/>
                </a:cubicBezTo>
                <a:lnTo>
                  <a:pt x="10801598" y="113562"/>
                </a:lnTo>
                <a:lnTo>
                  <a:pt x="10888594" y="121439"/>
                </a:lnTo>
                <a:lnTo>
                  <a:pt x="10967891" y="131083"/>
                </a:lnTo>
                <a:lnTo>
                  <a:pt x="11085076" y="150485"/>
                </a:lnTo>
                <a:cubicBezTo>
                  <a:pt x="11115167" y="163174"/>
                  <a:pt x="11144456" y="147986"/>
                  <a:pt x="11172617" y="164976"/>
                </a:cubicBezTo>
                <a:cubicBezTo>
                  <a:pt x="11181525" y="157638"/>
                  <a:pt x="11267151" y="177614"/>
                  <a:pt x="11281340" y="184188"/>
                </a:cubicBezTo>
                <a:cubicBezTo>
                  <a:pt x="11290903" y="190213"/>
                  <a:pt x="11396426" y="186266"/>
                  <a:pt x="11406511" y="187481"/>
                </a:cubicBezTo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07E6FB-D139-51BD-7AF5-38E70656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ko-KR" sz="1000"/>
              <a:t>/ </a:t>
            </a:r>
            <a:r>
              <a:rPr lang="ko-KR" altLang="en-US" sz="1000"/>
              <a:t>코드로 배우는 리액트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1CE666-58C3-2B23-FE1A-A431435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6163E59-C53A-4641-BD4A-1C3F8A7A080E}" type="slidenum">
              <a:rPr lang="ko-KR" altLang="en-US" sz="1000"/>
              <a:pPr>
                <a:spcAft>
                  <a:spcPts val="600"/>
                </a:spcAft>
              </a:pPr>
              <a:t>36</a:t>
            </a:fld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574312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2878</TotalTime>
  <Words>1255</Words>
  <Application>Microsoft Office PowerPoint</Application>
  <PresentationFormat>와이드스크린</PresentationFormat>
  <Paragraphs>258</Paragraphs>
  <Slides>36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다음_Regular</vt:lpstr>
      <vt:lpstr>다음_SemiBold</vt:lpstr>
      <vt:lpstr>맑은 고딕</vt:lpstr>
      <vt:lpstr>Arial</vt:lpstr>
      <vt:lpstr>Consolas</vt:lpstr>
      <vt:lpstr>Courier New</vt:lpstr>
      <vt:lpstr>Wingdings</vt:lpstr>
      <vt:lpstr>Office 테마</vt:lpstr>
      <vt:lpstr>코드로 배우는 리액트 - 2025</vt:lpstr>
      <vt:lpstr>2025년 개선 내용</vt:lpstr>
      <vt:lpstr> 1장. 개발환경 설정</vt:lpstr>
      <vt:lpstr>1.1 리액트 환경설정  1.1.1 리액트 프로젝트 생성 1.2 VSCode 설치  1.2.1 VSCode 설정   1.2.2 tailwind-css 설치 1.3 Maria DB설정  1.2.1 VSCode 설정  1.4 스프링 부트 설정  1.2.1 VSCode 설정 </vt:lpstr>
      <vt:lpstr>    1. 리액트 환경설정</vt:lpstr>
      <vt:lpstr>리액트 환경설정</vt:lpstr>
      <vt:lpstr>리액트 환경설정</vt:lpstr>
      <vt:lpstr>리액트 환경설정</vt:lpstr>
      <vt:lpstr>리액트 환경설정</vt:lpstr>
      <vt:lpstr>PowerPoint 프레젠테이션</vt:lpstr>
      <vt:lpstr>    2. VSCode 설치</vt:lpstr>
      <vt:lpstr>VSCode 설치</vt:lpstr>
      <vt:lpstr>VSCode 설치</vt:lpstr>
      <vt:lpstr>VSCode 설치</vt:lpstr>
      <vt:lpstr>VSCode 설치</vt:lpstr>
      <vt:lpstr>VSCode 설치</vt:lpstr>
      <vt:lpstr>리액트 환경설정</vt:lpstr>
      <vt:lpstr>tailwind-css 설치</vt:lpstr>
      <vt:lpstr>vite 프로젝트에서 tailwind-css 라이브러리 </vt:lpstr>
      <vt:lpstr>    3. Maria DB설정</vt:lpstr>
      <vt:lpstr>Maria DB설정</vt:lpstr>
      <vt:lpstr>Maria DB설정</vt:lpstr>
      <vt:lpstr>    4. 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스프링 부트 설정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</dc:creator>
  <cp:lastModifiedBy>Wallter Kang</cp:lastModifiedBy>
  <cp:revision>27</cp:revision>
  <dcterms:created xsi:type="dcterms:W3CDTF">2023-06-17T13:58:24Z</dcterms:created>
  <dcterms:modified xsi:type="dcterms:W3CDTF">2025-04-28T01:50:35Z</dcterms:modified>
</cp:coreProperties>
</file>