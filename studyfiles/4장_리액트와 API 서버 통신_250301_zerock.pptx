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9"/>
  </p:notesMasterIdLst>
  <p:sldIdLst>
    <p:sldId id="256" r:id="rId2"/>
    <p:sldId id="1884" r:id="rId3"/>
    <p:sldId id="257" r:id="rId4"/>
    <p:sldId id="2034" r:id="rId5"/>
    <p:sldId id="2156" r:id="rId6"/>
    <p:sldId id="2155" r:id="rId7"/>
    <p:sldId id="2158" r:id="rId8"/>
    <p:sldId id="2157" r:id="rId9"/>
    <p:sldId id="2208" r:id="rId10"/>
    <p:sldId id="265" r:id="rId11"/>
    <p:sldId id="2259" r:id="rId12"/>
    <p:sldId id="2159" r:id="rId13"/>
    <p:sldId id="2093" r:id="rId14"/>
    <p:sldId id="2161" r:id="rId15"/>
    <p:sldId id="2160" r:id="rId16"/>
    <p:sldId id="2162" r:id="rId17"/>
    <p:sldId id="2209" r:id="rId18"/>
    <p:sldId id="2163" r:id="rId19"/>
    <p:sldId id="2164" r:id="rId20"/>
    <p:sldId id="2210" r:id="rId21"/>
    <p:sldId id="2136" r:id="rId22"/>
    <p:sldId id="2211" r:id="rId23"/>
    <p:sldId id="2260" r:id="rId24"/>
    <p:sldId id="2213" r:id="rId25"/>
    <p:sldId id="2214" r:id="rId26"/>
    <p:sldId id="2215" r:id="rId27"/>
    <p:sldId id="2220" r:id="rId28"/>
    <p:sldId id="2221" r:id="rId29"/>
    <p:sldId id="2167" r:id="rId30"/>
    <p:sldId id="2262" r:id="rId31"/>
    <p:sldId id="2261" r:id="rId32"/>
    <p:sldId id="2168" r:id="rId33"/>
    <p:sldId id="2224" r:id="rId34"/>
    <p:sldId id="2225" r:id="rId35"/>
    <p:sldId id="2228" r:id="rId36"/>
    <p:sldId id="2232" r:id="rId37"/>
    <p:sldId id="2233" r:id="rId38"/>
    <p:sldId id="2234" r:id="rId39"/>
    <p:sldId id="2235" r:id="rId40"/>
    <p:sldId id="2236" r:id="rId41"/>
    <p:sldId id="2237" r:id="rId42"/>
    <p:sldId id="2239" r:id="rId43"/>
    <p:sldId id="2241" r:id="rId44"/>
    <p:sldId id="2103" r:id="rId45"/>
    <p:sldId id="2177" r:id="rId46"/>
    <p:sldId id="2242" r:id="rId47"/>
    <p:sldId id="2179" r:id="rId48"/>
    <p:sldId id="2180" r:id="rId49"/>
    <p:sldId id="2263" r:id="rId50"/>
    <p:sldId id="2264" r:id="rId51"/>
    <p:sldId id="2243" r:id="rId52"/>
    <p:sldId id="2265" r:id="rId53"/>
    <p:sldId id="2266" r:id="rId54"/>
    <p:sldId id="2109" r:id="rId55"/>
    <p:sldId id="2196" r:id="rId56"/>
    <p:sldId id="2197" r:id="rId57"/>
    <p:sldId id="2198" r:id="rId58"/>
    <p:sldId id="2250" r:id="rId59"/>
    <p:sldId id="2199" r:id="rId60"/>
    <p:sldId id="2201" r:id="rId61"/>
    <p:sldId id="2202" r:id="rId62"/>
    <p:sldId id="2251" r:id="rId63"/>
    <p:sldId id="2204" r:id="rId64"/>
    <p:sldId id="2254" r:id="rId65"/>
    <p:sldId id="2268" r:id="rId66"/>
    <p:sldId id="2257" r:id="rId67"/>
    <p:sldId id="2071" r:id="rId68"/>
  </p:sldIdLst>
  <p:sldSz cx="12192000" cy="6858000"/>
  <p:notesSz cx="6858000" cy="9144000"/>
  <p:defaultTextStyle>
    <a:defPPr>
      <a:defRPr lang="ko-KR"/>
    </a:defPPr>
    <a:lvl1pPr marL="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4228AAF-FB30-4CC4-8F39-4295BB7D4D67}">
          <p14:sldIdLst>
            <p14:sldId id="256"/>
            <p14:sldId id="1884"/>
            <p14:sldId id="257"/>
          </p14:sldIdLst>
        </p14:section>
        <p14:section name="1. 개발 목표의 이해" id="{4CBEF0F6-08B4-43C4-AC52-6BE485B6E32C}">
          <p14:sldIdLst>
            <p14:sldId id="2034"/>
            <p14:sldId id="2156"/>
            <p14:sldId id="2155"/>
            <p14:sldId id="2158"/>
            <p14:sldId id="2157"/>
            <p14:sldId id="2208"/>
          </p14:sldIdLst>
        </p14:section>
        <p14:section name="2. Ajax 통신 처리" id="{845B201A-9A4E-4FB8-891C-346A79C460A2}">
          <p14:sldIdLst>
            <p14:sldId id="265"/>
            <p14:sldId id="2259"/>
            <p14:sldId id="2159"/>
          </p14:sldIdLst>
        </p14:section>
        <p14:section name="3. useEffect( )" id="{240EDB07-9542-4B75-A276-FA9C48F50317}">
          <p14:sldIdLst>
            <p14:sldId id="2093"/>
            <p14:sldId id="2161"/>
            <p14:sldId id="2160"/>
            <p14:sldId id="2162"/>
            <p14:sldId id="2209"/>
            <p14:sldId id="2163"/>
            <p14:sldId id="2164"/>
            <p14:sldId id="2210"/>
          </p14:sldIdLst>
        </p14:section>
        <p14:section name="4. 네비게이션 관련 커스텀 훅" id="{46FA462C-0E28-47DB-BF29-60642BE8EE14}">
          <p14:sldIdLst>
            <p14:sldId id="2136"/>
            <p14:sldId id="2211"/>
            <p14:sldId id="2260"/>
            <p14:sldId id="2213"/>
            <p14:sldId id="2214"/>
            <p14:sldId id="2215"/>
            <p14:sldId id="2220"/>
            <p14:sldId id="2221"/>
          </p14:sldIdLst>
        </p14:section>
        <p14:section name="5. 목록 데이터 처리" id="{5B5A8916-B509-4451-8EA6-59CD4F87B955}">
          <p14:sldIdLst>
            <p14:sldId id="2167"/>
            <p14:sldId id="2262"/>
            <p14:sldId id="2261"/>
            <p14:sldId id="2168"/>
            <p14:sldId id="2224"/>
            <p14:sldId id="2225"/>
            <p14:sldId id="2228"/>
            <p14:sldId id="2232"/>
            <p14:sldId id="2233"/>
            <p14:sldId id="2234"/>
            <p14:sldId id="2235"/>
            <p14:sldId id="2236"/>
            <p14:sldId id="2237"/>
            <p14:sldId id="2239"/>
            <p14:sldId id="2241"/>
          </p14:sldIdLst>
        </p14:section>
        <p14:section name="6. 등록 컴포넌트와 모달 처리" id="{2B8E2E5E-F27F-4321-9588-8EC47D6BE14E}">
          <p14:sldIdLst>
            <p14:sldId id="2103"/>
            <p14:sldId id="2177"/>
            <p14:sldId id="2242"/>
            <p14:sldId id="2179"/>
            <p14:sldId id="2180"/>
            <p14:sldId id="2263"/>
            <p14:sldId id="2264"/>
            <p14:sldId id="2243"/>
            <p14:sldId id="2265"/>
            <p14:sldId id="2266"/>
          </p14:sldIdLst>
        </p14:section>
        <p14:section name="7. 수정/삭제 처리" id="{166E4C68-090F-4CE5-BC73-E9A6400751E6}">
          <p14:sldIdLst>
            <p14:sldId id="2109"/>
            <p14:sldId id="2196"/>
            <p14:sldId id="2197"/>
            <p14:sldId id="2198"/>
            <p14:sldId id="2250"/>
            <p14:sldId id="2199"/>
            <p14:sldId id="2201"/>
            <p14:sldId id="2202"/>
            <p14:sldId id="2251"/>
            <p14:sldId id="2204"/>
            <p14:sldId id="2254"/>
            <p14:sldId id="2268"/>
            <p14:sldId id="2257"/>
          </p14:sldIdLst>
        </p14:section>
        <p14:section name="감사합니다." id="{F261B798-4C09-4FA0-A795-C95200A0D802}">
          <p14:sldIdLst>
            <p14:sldId id="20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orient="horz" pos="777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1661" userDrawn="1">
          <p15:clr>
            <a:srgbClr val="A4A3A4"/>
          </p15:clr>
        </p15:guide>
        <p15:guide id="6" pos="3296" userDrawn="1">
          <p15:clr>
            <a:srgbClr val="A4A3A4"/>
          </p15:clr>
        </p15:guide>
        <p15:guide id="7" pos="1073" userDrawn="1">
          <p15:clr>
            <a:srgbClr val="A4A3A4"/>
          </p15:clr>
        </p15:guide>
        <p15:guide id="8" pos="2774" userDrawn="1">
          <p15:clr>
            <a:srgbClr val="A4A3A4"/>
          </p15:clr>
        </p15:guide>
        <p15:guide id="9" pos="7197" userDrawn="1">
          <p15:clr>
            <a:srgbClr val="A4A3A4"/>
          </p15:clr>
        </p15:guide>
        <p15:guide id="10" pos="7582" userDrawn="1">
          <p15:clr>
            <a:srgbClr val="A4A3A4"/>
          </p15:clr>
        </p15:guide>
        <p15:guide id="11" pos="3205" userDrawn="1">
          <p15:clr>
            <a:srgbClr val="A4A3A4"/>
          </p15:clr>
        </p15:guide>
        <p15:guide id="12" orient="horz" pos="1389" userDrawn="1">
          <p15:clr>
            <a:srgbClr val="A4A3A4"/>
          </p15:clr>
        </p15:guide>
        <p15:guide id="13" pos="801" userDrawn="1">
          <p15:clr>
            <a:srgbClr val="A4A3A4"/>
          </p15:clr>
        </p15:guide>
        <p15:guide id="14" pos="2502" userDrawn="1">
          <p15:clr>
            <a:srgbClr val="A4A3A4"/>
          </p15:clr>
        </p15:guide>
        <p15:guide id="15" pos="2933" userDrawn="1">
          <p15:clr>
            <a:srgbClr val="A4A3A4"/>
          </p15:clr>
        </p15:guide>
        <p15:guide id="16" pos="2184" userDrawn="1">
          <p15:clr>
            <a:srgbClr val="A4A3A4"/>
          </p15:clr>
        </p15:guide>
        <p15:guide id="17" pos="2683" userDrawn="1">
          <p15:clr>
            <a:srgbClr val="A4A3A4"/>
          </p15:clr>
        </p15:guide>
        <p15:guide id="18" pos="7401" userDrawn="1">
          <p15:clr>
            <a:srgbClr val="A4A3A4"/>
          </p15:clr>
        </p15:guide>
        <p15:guide id="19" orient="horz" pos="1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242" autoAdjust="0"/>
  </p:normalViewPr>
  <p:slideViewPr>
    <p:cSldViewPr snapToGrid="0">
      <p:cViewPr varScale="1">
        <p:scale>
          <a:sx n="123" d="100"/>
          <a:sy n="123" d="100"/>
        </p:scale>
        <p:origin x="126" y="138"/>
      </p:cViewPr>
      <p:guideLst>
        <p:guide orient="horz" pos="2160"/>
        <p:guide orient="horz" pos="777"/>
        <p:guide pos="529"/>
        <p:guide orient="horz" pos="1661"/>
        <p:guide pos="3296"/>
        <p:guide pos="1073"/>
        <p:guide pos="2774"/>
        <p:guide pos="7197"/>
        <p:guide pos="7582"/>
        <p:guide pos="3205"/>
        <p:guide orient="horz" pos="1389"/>
        <p:guide pos="801"/>
        <p:guide pos="2502"/>
        <p:guide pos="2933"/>
        <p:guide pos="2184"/>
        <p:guide pos="2683"/>
        <p:guide pos="7401"/>
        <p:guide orient="horz" pos="1933"/>
      </p:guideLst>
    </p:cSldViewPr>
  </p:slideViewPr>
  <p:outlineViewPr>
    <p:cViewPr>
      <p:scale>
        <a:sx n="33" d="100"/>
        <a:sy n="33" d="100"/>
      </p:scale>
      <p:origin x="0" y="-1101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ter Kang" userId="d5c269cbe9dbe8bc" providerId="LiveId" clId="{CDC438CF-0032-4308-BE01-B58C78A0B34E}"/>
    <pc:docChg chg="undo custSel addSld delSld modSld sldOrd modSection">
      <pc:chgData name="Wallter Kang" userId="d5c269cbe9dbe8bc" providerId="LiveId" clId="{CDC438CF-0032-4308-BE01-B58C78A0B34E}" dt="2025-03-03T16:24:34.476" v="2789" actId="20577"/>
      <pc:docMkLst>
        <pc:docMk/>
      </pc:docMkLst>
      <pc:sldChg chg="addSp delSp modSp mod">
        <pc:chgData name="Wallter Kang" userId="d5c269cbe9dbe8bc" providerId="LiveId" clId="{CDC438CF-0032-4308-BE01-B58C78A0B34E}" dt="2025-03-02T02:32:38.591" v="687" actId="20577"/>
        <pc:sldMkLst>
          <pc:docMk/>
          <pc:sldMk cId="3537616377" sldId="2159"/>
        </pc:sldMkLst>
        <pc:spChg chg="mod">
          <ac:chgData name="Wallter Kang" userId="d5c269cbe9dbe8bc" providerId="LiveId" clId="{CDC438CF-0032-4308-BE01-B58C78A0B34E}" dt="2025-03-01T08:57:01.507" v="6" actId="20577"/>
          <ac:spMkLst>
            <pc:docMk/>
            <pc:sldMk cId="3537616377" sldId="2159"/>
            <ac:spMk id="6" creationId="{00000000-0000-0000-0000-000000000000}"/>
          </ac:spMkLst>
        </pc:spChg>
        <pc:spChg chg="mod">
          <ac:chgData name="Wallter Kang" userId="d5c269cbe9dbe8bc" providerId="LiveId" clId="{CDC438CF-0032-4308-BE01-B58C78A0B34E}" dt="2025-03-02T02:32:38.591" v="687" actId="20577"/>
          <ac:spMkLst>
            <pc:docMk/>
            <pc:sldMk cId="3537616377" sldId="2159"/>
            <ac:spMk id="14" creationId="{CF6C68A6-4176-F7F7-70AB-E586DA8EF966}"/>
          </ac:spMkLst>
        </pc:spChg>
        <pc:picChg chg="add mod">
          <ac:chgData name="Wallter Kang" userId="d5c269cbe9dbe8bc" providerId="LiveId" clId="{CDC438CF-0032-4308-BE01-B58C78A0B34E}" dt="2025-03-01T08:59:12.596" v="11" actId="1076"/>
          <ac:picMkLst>
            <pc:docMk/>
            <pc:sldMk cId="3537616377" sldId="2159"/>
            <ac:picMk id="7" creationId="{ABE42EC7-B39C-7194-9F01-ACE84F585AEF}"/>
          </ac:picMkLst>
        </pc:picChg>
      </pc:sldChg>
      <pc:sldChg chg="addSp delSp modSp mod">
        <pc:chgData name="Wallter Kang" userId="d5c269cbe9dbe8bc" providerId="LiveId" clId="{CDC438CF-0032-4308-BE01-B58C78A0B34E}" dt="2025-03-01T14:16:44.950" v="311" actId="20577"/>
        <pc:sldMkLst>
          <pc:docMk/>
          <pc:sldMk cId="3957148644" sldId="2160"/>
        </pc:sldMkLst>
        <pc:spChg chg="add mod">
          <ac:chgData name="Wallter Kang" userId="d5c269cbe9dbe8bc" providerId="LiveId" clId="{CDC438CF-0032-4308-BE01-B58C78A0B34E}" dt="2025-03-01T14:16:44.950" v="311" actId="20577"/>
          <ac:spMkLst>
            <pc:docMk/>
            <pc:sldMk cId="3957148644" sldId="2160"/>
            <ac:spMk id="9" creationId="{2D4CB940-4B37-2E64-C15E-2899EB38633F}"/>
          </ac:spMkLst>
        </pc:spChg>
        <pc:picChg chg="add mod">
          <ac:chgData name="Wallter Kang" userId="d5c269cbe9dbe8bc" providerId="LiveId" clId="{CDC438CF-0032-4308-BE01-B58C78A0B34E}" dt="2025-03-01T13:40:08.952" v="212" actId="1076"/>
          <ac:picMkLst>
            <pc:docMk/>
            <pc:sldMk cId="3957148644" sldId="2160"/>
            <ac:picMk id="12" creationId="{2186D0C9-96BA-7720-FAF3-95AB9671D5EA}"/>
          </ac:picMkLst>
        </pc:picChg>
      </pc:sldChg>
      <pc:sldChg chg="addSp delSp modSp mod">
        <pc:chgData name="Wallter Kang" userId="d5c269cbe9dbe8bc" providerId="LiveId" clId="{CDC438CF-0032-4308-BE01-B58C78A0B34E}" dt="2025-03-01T13:43:05.065" v="216"/>
        <pc:sldMkLst>
          <pc:docMk/>
          <pc:sldMk cId="966495723" sldId="2162"/>
        </pc:sldMkLst>
        <pc:spChg chg="mod">
          <ac:chgData name="Wallter Kang" userId="d5c269cbe9dbe8bc" providerId="LiveId" clId="{CDC438CF-0032-4308-BE01-B58C78A0B34E}" dt="2025-03-01T13:43:05.065" v="216"/>
          <ac:spMkLst>
            <pc:docMk/>
            <pc:sldMk cId="966495723" sldId="2162"/>
            <ac:spMk id="5" creationId="{253245A2-7D78-8396-1732-2C03D4C14889}"/>
          </ac:spMkLst>
        </pc:spChg>
        <pc:picChg chg="add mod">
          <ac:chgData name="Wallter Kang" userId="d5c269cbe9dbe8bc" providerId="LiveId" clId="{CDC438CF-0032-4308-BE01-B58C78A0B34E}" dt="2025-03-01T13:40:45.656" v="215" actId="1076"/>
          <ac:picMkLst>
            <pc:docMk/>
            <pc:sldMk cId="966495723" sldId="2162"/>
            <ac:picMk id="9" creationId="{5BA615A0-D86D-B93C-90D5-81FD15D54BB6}"/>
          </ac:picMkLst>
        </pc:picChg>
      </pc:sldChg>
      <pc:sldChg chg="addSp delSp modSp add del mod">
        <pc:chgData name="Wallter Kang" userId="d5c269cbe9dbe8bc" providerId="LiveId" clId="{CDC438CF-0032-4308-BE01-B58C78A0B34E}" dt="2025-03-01T14:22:51.496" v="322" actId="1076"/>
        <pc:sldMkLst>
          <pc:docMk/>
          <pc:sldMk cId="2044848369" sldId="2163"/>
        </pc:sldMkLst>
        <pc:spChg chg="mod">
          <ac:chgData name="Wallter Kang" userId="d5c269cbe9dbe8bc" providerId="LiveId" clId="{CDC438CF-0032-4308-BE01-B58C78A0B34E}" dt="2025-03-01T14:22:27.985" v="319" actId="948"/>
          <ac:spMkLst>
            <pc:docMk/>
            <pc:sldMk cId="2044848369" sldId="2163"/>
            <ac:spMk id="5" creationId="{253245A2-7D78-8396-1732-2C03D4C14889}"/>
          </ac:spMkLst>
        </pc:spChg>
        <pc:picChg chg="add mod">
          <ac:chgData name="Wallter Kang" userId="d5c269cbe9dbe8bc" providerId="LiveId" clId="{CDC438CF-0032-4308-BE01-B58C78A0B34E}" dt="2025-03-01T14:22:51.496" v="322" actId="1076"/>
          <ac:picMkLst>
            <pc:docMk/>
            <pc:sldMk cId="2044848369" sldId="2163"/>
            <ac:picMk id="9" creationId="{98096DDD-4635-EEDD-2461-6FE6EB0D258D}"/>
          </ac:picMkLst>
        </pc:picChg>
      </pc:sldChg>
      <pc:sldChg chg="addSp delSp modSp mod">
        <pc:chgData name="Wallter Kang" userId="d5c269cbe9dbe8bc" providerId="LiveId" clId="{CDC438CF-0032-4308-BE01-B58C78A0B34E}" dt="2025-03-01T13:51:00.296" v="236" actId="1076"/>
        <pc:sldMkLst>
          <pc:docMk/>
          <pc:sldMk cId="3168819662" sldId="2164"/>
        </pc:sldMkLst>
        <pc:spChg chg="add mod">
          <ac:chgData name="Wallter Kang" userId="d5c269cbe9dbe8bc" providerId="LiveId" clId="{CDC438CF-0032-4308-BE01-B58C78A0B34E}" dt="2025-03-01T13:50:40.969" v="233" actId="13822"/>
          <ac:spMkLst>
            <pc:docMk/>
            <pc:sldMk cId="3168819662" sldId="2164"/>
            <ac:spMk id="9" creationId="{A11E629B-9A6D-61B0-7490-31A3782FB1E3}"/>
          </ac:spMkLst>
        </pc:spChg>
        <pc:picChg chg="add mod">
          <ac:chgData name="Wallter Kang" userId="d5c269cbe9dbe8bc" providerId="LiveId" clId="{CDC438CF-0032-4308-BE01-B58C78A0B34E}" dt="2025-03-01T13:51:00.296" v="236" actId="1076"/>
          <ac:picMkLst>
            <pc:docMk/>
            <pc:sldMk cId="3168819662" sldId="2164"/>
            <ac:picMk id="12" creationId="{D30AE3DE-DE5D-3615-CAB6-2A6DFD55E07C}"/>
          </ac:picMkLst>
        </pc:picChg>
      </pc:sldChg>
      <pc:sldChg chg="addSp delSp modSp mod">
        <pc:chgData name="Wallter Kang" userId="d5c269cbe9dbe8bc" providerId="LiveId" clId="{CDC438CF-0032-4308-BE01-B58C78A0B34E}" dt="2025-03-02T02:28:43.291" v="625" actId="13822"/>
        <pc:sldMkLst>
          <pc:docMk/>
          <pc:sldMk cId="503518248" sldId="2167"/>
        </pc:sldMkLst>
        <pc:spChg chg="mod">
          <ac:chgData name="Wallter Kang" userId="d5c269cbe9dbe8bc" providerId="LiveId" clId="{CDC438CF-0032-4308-BE01-B58C78A0B34E}" dt="2025-03-02T02:24:49.150" v="609" actId="20577"/>
          <ac:spMkLst>
            <pc:docMk/>
            <pc:sldMk cId="503518248" sldId="2167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2:28:43.291" v="625" actId="13822"/>
          <ac:spMkLst>
            <pc:docMk/>
            <pc:sldMk cId="503518248" sldId="2167"/>
            <ac:spMk id="12" creationId="{B998F0F4-CAFF-E820-18BF-340CF860E6E3}"/>
          </ac:spMkLst>
        </pc:spChg>
      </pc:sldChg>
      <pc:sldChg chg="addSp delSp modSp mod">
        <pc:chgData name="Wallter Kang" userId="d5c269cbe9dbe8bc" providerId="LiveId" clId="{CDC438CF-0032-4308-BE01-B58C78A0B34E}" dt="2025-03-02T02:39:08.737" v="727" actId="13822"/>
        <pc:sldMkLst>
          <pc:docMk/>
          <pc:sldMk cId="2578193368" sldId="2168"/>
        </pc:sldMkLst>
        <pc:spChg chg="mod">
          <ac:chgData name="Wallter Kang" userId="d5c269cbe9dbe8bc" providerId="LiveId" clId="{CDC438CF-0032-4308-BE01-B58C78A0B34E}" dt="2025-03-02T02:37:40.244" v="716" actId="20577"/>
          <ac:spMkLst>
            <pc:docMk/>
            <pc:sldMk cId="2578193368" sldId="2168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2:39:08.737" v="727" actId="13822"/>
          <ac:spMkLst>
            <pc:docMk/>
            <pc:sldMk cId="2578193368" sldId="2168"/>
            <ac:spMk id="12" creationId="{F134CBE3-F205-8E47-70DE-04011B554B6D}"/>
          </ac:spMkLst>
        </pc:spChg>
        <pc:picChg chg="add mod">
          <ac:chgData name="Wallter Kang" userId="d5c269cbe9dbe8bc" providerId="LiveId" clId="{CDC438CF-0032-4308-BE01-B58C78A0B34E}" dt="2025-03-02T02:37:11.448" v="713" actId="1076"/>
          <ac:picMkLst>
            <pc:docMk/>
            <pc:sldMk cId="2578193368" sldId="2168"/>
            <ac:picMk id="10" creationId="{CAD37F20-85E9-51C9-B59B-C62CE2B31146}"/>
          </ac:picMkLst>
        </pc:picChg>
      </pc:sldChg>
      <pc:sldChg chg="addSp delSp modSp mod">
        <pc:chgData name="Wallter Kang" userId="d5c269cbe9dbe8bc" providerId="LiveId" clId="{CDC438CF-0032-4308-BE01-B58C78A0B34E}" dt="2025-03-02T03:47:13.957" v="1756" actId="1076"/>
        <pc:sldMkLst>
          <pc:docMk/>
          <pc:sldMk cId="1624885615" sldId="2177"/>
        </pc:sldMkLst>
        <pc:spChg chg="mod">
          <ac:chgData name="Wallter Kang" userId="d5c269cbe9dbe8bc" providerId="LiveId" clId="{CDC438CF-0032-4308-BE01-B58C78A0B34E}" dt="2025-03-02T03:42:59.317" v="1732" actId="20577"/>
          <ac:spMkLst>
            <pc:docMk/>
            <pc:sldMk cId="1624885615" sldId="2177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47:12.099" v="1754" actId="1076"/>
          <ac:spMkLst>
            <pc:docMk/>
            <pc:sldMk cId="1624885615" sldId="2177"/>
            <ac:spMk id="12" creationId="{17DB1D61-7379-6FAA-9D7A-A8160E8D815E}"/>
          </ac:spMkLst>
        </pc:spChg>
        <pc:spChg chg="add mod">
          <ac:chgData name="Wallter Kang" userId="d5c269cbe9dbe8bc" providerId="LiveId" clId="{CDC438CF-0032-4308-BE01-B58C78A0B34E}" dt="2025-03-02T03:47:06.333" v="1752" actId="13822"/>
          <ac:spMkLst>
            <pc:docMk/>
            <pc:sldMk cId="1624885615" sldId="2177"/>
            <ac:spMk id="16" creationId="{E35E649C-22E4-995D-DE78-C58DF8D367D2}"/>
          </ac:spMkLst>
        </pc:spChg>
        <pc:picChg chg="add mod">
          <ac:chgData name="Wallter Kang" userId="d5c269cbe9dbe8bc" providerId="LiveId" clId="{CDC438CF-0032-4308-BE01-B58C78A0B34E}" dt="2025-03-02T03:47:13.957" v="1756" actId="1076"/>
          <ac:picMkLst>
            <pc:docMk/>
            <pc:sldMk cId="1624885615" sldId="2177"/>
            <ac:picMk id="14" creationId="{08A6B83A-BE3C-47D3-E2E4-8591E58F51BE}"/>
          </ac:picMkLst>
        </pc:picChg>
      </pc:sldChg>
      <pc:sldChg chg="del">
        <pc:chgData name="Wallter Kang" userId="d5c269cbe9dbe8bc" providerId="LiveId" clId="{CDC438CF-0032-4308-BE01-B58C78A0B34E}" dt="2025-03-02T03:47:25.666" v="1757" actId="2696"/>
        <pc:sldMkLst>
          <pc:docMk/>
          <pc:sldMk cId="3829803788" sldId="2178"/>
        </pc:sldMkLst>
      </pc:sldChg>
      <pc:sldChg chg="addSp delSp modSp mod">
        <pc:chgData name="Wallter Kang" userId="d5c269cbe9dbe8bc" providerId="LiveId" clId="{CDC438CF-0032-4308-BE01-B58C78A0B34E}" dt="2025-03-03T16:24:34.476" v="2789" actId="20577"/>
        <pc:sldMkLst>
          <pc:docMk/>
          <pc:sldMk cId="958351977" sldId="2179"/>
        </pc:sldMkLst>
        <pc:spChg chg="mod">
          <ac:chgData name="Wallter Kang" userId="d5c269cbe9dbe8bc" providerId="LiveId" clId="{CDC438CF-0032-4308-BE01-B58C78A0B34E}" dt="2025-03-02T03:50:57.326" v="1836" actId="20577"/>
          <ac:spMkLst>
            <pc:docMk/>
            <pc:sldMk cId="958351977" sldId="2179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3T16:24:34.476" v="2789" actId="20577"/>
          <ac:spMkLst>
            <pc:docMk/>
            <pc:sldMk cId="958351977" sldId="2179"/>
            <ac:spMk id="12" creationId="{E53BA1E8-B347-4A5E-A69F-E8C4366D8497}"/>
          </ac:spMkLst>
        </pc:spChg>
        <pc:spChg chg="add mod">
          <ac:chgData name="Wallter Kang" userId="d5c269cbe9dbe8bc" providerId="LiveId" clId="{CDC438CF-0032-4308-BE01-B58C78A0B34E}" dt="2025-03-02T03:54:07.498" v="1863" actId="1076"/>
          <ac:spMkLst>
            <pc:docMk/>
            <pc:sldMk cId="958351977" sldId="2179"/>
            <ac:spMk id="16" creationId="{1C141D7F-C760-B88E-E87B-0F094CBC8F16}"/>
          </ac:spMkLst>
        </pc:spChg>
        <pc:picChg chg="add mod">
          <ac:chgData name="Wallter Kang" userId="d5c269cbe9dbe8bc" providerId="LiveId" clId="{CDC438CF-0032-4308-BE01-B58C78A0B34E}" dt="2025-03-02T03:53:41.671" v="1852" actId="1076"/>
          <ac:picMkLst>
            <pc:docMk/>
            <pc:sldMk cId="958351977" sldId="2179"/>
            <ac:picMk id="14" creationId="{2FDAF89D-B68E-DF58-3ED5-FBC1BF44B442}"/>
          </ac:picMkLst>
        </pc:picChg>
      </pc:sldChg>
      <pc:sldChg chg="addSp delSp modSp mod">
        <pc:chgData name="Wallter Kang" userId="d5c269cbe9dbe8bc" providerId="LiveId" clId="{CDC438CF-0032-4308-BE01-B58C78A0B34E}" dt="2025-03-02T03:57:07.855" v="1877" actId="13822"/>
        <pc:sldMkLst>
          <pc:docMk/>
          <pc:sldMk cId="3879532274" sldId="2180"/>
        </pc:sldMkLst>
        <pc:spChg chg="mod">
          <ac:chgData name="Wallter Kang" userId="d5c269cbe9dbe8bc" providerId="LiveId" clId="{CDC438CF-0032-4308-BE01-B58C78A0B34E}" dt="2025-03-02T03:54:26.303" v="1866" actId="20577"/>
          <ac:spMkLst>
            <pc:docMk/>
            <pc:sldMk cId="3879532274" sldId="2180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57:07.855" v="1877" actId="13822"/>
          <ac:spMkLst>
            <pc:docMk/>
            <pc:sldMk cId="3879532274" sldId="2180"/>
            <ac:spMk id="9" creationId="{071C4388-3DC2-8B29-80E7-F88603954986}"/>
          </ac:spMkLst>
        </pc:spChg>
      </pc:sldChg>
      <pc:sldChg chg="del">
        <pc:chgData name="Wallter Kang" userId="d5c269cbe9dbe8bc" providerId="LiveId" clId="{CDC438CF-0032-4308-BE01-B58C78A0B34E}" dt="2025-03-02T13:19:36.257" v="2128" actId="2696"/>
        <pc:sldMkLst>
          <pc:docMk/>
          <pc:sldMk cId="492203017" sldId="2182"/>
        </pc:sldMkLst>
      </pc:sldChg>
      <pc:sldChg chg="del">
        <pc:chgData name="Wallter Kang" userId="d5c269cbe9dbe8bc" providerId="LiveId" clId="{CDC438CF-0032-4308-BE01-B58C78A0B34E}" dt="2025-03-02T13:19:36.257" v="2128" actId="2696"/>
        <pc:sldMkLst>
          <pc:docMk/>
          <pc:sldMk cId="4219461089" sldId="2183"/>
        </pc:sldMkLst>
      </pc:sldChg>
      <pc:sldChg chg="del">
        <pc:chgData name="Wallter Kang" userId="d5c269cbe9dbe8bc" providerId="LiveId" clId="{CDC438CF-0032-4308-BE01-B58C78A0B34E}" dt="2025-03-02T13:24:13.406" v="2153" actId="2696"/>
        <pc:sldMkLst>
          <pc:docMk/>
          <pc:sldMk cId="3547891302" sldId="2184"/>
        </pc:sldMkLst>
      </pc:sldChg>
      <pc:sldChg chg="del">
        <pc:chgData name="Wallter Kang" userId="d5c269cbe9dbe8bc" providerId="LiveId" clId="{CDC438CF-0032-4308-BE01-B58C78A0B34E}" dt="2025-03-02T13:34:23.227" v="2339" actId="47"/>
        <pc:sldMkLst>
          <pc:docMk/>
          <pc:sldMk cId="190658144" sldId="2189"/>
        </pc:sldMkLst>
      </pc:sldChg>
      <pc:sldChg chg="addSp delSp modSp mod">
        <pc:chgData name="Wallter Kang" userId="d5c269cbe9dbe8bc" providerId="LiveId" clId="{CDC438CF-0032-4308-BE01-B58C78A0B34E}" dt="2025-03-02T13:43:12.420" v="2477" actId="13822"/>
        <pc:sldMkLst>
          <pc:docMk/>
          <pc:sldMk cId="1801005351" sldId="2196"/>
        </pc:sldMkLst>
        <pc:spChg chg="mod">
          <ac:chgData name="Wallter Kang" userId="d5c269cbe9dbe8bc" providerId="LiveId" clId="{CDC438CF-0032-4308-BE01-B58C78A0B34E}" dt="2025-03-02T13:38:29.095" v="2453" actId="20577"/>
          <ac:spMkLst>
            <pc:docMk/>
            <pc:sldMk cId="1801005351" sldId="2196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13:39:25.701" v="2465" actId="1076"/>
          <ac:spMkLst>
            <pc:docMk/>
            <pc:sldMk cId="1801005351" sldId="2196"/>
            <ac:spMk id="12" creationId="{3A3E6520-B091-873A-686C-B4FF24539F36}"/>
          </ac:spMkLst>
        </pc:spChg>
        <pc:spChg chg="add mod">
          <ac:chgData name="Wallter Kang" userId="d5c269cbe9dbe8bc" providerId="LiveId" clId="{CDC438CF-0032-4308-BE01-B58C78A0B34E}" dt="2025-03-02T13:43:12.420" v="2477" actId="13822"/>
          <ac:spMkLst>
            <pc:docMk/>
            <pc:sldMk cId="1801005351" sldId="2196"/>
            <ac:spMk id="16" creationId="{6CFF55A3-2954-DB61-E31D-E9F6B06C3134}"/>
          </ac:spMkLst>
        </pc:spChg>
        <pc:picChg chg="add mod">
          <ac:chgData name="Wallter Kang" userId="d5c269cbe9dbe8bc" providerId="LiveId" clId="{CDC438CF-0032-4308-BE01-B58C78A0B34E}" dt="2025-03-02T13:42:53.728" v="2467" actId="1076"/>
          <ac:picMkLst>
            <pc:docMk/>
            <pc:sldMk cId="1801005351" sldId="2196"/>
            <ac:picMk id="14" creationId="{EECFBA68-728E-5244-0C36-332B7144F645}"/>
          </ac:picMkLst>
        </pc:picChg>
      </pc:sldChg>
      <pc:sldChg chg="addSp delSp modSp mod">
        <pc:chgData name="Wallter Kang" userId="d5c269cbe9dbe8bc" providerId="LiveId" clId="{CDC438CF-0032-4308-BE01-B58C78A0B34E}" dt="2025-03-02T13:50:24.198" v="2493" actId="14100"/>
        <pc:sldMkLst>
          <pc:docMk/>
          <pc:sldMk cId="2522208996" sldId="2197"/>
        </pc:sldMkLst>
        <pc:spChg chg="mod">
          <ac:chgData name="Wallter Kang" userId="d5c269cbe9dbe8bc" providerId="LiveId" clId="{CDC438CF-0032-4308-BE01-B58C78A0B34E}" dt="2025-03-02T13:46:37.633" v="2478" actId="1076"/>
          <ac:spMkLst>
            <pc:docMk/>
            <pc:sldMk cId="2522208996" sldId="2197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13:50:24.198" v="2493" actId="14100"/>
          <ac:spMkLst>
            <pc:docMk/>
            <pc:sldMk cId="2522208996" sldId="2197"/>
            <ac:spMk id="12" creationId="{F23CE303-60C1-1262-AC00-A7A16B732A99}"/>
          </ac:spMkLst>
        </pc:spChg>
        <pc:picChg chg="add mod">
          <ac:chgData name="Wallter Kang" userId="d5c269cbe9dbe8bc" providerId="LiveId" clId="{CDC438CF-0032-4308-BE01-B58C78A0B34E}" dt="2025-03-02T13:48:41.043" v="2482" actId="1076"/>
          <ac:picMkLst>
            <pc:docMk/>
            <pc:sldMk cId="2522208996" sldId="2197"/>
            <ac:picMk id="10" creationId="{370ED456-EA4C-0707-3495-A3985A7701FD}"/>
          </ac:picMkLst>
        </pc:picChg>
      </pc:sldChg>
      <pc:sldChg chg="addSp delSp modSp mod">
        <pc:chgData name="Wallter Kang" userId="d5c269cbe9dbe8bc" providerId="LiveId" clId="{CDC438CF-0032-4308-BE01-B58C78A0B34E}" dt="2025-03-02T14:00:58.165" v="2545" actId="13822"/>
        <pc:sldMkLst>
          <pc:docMk/>
          <pc:sldMk cId="3595933719" sldId="2198"/>
        </pc:sldMkLst>
        <pc:spChg chg="add mod">
          <ac:chgData name="Wallter Kang" userId="d5c269cbe9dbe8bc" providerId="LiveId" clId="{CDC438CF-0032-4308-BE01-B58C78A0B34E}" dt="2025-03-02T14:00:58.165" v="2545" actId="13822"/>
          <ac:spMkLst>
            <pc:docMk/>
            <pc:sldMk cId="3595933719" sldId="2198"/>
            <ac:spMk id="12" creationId="{488534F2-87CB-BA94-FA3A-98746CB0AEEC}"/>
          </ac:spMkLst>
        </pc:spChg>
        <pc:picChg chg="add mod">
          <ac:chgData name="Wallter Kang" userId="d5c269cbe9dbe8bc" providerId="LiveId" clId="{CDC438CF-0032-4308-BE01-B58C78A0B34E}" dt="2025-03-02T13:59:07.804" v="2537" actId="1076"/>
          <ac:picMkLst>
            <pc:docMk/>
            <pc:sldMk cId="3595933719" sldId="2198"/>
            <ac:picMk id="10" creationId="{4A69019C-8F53-E94F-9074-74802B74C6FD}"/>
          </ac:picMkLst>
        </pc:picChg>
      </pc:sldChg>
      <pc:sldChg chg="addSp delSp modSp mod">
        <pc:chgData name="Wallter Kang" userId="d5c269cbe9dbe8bc" providerId="LiveId" clId="{CDC438CF-0032-4308-BE01-B58C78A0B34E}" dt="2025-03-02T13:54:29.706" v="2515" actId="13822"/>
        <pc:sldMkLst>
          <pc:docMk/>
          <pc:sldMk cId="372219315" sldId="2199"/>
        </pc:sldMkLst>
        <pc:spChg chg="add mod">
          <ac:chgData name="Wallter Kang" userId="d5c269cbe9dbe8bc" providerId="LiveId" clId="{CDC438CF-0032-4308-BE01-B58C78A0B34E}" dt="2025-03-02T13:54:29.706" v="2515" actId="13822"/>
          <ac:spMkLst>
            <pc:docMk/>
            <pc:sldMk cId="372219315" sldId="2199"/>
            <ac:spMk id="9" creationId="{556E8E45-AACC-9EC2-B876-16BF8A786A3B}"/>
          </ac:spMkLst>
        </pc:spChg>
      </pc:sldChg>
      <pc:sldChg chg="addSp delSp modSp mod">
        <pc:chgData name="Wallter Kang" userId="d5c269cbe9dbe8bc" providerId="LiveId" clId="{CDC438CF-0032-4308-BE01-B58C78A0B34E}" dt="2025-03-02T13:57:55.121" v="2533" actId="1076"/>
        <pc:sldMkLst>
          <pc:docMk/>
          <pc:sldMk cId="1818917412" sldId="2202"/>
        </pc:sldMkLst>
        <pc:spChg chg="add mod">
          <ac:chgData name="Wallter Kang" userId="d5c269cbe9dbe8bc" providerId="LiveId" clId="{CDC438CF-0032-4308-BE01-B58C78A0B34E}" dt="2025-03-02T13:57:44.785" v="2531" actId="13822"/>
          <ac:spMkLst>
            <pc:docMk/>
            <pc:sldMk cId="1818917412" sldId="2202"/>
            <ac:spMk id="10" creationId="{F65FD7BC-5A15-F034-EC5B-5D9C725A94DB}"/>
          </ac:spMkLst>
        </pc:spChg>
        <pc:spChg chg="add mod">
          <ac:chgData name="Wallter Kang" userId="d5c269cbe9dbe8bc" providerId="LiveId" clId="{CDC438CF-0032-4308-BE01-B58C78A0B34E}" dt="2025-03-02T13:57:55.121" v="2533" actId="1076"/>
          <ac:spMkLst>
            <pc:docMk/>
            <pc:sldMk cId="1818917412" sldId="2202"/>
            <ac:spMk id="12" creationId="{9A400E7D-9075-D11E-5FD8-127FD411321F}"/>
          </ac:spMkLst>
        </pc:spChg>
      </pc:sldChg>
      <pc:sldChg chg="del">
        <pc:chgData name="Wallter Kang" userId="d5c269cbe9dbe8bc" providerId="LiveId" clId="{CDC438CF-0032-4308-BE01-B58C78A0B34E}" dt="2025-03-02T14:03:20.052" v="2558" actId="47"/>
        <pc:sldMkLst>
          <pc:docMk/>
          <pc:sldMk cId="3400834974" sldId="2203"/>
        </pc:sldMkLst>
      </pc:sldChg>
      <pc:sldChg chg="addSp delSp modSp mod">
        <pc:chgData name="Wallter Kang" userId="d5c269cbe9dbe8bc" providerId="LiveId" clId="{CDC438CF-0032-4308-BE01-B58C78A0B34E}" dt="2025-03-02T14:11:31.981" v="2595" actId="1076"/>
        <pc:sldMkLst>
          <pc:docMk/>
          <pc:sldMk cId="4254085621" sldId="2204"/>
        </pc:sldMkLst>
        <pc:spChg chg="mod">
          <ac:chgData name="Wallter Kang" userId="d5c269cbe9dbe8bc" providerId="LiveId" clId="{CDC438CF-0032-4308-BE01-B58C78A0B34E}" dt="2025-03-02T14:11:09.291" v="2585" actId="1076"/>
          <ac:spMkLst>
            <pc:docMk/>
            <pc:sldMk cId="4254085621" sldId="2204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14:11:13.178" v="2587" actId="1076"/>
          <ac:spMkLst>
            <pc:docMk/>
            <pc:sldMk cId="4254085621" sldId="2204"/>
            <ac:spMk id="12" creationId="{1BD064C7-B416-1F3D-60D9-F091507AC90D}"/>
          </ac:spMkLst>
        </pc:spChg>
        <pc:spChg chg="add mod">
          <ac:chgData name="Wallter Kang" userId="d5c269cbe9dbe8bc" providerId="LiveId" clId="{CDC438CF-0032-4308-BE01-B58C78A0B34E}" dt="2025-03-02T14:11:31.981" v="2595" actId="1076"/>
          <ac:spMkLst>
            <pc:docMk/>
            <pc:sldMk cId="4254085621" sldId="2204"/>
            <ac:spMk id="14" creationId="{2E6D8C39-54E2-D8D5-7CAA-5899D7715370}"/>
          </ac:spMkLst>
        </pc:spChg>
        <pc:picChg chg="add mod">
          <ac:chgData name="Wallter Kang" userId="d5c269cbe9dbe8bc" providerId="LiveId" clId="{CDC438CF-0032-4308-BE01-B58C78A0B34E}" dt="2025-03-02T14:11:11.363" v="2586" actId="1076"/>
          <ac:picMkLst>
            <pc:docMk/>
            <pc:sldMk cId="4254085621" sldId="2204"/>
            <ac:picMk id="9" creationId="{54C5FB2B-2DEF-16B4-AEA6-DD0A293A0DD9}"/>
          </ac:picMkLst>
        </pc:picChg>
      </pc:sldChg>
      <pc:sldChg chg="addSp delSp modSp mod">
        <pc:chgData name="Wallter Kang" userId="d5c269cbe9dbe8bc" providerId="LiveId" clId="{CDC438CF-0032-4308-BE01-B58C78A0B34E}" dt="2025-03-01T13:46:52.490" v="219" actId="1076"/>
        <pc:sldMkLst>
          <pc:docMk/>
          <pc:sldMk cId="487169433" sldId="2209"/>
        </pc:sldMkLst>
      </pc:sldChg>
      <pc:sldChg chg="addSp delSp modSp mod">
        <pc:chgData name="Wallter Kang" userId="d5c269cbe9dbe8bc" providerId="LiveId" clId="{CDC438CF-0032-4308-BE01-B58C78A0B34E}" dt="2025-03-01T13:51:32.771" v="240" actId="1076"/>
        <pc:sldMkLst>
          <pc:docMk/>
          <pc:sldMk cId="3422036237" sldId="2210"/>
        </pc:sldMkLst>
      </pc:sldChg>
      <pc:sldChg chg="addSp delSp modSp mod">
        <pc:chgData name="Wallter Kang" userId="d5c269cbe9dbe8bc" providerId="LiveId" clId="{CDC438CF-0032-4308-BE01-B58C78A0B34E}" dt="2025-03-01T14:08:14.282" v="271" actId="1076"/>
        <pc:sldMkLst>
          <pc:docMk/>
          <pc:sldMk cId="885812248" sldId="2211"/>
        </pc:sldMkLst>
        <pc:spChg chg="mod">
          <ac:chgData name="Wallter Kang" userId="d5c269cbe9dbe8bc" providerId="LiveId" clId="{CDC438CF-0032-4308-BE01-B58C78A0B34E}" dt="2025-03-01T14:00:07.174" v="252"/>
          <ac:spMkLst>
            <pc:docMk/>
            <pc:sldMk cId="885812248" sldId="2211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1T14:08:11.008" v="270" actId="20577"/>
          <ac:spMkLst>
            <pc:docMk/>
            <pc:sldMk cId="885812248" sldId="2211"/>
            <ac:spMk id="14" creationId="{CA63FE3E-4B2B-2BC2-D87C-A5C86713C7FA}"/>
          </ac:spMkLst>
        </pc:spChg>
        <pc:picChg chg="add mod">
          <ac:chgData name="Wallter Kang" userId="d5c269cbe9dbe8bc" providerId="LiveId" clId="{CDC438CF-0032-4308-BE01-B58C78A0B34E}" dt="2025-03-01T14:08:14.282" v="271" actId="1076"/>
          <ac:picMkLst>
            <pc:docMk/>
            <pc:sldMk cId="885812248" sldId="2211"/>
            <ac:picMk id="9" creationId="{F063847B-62DE-41D9-0C66-0A6B5DC4EB61}"/>
          </ac:picMkLst>
        </pc:picChg>
      </pc:sldChg>
      <pc:sldChg chg="del">
        <pc:chgData name="Wallter Kang" userId="d5c269cbe9dbe8bc" providerId="LiveId" clId="{CDC438CF-0032-4308-BE01-B58C78A0B34E}" dt="2025-03-01T14:34:01.458" v="338" actId="2696"/>
        <pc:sldMkLst>
          <pc:docMk/>
          <pc:sldMk cId="3836651290" sldId="2212"/>
        </pc:sldMkLst>
      </pc:sldChg>
      <pc:sldChg chg="addSp delSp modSp mod">
        <pc:chgData name="Wallter Kang" userId="d5c269cbe9dbe8bc" providerId="LiveId" clId="{CDC438CF-0032-4308-BE01-B58C78A0B34E}" dt="2025-03-01T14:31:45.772" v="337" actId="13822"/>
        <pc:sldMkLst>
          <pc:docMk/>
          <pc:sldMk cId="1914087425" sldId="2213"/>
        </pc:sldMkLst>
        <pc:spChg chg="mod">
          <ac:chgData name="Wallter Kang" userId="d5c269cbe9dbe8bc" providerId="LiveId" clId="{CDC438CF-0032-4308-BE01-B58C78A0B34E}" dt="2025-03-01T14:15:04.974" v="300" actId="1076"/>
          <ac:spMkLst>
            <pc:docMk/>
            <pc:sldMk cId="1914087425" sldId="2213"/>
            <ac:spMk id="6" creationId="{00000000-0000-0000-0000-000000000000}"/>
          </ac:spMkLst>
        </pc:spChg>
        <pc:spChg chg="mod">
          <ac:chgData name="Wallter Kang" userId="d5c269cbe9dbe8bc" providerId="LiveId" clId="{CDC438CF-0032-4308-BE01-B58C78A0B34E}" dt="2025-03-01T14:30:56.273" v="330" actId="6549"/>
          <ac:spMkLst>
            <pc:docMk/>
            <pc:sldMk cId="1914087425" sldId="2213"/>
            <ac:spMk id="8" creationId="{360E66B8-5DD3-FE1C-B022-E528D853BD12}"/>
          </ac:spMkLst>
        </pc:spChg>
        <pc:spChg chg="add mod">
          <ac:chgData name="Wallter Kang" userId="d5c269cbe9dbe8bc" providerId="LiveId" clId="{CDC438CF-0032-4308-BE01-B58C78A0B34E}" dt="2025-03-01T14:31:45.772" v="337" actId="13822"/>
          <ac:spMkLst>
            <pc:docMk/>
            <pc:sldMk cId="1914087425" sldId="2213"/>
            <ac:spMk id="12" creationId="{A99CBD51-2C48-B19A-FA62-4BB2F5F8186A}"/>
          </ac:spMkLst>
        </pc:spChg>
        <pc:picChg chg="add mod">
          <ac:chgData name="Wallter Kang" userId="d5c269cbe9dbe8bc" providerId="LiveId" clId="{CDC438CF-0032-4308-BE01-B58C78A0B34E}" dt="2025-03-01T14:15:30.340" v="303" actId="1076"/>
          <ac:picMkLst>
            <pc:docMk/>
            <pc:sldMk cId="1914087425" sldId="2213"/>
            <ac:picMk id="9" creationId="{EF123744-2A0C-BB60-7F92-7375F8DD55BA}"/>
          </ac:picMkLst>
        </pc:picChg>
        <pc:cxnChg chg="mod">
          <ac:chgData name="Wallter Kang" userId="d5c269cbe9dbe8bc" providerId="LiveId" clId="{CDC438CF-0032-4308-BE01-B58C78A0B34E}" dt="2025-03-01T14:15:32.566" v="304" actId="1076"/>
          <ac:cxnSpMkLst>
            <pc:docMk/>
            <pc:sldMk cId="1914087425" sldId="2213"/>
            <ac:cxnSpMk id="7" creationId="{C9C5C5DB-A4C7-335D-4E67-2913DA2C3458}"/>
          </ac:cxnSpMkLst>
        </pc:cxnChg>
      </pc:sldChg>
      <pc:sldChg chg="addSp delSp modSp mod">
        <pc:chgData name="Wallter Kang" userId="d5c269cbe9dbe8bc" providerId="LiveId" clId="{CDC438CF-0032-4308-BE01-B58C78A0B34E}" dt="2025-03-01T14:35:18.683" v="350" actId="1076"/>
        <pc:sldMkLst>
          <pc:docMk/>
          <pc:sldMk cId="2760653676" sldId="2214"/>
        </pc:sldMkLst>
        <pc:spChg chg="mod">
          <ac:chgData name="Wallter Kang" userId="d5c269cbe9dbe8bc" providerId="LiveId" clId="{CDC438CF-0032-4308-BE01-B58C78A0B34E}" dt="2025-03-01T14:34:52.120" v="344" actId="1076"/>
          <ac:spMkLst>
            <pc:docMk/>
            <pc:sldMk cId="2760653676" sldId="2214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CDC438CF-0032-4308-BE01-B58C78A0B34E}" dt="2025-03-02T03:10:16.813" v="1002"/>
        <pc:sldMkLst>
          <pc:docMk/>
          <pc:sldMk cId="2974470160" sldId="2215"/>
        </pc:sldMkLst>
        <pc:spChg chg="mod">
          <ac:chgData name="Wallter Kang" userId="d5c269cbe9dbe8bc" providerId="LiveId" clId="{CDC438CF-0032-4308-BE01-B58C78A0B34E}" dt="2025-03-02T03:05:37.210" v="979" actId="20577"/>
          <ac:spMkLst>
            <pc:docMk/>
            <pc:sldMk cId="2974470160" sldId="2215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10:16.813" v="1002"/>
          <ac:spMkLst>
            <pc:docMk/>
            <pc:sldMk cId="2974470160" sldId="2215"/>
            <ac:spMk id="12" creationId="{4984E3A0-42C0-41F6-EE3E-EA4AE1715193}"/>
          </ac:spMkLst>
        </pc:spChg>
        <pc:spChg chg="add mod">
          <ac:chgData name="Wallter Kang" userId="d5c269cbe9dbe8bc" providerId="LiveId" clId="{CDC438CF-0032-4308-BE01-B58C78A0B34E}" dt="2025-03-02T03:07:10.940" v="981" actId="255"/>
          <ac:spMkLst>
            <pc:docMk/>
            <pc:sldMk cId="2974470160" sldId="2215"/>
            <ac:spMk id="16" creationId="{4733B727-2664-9047-EE44-4907AF179081}"/>
          </ac:spMkLst>
        </pc:spChg>
        <pc:picChg chg="add mod">
          <ac:chgData name="Wallter Kang" userId="d5c269cbe9dbe8bc" providerId="LiveId" clId="{CDC438CF-0032-4308-BE01-B58C78A0B34E}" dt="2025-03-02T03:05:27.310" v="971" actId="1076"/>
          <ac:picMkLst>
            <pc:docMk/>
            <pc:sldMk cId="2974470160" sldId="2215"/>
            <ac:picMk id="14" creationId="{58E4C47D-FEB9-AA24-2A28-3028BE8A6A0C}"/>
          </ac:picMkLst>
        </pc:picChg>
      </pc:sldChg>
      <pc:sldChg chg="del">
        <pc:chgData name="Wallter Kang" userId="d5c269cbe9dbe8bc" providerId="LiveId" clId="{CDC438CF-0032-4308-BE01-B58C78A0B34E}" dt="2025-03-02T03:03:55.909" v="883" actId="47"/>
        <pc:sldMkLst>
          <pc:docMk/>
          <pc:sldMk cId="2350112610" sldId="2219"/>
        </pc:sldMkLst>
      </pc:sldChg>
      <pc:sldChg chg="addSp delSp modSp mod">
        <pc:chgData name="Wallter Kang" userId="d5c269cbe9dbe8bc" providerId="LiveId" clId="{CDC438CF-0032-4308-BE01-B58C78A0B34E}" dt="2025-03-02T02:21:46.316" v="439" actId="1076"/>
        <pc:sldMkLst>
          <pc:docMk/>
          <pc:sldMk cId="2797119124" sldId="2220"/>
        </pc:sldMkLst>
        <pc:spChg chg="mod">
          <ac:chgData name="Wallter Kang" userId="d5c269cbe9dbe8bc" providerId="LiveId" clId="{CDC438CF-0032-4308-BE01-B58C78A0B34E}" dt="2025-03-02T02:21:41.662" v="438" actId="1076"/>
          <ac:spMkLst>
            <pc:docMk/>
            <pc:sldMk cId="2797119124" sldId="2220"/>
            <ac:spMk id="6" creationId="{00000000-0000-0000-0000-000000000000}"/>
          </ac:spMkLst>
        </pc:spChg>
        <pc:spChg chg="mod">
          <ac:chgData name="Wallter Kang" userId="d5c269cbe9dbe8bc" providerId="LiveId" clId="{CDC438CF-0032-4308-BE01-B58C78A0B34E}" dt="2025-03-02T02:21:46.316" v="439" actId="1076"/>
          <ac:spMkLst>
            <pc:docMk/>
            <pc:sldMk cId="2797119124" sldId="2220"/>
            <ac:spMk id="8" creationId="{360E66B8-5DD3-FE1C-B022-E528D853BD12}"/>
          </ac:spMkLst>
        </pc:spChg>
        <pc:picChg chg="add mod">
          <ac:chgData name="Wallter Kang" userId="d5c269cbe9dbe8bc" providerId="LiveId" clId="{CDC438CF-0032-4308-BE01-B58C78A0B34E}" dt="2025-03-02T02:03:45.587" v="429" actId="1076"/>
          <ac:picMkLst>
            <pc:docMk/>
            <pc:sldMk cId="2797119124" sldId="2220"/>
            <ac:picMk id="9" creationId="{6C8E7CC8-C53D-DEC0-F1CD-0922B6659E7D}"/>
          </ac:picMkLst>
        </pc:picChg>
      </pc:sldChg>
      <pc:sldChg chg="modSp mod">
        <pc:chgData name="Wallter Kang" userId="d5c269cbe9dbe8bc" providerId="LiveId" clId="{CDC438CF-0032-4308-BE01-B58C78A0B34E}" dt="2025-03-02T02:23:38.514" v="468" actId="20577"/>
        <pc:sldMkLst>
          <pc:docMk/>
          <pc:sldMk cId="3963733136" sldId="2221"/>
        </pc:sldMkLst>
        <pc:spChg chg="mod">
          <ac:chgData name="Wallter Kang" userId="d5c269cbe9dbe8bc" providerId="LiveId" clId="{CDC438CF-0032-4308-BE01-B58C78A0B34E}" dt="2025-03-02T02:23:38.514" v="468" actId="20577"/>
          <ac:spMkLst>
            <pc:docMk/>
            <pc:sldMk cId="3963733136" sldId="2221"/>
            <ac:spMk id="6" creationId="{00000000-0000-0000-0000-000000000000}"/>
          </ac:spMkLst>
        </pc:spChg>
      </pc:sldChg>
      <pc:sldChg chg="del">
        <pc:chgData name="Wallter Kang" userId="d5c269cbe9dbe8bc" providerId="LiveId" clId="{CDC438CF-0032-4308-BE01-B58C78A0B34E}" dt="2025-03-01T14:14:59.753" v="299" actId="2696"/>
        <pc:sldMkLst>
          <pc:docMk/>
          <pc:sldMk cId="3410506352" sldId="2223"/>
        </pc:sldMkLst>
      </pc:sldChg>
      <pc:sldChg chg="addSp delSp modSp mod">
        <pc:chgData name="Wallter Kang" userId="d5c269cbe9dbe8bc" providerId="LiveId" clId="{CDC438CF-0032-4308-BE01-B58C78A0B34E}" dt="2025-03-02T02:48:45.939" v="732" actId="1076"/>
        <pc:sldMkLst>
          <pc:docMk/>
          <pc:sldMk cId="3114344030" sldId="2224"/>
        </pc:sldMkLst>
      </pc:sldChg>
      <pc:sldChg chg="addSp delSp modSp mod">
        <pc:chgData name="Wallter Kang" userId="d5c269cbe9dbe8bc" providerId="LiveId" clId="{CDC438CF-0032-4308-BE01-B58C78A0B34E}" dt="2025-03-02T03:11:15.300" v="1004" actId="948"/>
        <pc:sldMkLst>
          <pc:docMk/>
          <pc:sldMk cId="3965036306" sldId="2225"/>
        </pc:sldMkLst>
        <pc:spChg chg="mod">
          <ac:chgData name="Wallter Kang" userId="d5c269cbe9dbe8bc" providerId="LiveId" clId="{CDC438CF-0032-4308-BE01-B58C78A0B34E}" dt="2025-03-02T02:49:02.081" v="736" actId="1076"/>
          <ac:spMkLst>
            <pc:docMk/>
            <pc:sldMk cId="3965036306" sldId="2225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11:15.300" v="1004" actId="948"/>
          <ac:spMkLst>
            <pc:docMk/>
            <pc:sldMk cId="3965036306" sldId="2225"/>
            <ac:spMk id="10" creationId="{F000B9B6-CD41-5BC5-00AB-F2E25B55BB34}"/>
          </ac:spMkLst>
        </pc:spChg>
        <pc:picChg chg="add mod">
          <ac:chgData name="Wallter Kang" userId="d5c269cbe9dbe8bc" providerId="LiveId" clId="{CDC438CF-0032-4308-BE01-B58C78A0B34E}" dt="2025-03-02T02:51:55.986" v="749" actId="1076"/>
          <ac:picMkLst>
            <pc:docMk/>
            <pc:sldMk cId="3965036306" sldId="2225"/>
            <ac:picMk id="12" creationId="{9D135EA7-6C6C-D033-FCD2-7232C6276B27}"/>
          </ac:picMkLst>
        </pc:picChg>
      </pc:sldChg>
      <pc:sldChg chg="addSp delSp modSp mod">
        <pc:chgData name="Wallter Kang" userId="d5c269cbe9dbe8bc" providerId="LiveId" clId="{CDC438CF-0032-4308-BE01-B58C78A0B34E}" dt="2025-03-02T03:12:17.374" v="1008" actId="14100"/>
        <pc:sldMkLst>
          <pc:docMk/>
          <pc:sldMk cId="2259324915" sldId="2228"/>
        </pc:sldMkLst>
        <pc:picChg chg="add mod">
          <ac:chgData name="Wallter Kang" userId="d5c269cbe9dbe8bc" providerId="LiveId" clId="{CDC438CF-0032-4308-BE01-B58C78A0B34E}" dt="2025-03-02T03:12:17.374" v="1008" actId="14100"/>
          <ac:picMkLst>
            <pc:docMk/>
            <pc:sldMk cId="2259324915" sldId="2228"/>
            <ac:picMk id="14" creationId="{932688A7-CE9F-71CF-86E9-7A5995071A40}"/>
          </ac:picMkLst>
        </pc:picChg>
      </pc:sldChg>
      <pc:sldChg chg="addSp delSp modSp mod">
        <pc:chgData name="Wallter Kang" userId="d5c269cbe9dbe8bc" providerId="LiveId" clId="{CDC438CF-0032-4308-BE01-B58C78A0B34E}" dt="2025-03-02T02:53:56.522" v="819" actId="1076"/>
        <pc:sldMkLst>
          <pc:docMk/>
          <pc:sldMk cId="245712478" sldId="2232"/>
        </pc:sldMkLst>
        <pc:spChg chg="mod">
          <ac:chgData name="Wallter Kang" userId="d5c269cbe9dbe8bc" providerId="LiveId" clId="{CDC438CF-0032-4308-BE01-B58C78A0B34E}" dt="2025-03-02T02:53:22.487" v="815" actId="1076"/>
          <ac:spMkLst>
            <pc:docMk/>
            <pc:sldMk cId="245712478" sldId="2232"/>
            <ac:spMk id="6" creationId="{00000000-0000-0000-0000-000000000000}"/>
          </ac:spMkLst>
        </pc:spChg>
        <pc:picChg chg="add mod">
          <ac:chgData name="Wallter Kang" userId="d5c269cbe9dbe8bc" providerId="LiveId" clId="{CDC438CF-0032-4308-BE01-B58C78A0B34E}" dt="2025-03-02T02:53:56.522" v="819" actId="1076"/>
          <ac:picMkLst>
            <pc:docMk/>
            <pc:sldMk cId="245712478" sldId="2232"/>
            <ac:picMk id="8" creationId="{68704E34-EC9F-9308-2374-D5B2D8D4E52A}"/>
          </ac:picMkLst>
        </pc:picChg>
      </pc:sldChg>
      <pc:sldChg chg="addSp delSp modSp mod">
        <pc:chgData name="Wallter Kang" userId="d5c269cbe9dbe8bc" providerId="LiveId" clId="{CDC438CF-0032-4308-BE01-B58C78A0B34E}" dt="2025-03-02T03:17:59.874" v="1031" actId="20577"/>
        <pc:sldMkLst>
          <pc:docMk/>
          <pc:sldMk cId="2784781238" sldId="2233"/>
        </pc:sldMkLst>
        <pc:spChg chg="mod">
          <ac:chgData name="Wallter Kang" userId="d5c269cbe9dbe8bc" providerId="LiveId" clId="{CDC438CF-0032-4308-BE01-B58C78A0B34E}" dt="2025-03-02T03:17:04.199" v="1024" actId="1076"/>
          <ac:spMkLst>
            <pc:docMk/>
            <pc:sldMk cId="2784781238" sldId="2233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17:59.874" v="1031" actId="20577"/>
          <ac:spMkLst>
            <pc:docMk/>
            <pc:sldMk cId="2784781238" sldId="2233"/>
            <ac:spMk id="12" creationId="{D6837381-2B59-4326-EF95-07B945C73846}"/>
          </ac:spMkLst>
        </pc:spChg>
        <pc:picChg chg="add mod">
          <ac:chgData name="Wallter Kang" userId="d5c269cbe9dbe8bc" providerId="LiveId" clId="{CDC438CF-0032-4308-BE01-B58C78A0B34E}" dt="2025-03-02T02:56:09.743" v="864" actId="1076"/>
          <ac:picMkLst>
            <pc:docMk/>
            <pc:sldMk cId="2784781238" sldId="2233"/>
            <ac:picMk id="10" creationId="{C959AC72-C604-B217-2F75-B7C642170FCD}"/>
          </ac:picMkLst>
        </pc:picChg>
      </pc:sldChg>
      <pc:sldChg chg="addSp delSp modSp mod">
        <pc:chgData name="Wallter Kang" userId="d5c269cbe9dbe8bc" providerId="LiveId" clId="{CDC438CF-0032-4308-BE01-B58C78A0B34E}" dt="2025-03-02T03:22:41.127" v="1079" actId="1076"/>
        <pc:sldMkLst>
          <pc:docMk/>
          <pc:sldMk cId="3415669019" sldId="2234"/>
        </pc:sldMkLst>
        <pc:spChg chg="add mod">
          <ac:chgData name="Wallter Kang" userId="d5c269cbe9dbe8bc" providerId="LiveId" clId="{CDC438CF-0032-4308-BE01-B58C78A0B34E}" dt="2025-03-02T03:22:41.127" v="1079" actId="1076"/>
          <ac:spMkLst>
            <pc:docMk/>
            <pc:sldMk cId="3415669019" sldId="2234"/>
            <ac:spMk id="12" creationId="{249C597F-31C3-5189-9D71-E82393B2E4B3}"/>
          </ac:spMkLst>
        </pc:spChg>
        <pc:picChg chg="add mod">
          <ac:chgData name="Wallter Kang" userId="d5c269cbe9dbe8bc" providerId="LiveId" clId="{CDC438CF-0032-4308-BE01-B58C78A0B34E}" dt="2025-03-02T03:21:17.803" v="1053" actId="1076"/>
          <ac:picMkLst>
            <pc:docMk/>
            <pc:sldMk cId="3415669019" sldId="2234"/>
            <ac:picMk id="10" creationId="{20C8BE33-D17E-2DBC-1C0F-B73C2B9C4816}"/>
          </ac:picMkLst>
        </pc:picChg>
      </pc:sldChg>
      <pc:sldChg chg="addSp delSp modSp mod">
        <pc:chgData name="Wallter Kang" userId="d5c269cbe9dbe8bc" providerId="LiveId" clId="{CDC438CF-0032-4308-BE01-B58C78A0B34E}" dt="2025-03-02T03:34:49.340" v="1634" actId="1076"/>
        <pc:sldMkLst>
          <pc:docMk/>
          <pc:sldMk cId="2580656759" sldId="2236"/>
        </pc:sldMkLst>
        <pc:spChg chg="mod">
          <ac:chgData name="Wallter Kang" userId="d5c269cbe9dbe8bc" providerId="LiveId" clId="{CDC438CF-0032-4308-BE01-B58C78A0B34E}" dt="2025-03-02T03:30:01.434" v="1607" actId="20577"/>
          <ac:spMkLst>
            <pc:docMk/>
            <pc:sldMk cId="2580656759" sldId="2236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03:32:46.363" v="1620" actId="20577"/>
          <ac:spMkLst>
            <pc:docMk/>
            <pc:sldMk cId="2580656759" sldId="2236"/>
            <ac:spMk id="12" creationId="{C6074AE5-32C3-5A97-86E7-72834115F48B}"/>
          </ac:spMkLst>
        </pc:spChg>
        <pc:spChg chg="add mod">
          <ac:chgData name="Wallter Kang" userId="d5c269cbe9dbe8bc" providerId="LiveId" clId="{CDC438CF-0032-4308-BE01-B58C78A0B34E}" dt="2025-03-02T03:34:28.540" v="1632" actId="1076"/>
          <ac:spMkLst>
            <pc:docMk/>
            <pc:sldMk cId="2580656759" sldId="2236"/>
            <ac:spMk id="14" creationId="{95CD2C4B-B0A1-E31F-7D6C-FE05A2C6D9E2}"/>
          </ac:spMkLst>
        </pc:spChg>
        <pc:picChg chg="add mod">
          <ac:chgData name="Wallter Kang" userId="d5c269cbe9dbe8bc" providerId="LiveId" clId="{CDC438CF-0032-4308-BE01-B58C78A0B34E}" dt="2025-03-02T03:34:49.340" v="1634" actId="1076"/>
          <ac:picMkLst>
            <pc:docMk/>
            <pc:sldMk cId="2580656759" sldId="2236"/>
            <ac:picMk id="16" creationId="{F06E77CC-949C-D95E-0A93-8763BB172C09}"/>
          </ac:picMkLst>
        </pc:picChg>
      </pc:sldChg>
      <pc:sldChg chg="addSp delSp modSp mod">
        <pc:chgData name="Wallter Kang" userId="d5c269cbe9dbe8bc" providerId="LiveId" clId="{CDC438CF-0032-4308-BE01-B58C78A0B34E}" dt="2025-03-02T03:39:38.043" v="1646" actId="1076"/>
        <pc:sldMkLst>
          <pc:docMk/>
          <pc:sldMk cId="4232429607" sldId="2237"/>
        </pc:sldMkLst>
        <pc:spChg chg="mod">
          <ac:chgData name="Wallter Kang" userId="d5c269cbe9dbe8bc" providerId="LiveId" clId="{CDC438CF-0032-4308-BE01-B58C78A0B34E}" dt="2025-03-02T03:35:12.717" v="1638" actId="1076"/>
          <ac:spMkLst>
            <pc:docMk/>
            <pc:sldMk cId="4232429607" sldId="2237"/>
            <ac:spMk id="6" creationId="{00000000-0000-0000-0000-000000000000}"/>
          </ac:spMkLst>
        </pc:spChg>
        <pc:picChg chg="add mod">
          <ac:chgData name="Wallter Kang" userId="d5c269cbe9dbe8bc" providerId="LiveId" clId="{CDC438CF-0032-4308-BE01-B58C78A0B34E}" dt="2025-03-02T03:39:06.101" v="1641" actId="14100"/>
          <ac:picMkLst>
            <pc:docMk/>
            <pc:sldMk cId="4232429607" sldId="2237"/>
            <ac:picMk id="10" creationId="{A3C7A61A-5038-0E3F-2307-3F77890AD47D}"/>
          </ac:picMkLst>
        </pc:picChg>
        <pc:picChg chg="add mod">
          <ac:chgData name="Wallter Kang" userId="d5c269cbe9dbe8bc" providerId="LiveId" clId="{CDC438CF-0032-4308-BE01-B58C78A0B34E}" dt="2025-03-02T03:39:38.043" v="1646" actId="1076"/>
          <ac:picMkLst>
            <pc:docMk/>
            <pc:sldMk cId="4232429607" sldId="2237"/>
            <ac:picMk id="11" creationId="{670B73C3-21DB-963F-1CC7-1B07AE73CAEB}"/>
          </ac:picMkLst>
        </pc:picChg>
      </pc:sldChg>
      <pc:sldChg chg="delSp del mod">
        <pc:chgData name="Wallter Kang" userId="d5c269cbe9dbe8bc" providerId="LiveId" clId="{CDC438CF-0032-4308-BE01-B58C78A0B34E}" dt="2025-03-02T03:39:40.284" v="1647" actId="47"/>
        <pc:sldMkLst>
          <pc:docMk/>
          <pc:sldMk cId="3670315438" sldId="2238"/>
        </pc:sldMkLst>
      </pc:sldChg>
      <pc:sldChg chg="del">
        <pc:chgData name="Wallter Kang" userId="d5c269cbe9dbe8bc" providerId="LiveId" clId="{CDC438CF-0032-4308-BE01-B58C78A0B34E}" dt="2025-03-02T03:40:25.837" v="1648" actId="47"/>
        <pc:sldMkLst>
          <pc:docMk/>
          <pc:sldMk cId="3973031272" sldId="2240"/>
        </pc:sldMkLst>
      </pc:sldChg>
      <pc:sldChg chg="addSp delSp modSp mod">
        <pc:chgData name="Wallter Kang" userId="d5c269cbe9dbe8bc" providerId="LiveId" clId="{CDC438CF-0032-4308-BE01-B58C78A0B34E}" dt="2025-03-02T03:47:57.569" v="1761" actId="1076"/>
        <pc:sldMkLst>
          <pc:docMk/>
          <pc:sldMk cId="1501504684" sldId="2242"/>
        </pc:sldMkLst>
      </pc:sldChg>
      <pc:sldChg chg="addSp delSp modSp mod">
        <pc:chgData name="Wallter Kang" userId="d5c269cbe9dbe8bc" providerId="LiveId" clId="{CDC438CF-0032-4308-BE01-B58C78A0B34E}" dt="2025-03-02T13:27:21.046" v="2280" actId="20577"/>
        <pc:sldMkLst>
          <pc:docMk/>
          <pc:sldMk cId="830440650" sldId="2243"/>
        </pc:sldMkLst>
        <pc:spChg chg="mod">
          <ac:chgData name="Wallter Kang" userId="d5c269cbe9dbe8bc" providerId="LiveId" clId="{CDC438CF-0032-4308-BE01-B58C78A0B34E}" dt="2025-03-02T13:27:21.046" v="2280" actId="20577"/>
          <ac:spMkLst>
            <pc:docMk/>
            <pc:sldMk cId="830440650" sldId="2243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13:22:23.787" v="2143" actId="13822"/>
          <ac:spMkLst>
            <pc:docMk/>
            <pc:sldMk cId="830440650" sldId="2243"/>
            <ac:spMk id="12" creationId="{56A2BA05-BE7C-4CA0-E608-61A798338495}"/>
          </ac:spMkLst>
        </pc:spChg>
        <pc:spChg chg="add mod">
          <ac:chgData name="Wallter Kang" userId="d5c269cbe9dbe8bc" providerId="LiveId" clId="{CDC438CF-0032-4308-BE01-B58C78A0B34E}" dt="2025-03-02T13:23:55.455" v="2152" actId="13822"/>
          <ac:spMkLst>
            <pc:docMk/>
            <pc:sldMk cId="830440650" sldId="2243"/>
            <ac:spMk id="14" creationId="{E0DAC34E-2AA7-ACAB-8E9F-13F47DAFF109}"/>
          </ac:spMkLst>
        </pc:spChg>
      </pc:sldChg>
      <pc:sldChg chg="del">
        <pc:chgData name="Wallter Kang" userId="d5c269cbe9dbe8bc" providerId="LiveId" clId="{CDC438CF-0032-4308-BE01-B58C78A0B34E}" dt="2025-03-02T13:19:36.257" v="2128" actId="2696"/>
        <pc:sldMkLst>
          <pc:docMk/>
          <pc:sldMk cId="1877197290" sldId="2244"/>
        </pc:sldMkLst>
      </pc:sldChg>
      <pc:sldChg chg="del">
        <pc:chgData name="Wallter Kang" userId="d5c269cbe9dbe8bc" providerId="LiveId" clId="{CDC438CF-0032-4308-BE01-B58C78A0B34E}" dt="2025-03-02T13:19:36.257" v="2128" actId="2696"/>
        <pc:sldMkLst>
          <pc:docMk/>
          <pc:sldMk cId="724811207" sldId="2245"/>
        </pc:sldMkLst>
      </pc:sldChg>
      <pc:sldChg chg="del">
        <pc:chgData name="Wallter Kang" userId="d5c269cbe9dbe8bc" providerId="LiveId" clId="{CDC438CF-0032-4308-BE01-B58C78A0B34E}" dt="2025-03-02T13:34:16.642" v="2338" actId="47"/>
        <pc:sldMkLst>
          <pc:docMk/>
          <pc:sldMk cId="1283708006" sldId="2246"/>
        </pc:sldMkLst>
      </pc:sldChg>
      <pc:sldChg chg="del">
        <pc:chgData name="Wallter Kang" userId="d5c269cbe9dbe8bc" providerId="LiveId" clId="{CDC438CF-0032-4308-BE01-B58C78A0B34E}" dt="2025-03-02T13:34:16.642" v="2338" actId="47"/>
        <pc:sldMkLst>
          <pc:docMk/>
          <pc:sldMk cId="2741863419" sldId="2247"/>
        </pc:sldMkLst>
      </pc:sldChg>
      <pc:sldChg chg="del">
        <pc:chgData name="Wallter Kang" userId="d5c269cbe9dbe8bc" providerId="LiveId" clId="{CDC438CF-0032-4308-BE01-B58C78A0B34E}" dt="2025-03-02T13:34:16.642" v="2338" actId="47"/>
        <pc:sldMkLst>
          <pc:docMk/>
          <pc:sldMk cId="1423526869" sldId="2248"/>
        </pc:sldMkLst>
      </pc:sldChg>
      <pc:sldChg chg="del">
        <pc:chgData name="Wallter Kang" userId="d5c269cbe9dbe8bc" providerId="LiveId" clId="{CDC438CF-0032-4308-BE01-B58C78A0B34E}" dt="2025-03-02T13:34:32.604" v="2340" actId="47"/>
        <pc:sldMkLst>
          <pc:docMk/>
          <pc:sldMk cId="1270637678" sldId="2249"/>
        </pc:sldMkLst>
      </pc:sldChg>
      <pc:sldChg chg="addSp delSp modSp mod">
        <pc:chgData name="Wallter Kang" userId="d5c269cbe9dbe8bc" providerId="LiveId" clId="{CDC438CF-0032-4308-BE01-B58C78A0B34E}" dt="2025-03-02T14:02:26.888" v="2553" actId="1076"/>
        <pc:sldMkLst>
          <pc:docMk/>
          <pc:sldMk cId="250458081" sldId="2250"/>
        </pc:sldMkLst>
      </pc:sldChg>
      <pc:sldChg chg="addSp delSp modSp mod">
        <pc:chgData name="Wallter Kang" userId="d5c269cbe9dbe8bc" providerId="LiveId" clId="{CDC438CF-0032-4308-BE01-B58C78A0B34E}" dt="2025-03-02T14:03:14.235" v="2557" actId="1076"/>
        <pc:sldMkLst>
          <pc:docMk/>
          <pc:sldMk cId="1788584191" sldId="2251"/>
        </pc:sldMkLst>
      </pc:sldChg>
      <pc:sldChg chg="addSp delSp modSp del mod">
        <pc:chgData name="Wallter Kang" userId="d5c269cbe9dbe8bc" providerId="LiveId" clId="{CDC438CF-0032-4308-BE01-B58C78A0B34E}" dt="2025-03-02T14:11:45.801" v="2596" actId="47"/>
        <pc:sldMkLst>
          <pc:docMk/>
          <pc:sldMk cId="3909965690" sldId="2253"/>
        </pc:sldMkLst>
      </pc:sldChg>
      <pc:sldChg chg="modSp mod">
        <pc:chgData name="Wallter Kang" userId="d5c269cbe9dbe8bc" providerId="LiveId" clId="{CDC438CF-0032-4308-BE01-B58C78A0B34E}" dt="2025-03-02T14:12:14.978" v="2597" actId="1076"/>
        <pc:sldMkLst>
          <pc:docMk/>
          <pc:sldMk cId="2558157202" sldId="2255"/>
        </pc:sldMkLst>
      </pc:sldChg>
      <pc:sldChg chg="addSp delSp modSp mod">
        <pc:chgData name="Wallter Kang" userId="d5c269cbe9dbe8bc" providerId="LiveId" clId="{CDC438CF-0032-4308-BE01-B58C78A0B34E}" dt="2025-03-02T14:15:14.649" v="2650" actId="20577"/>
        <pc:sldMkLst>
          <pc:docMk/>
          <pc:sldMk cId="4010351194" sldId="2256"/>
        </pc:sldMkLst>
      </pc:sldChg>
      <pc:sldChg chg="addSp delSp modSp mod">
        <pc:chgData name="Wallter Kang" userId="d5c269cbe9dbe8bc" providerId="LiveId" clId="{CDC438CF-0032-4308-BE01-B58C78A0B34E}" dt="2025-03-02T14:25:23.579" v="2752" actId="1076"/>
        <pc:sldMkLst>
          <pc:docMk/>
          <pc:sldMk cId="2523962145" sldId="2257"/>
        </pc:sldMkLst>
        <pc:spChg chg="mod">
          <ac:chgData name="Wallter Kang" userId="d5c269cbe9dbe8bc" providerId="LiveId" clId="{CDC438CF-0032-4308-BE01-B58C78A0B34E}" dt="2025-03-02T14:19:04.656" v="2705" actId="1076"/>
          <ac:spMkLst>
            <pc:docMk/>
            <pc:sldMk cId="2523962145" sldId="2257"/>
            <ac:spMk id="6" creationId="{00000000-0000-0000-0000-000000000000}"/>
          </ac:spMkLst>
        </pc:spChg>
        <pc:spChg chg="add mod">
          <ac:chgData name="Wallter Kang" userId="d5c269cbe9dbe8bc" providerId="LiveId" clId="{CDC438CF-0032-4308-BE01-B58C78A0B34E}" dt="2025-03-02T14:25:08.696" v="2746" actId="207"/>
          <ac:spMkLst>
            <pc:docMk/>
            <pc:sldMk cId="2523962145" sldId="2257"/>
            <ac:spMk id="18" creationId="{CD2D2B10-3144-5F71-5C25-A724E867D1AE}"/>
          </ac:spMkLst>
        </pc:spChg>
        <pc:spChg chg="add mod">
          <ac:chgData name="Wallter Kang" userId="d5c269cbe9dbe8bc" providerId="LiveId" clId="{CDC438CF-0032-4308-BE01-B58C78A0B34E}" dt="2025-03-02T14:25:13.657" v="2748" actId="1076"/>
          <ac:spMkLst>
            <pc:docMk/>
            <pc:sldMk cId="2523962145" sldId="2257"/>
            <ac:spMk id="19" creationId="{064AABD7-E2EA-E3A2-9245-6AFD2C703855}"/>
          </ac:spMkLst>
        </pc:spChg>
        <pc:spChg chg="add mod">
          <ac:chgData name="Wallter Kang" userId="d5c269cbe9dbe8bc" providerId="LiveId" clId="{CDC438CF-0032-4308-BE01-B58C78A0B34E}" dt="2025-03-02T14:25:19.844" v="2750" actId="1076"/>
          <ac:spMkLst>
            <pc:docMk/>
            <pc:sldMk cId="2523962145" sldId="2257"/>
            <ac:spMk id="20" creationId="{42CCC79C-82F5-725A-8E3F-7D3F186AA4ED}"/>
          </ac:spMkLst>
        </pc:spChg>
        <pc:spChg chg="add mod">
          <ac:chgData name="Wallter Kang" userId="d5c269cbe9dbe8bc" providerId="LiveId" clId="{CDC438CF-0032-4308-BE01-B58C78A0B34E}" dt="2025-03-02T14:25:23.579" v="2752" actId="1076"/>
          <ac:spMkLst>
            <pc:docMk/>
            <pc:sldMk cId="2523962145" sldId="2257"/>
            <ac:spMk id="21" creationId="{4BCBA684-A543-5282-D730-BE178C87F706}"/>
          </ac:spMkLst>
        </pc:spChg>
        <pc:picChg chg="add mod">
          <ac:chgData name="Wallter Kang" userId="d5c269cbe9dbe8bc" providerId="LiveId" clId="{CDC438CF-0032-4308-BE01-B58C78A0B34E}" dt="2025-03-02T14:19:32.737" v="2708" actId="1076"/>
          <ac:picMkLst>
            <pc:docMk/>
            <pc:sldMk cId="2523962145" sldId="2257"/>
            <ac:picMk id="8" creationId="{4221E805-8AF1-D3E0-F103-9CE2DBC2D955}"/>
          </ac:picMkLst>
        </pc:picChg>
        <pc:picChg chg="add mod">
          <ac:chgData name="Wallter Kang" userId="d5c269cbe9dbe8bc" providerId="LiveId" clId="{CDC438CF-0032-4308-BE01-B58C78A0B34E}" dt="2025-03-02T14:22:51.549" v="2720" actId="1076"/>
          <ac:picMkLst>
            <pc:docMk/>
            <pc:sldMk cId="2523962145" sldId="2257"/>
            <ac:picMk id="10" creationId="{B8799700-5C11-C846-2EAA-CCDC691FC25C}"/>
          </ac:picMkLst>
        </pc:picChg>
        <pc:picChg chg="add mod">
          <ac:chgData name="Wallter Kang" userId="d5c269cbe9dbe8bc" providerId="LiveId" clId="{CDC438CF-0032-4308-BE01-B58C78A0B34E}" dt="2025-03-02T14:23:44.990" v="2734" actId="1076"/>
          <ac:picMkLst>
            <pc:docMk/>
            <pc:sldMk cId="2523962145" sldId="2257"/>
            <ac:picMk id="12" creationId="{5B6BEC82-6BD9-D31F-616B-952C0F8035EC}"/>
          </ac:picMkLst>
        </pc:picChg>
        <pc:picChg chg="add mod">
          <ac:chgData name="Wallter Kang" userId="d5c269cbe9dbe8bc" providerId="LiveId" clId="{CDC438CF-0032-4308-BE01-B58C78A0B34E}" dt="2025-03-02T14:23:42.276" v="2733" actId="14100"/>
          <ac:picMkLst>
            <pc:docMk/>
            <pc:sldMk cId="2523962145" sldId="2257"/>
            <ac:picMk id="15" creationId="{A157BC0E-617A-8648-01AA-D6D41BD677E7}"/>
          </ac:picMkLst>
        </pc:picChg>
        <pc:picChg chg="add mod">
          <ac:chgData name="Wallter Kang" userId="d5c269cbe9dbe8bc" providerId="LiveId" clId="{CDC438CF-0032-4308-BE01-B58C78A0B34E}" dt="2025-03-02T14:24:05.466" v="2739" actId="1076"/>
          <ac:picMkLst>
            <pc:docMk/>
            <pc:sldMk cId="2523962145" sldId="2257"/>
            <ac:picMk id="17" creationId="{640FFE88-FB19-FFD2-0A07-047F7E26095C}"/>
          </ac:picMkLst>
        </pc:picChg>
      </pc:sldChg>
      <pc:sldChg chg="del">
        <pc:chgData name="Wallter Kang" userId="d5c269cbe9dbe8bc" providerId="LiveId" clId="{CDC438CF-0032-4308-BE01-B58C78A0B34E}" dt="2025-03-02T14:25:30.548" v="2753" actId="47"/>
        <pc:sldMkLst>
          <pc:docMk/>
          <pc:sldMk cId="1039732286" sldId="2258"/>
        </pc:sldMkLst>
      </pc:sldChg>
      <pc:sldChg chg="addSp delSp modSp add mod ord">
        <pc:chgData name="Wallter Kang" userId="d5c269cbe9dbe8bc" providerId="LiveId" clId="{CDC438CF-0032-4308-BE01-B58C78A0B34E}" dt="2025-03-01T13:37:13.948" v="196" actId="1076"/>
        <pc:sldMkLst>
          <pc:docMk/>
          <pc:sldMk cId="2727732761" sldId="2259"/>
        </pc:sldMkLst>
        <pc:spChg chg="mod">
          <ac:chgData name="Wallter Kang" userId="d5c269cbe9dbe8bc" providerId="LiveId" clId="{CDC438CF-0032-4308-BE01-B58C78A0B34E}" dt="2025-03-01T09:32:45.934" v="158" actId="20577"/>
          <ac:spMkLst>
            <pc:docMk/>
            <pc:sldMk cId="2727732761" sldId="2259"/>
            <ac:spMk id="6" creationId="{DF1B1CAB-998C-A456-7ECC-21A363E622E8}"/>
          </ac:spMkLst>
        </pc:spChg>
        <pc:spChg chg="add mod">
          <ac:chgData name="Wallter Kang" userId="d5c269cbe9dbe8bc" providerId="LiveId" clId="{CDC438CF-0032-4308-BE01-B58C78A0B34E}" dt="2025-03-01T09:36:10.704" v="167" actId="14100"/>
          <ac:spMkLst>
            <pc:docMk/>
            <pc:sldMk cId="2727732761" sldId="2259"/>
            <ac:spMk id="10" creationId="{CF9254C5-0B1E-5270-11DD-D92302D27BB2}"/>
          </ac:spMkLst>
        </pc:spChg>
        <pc:spChg chg="add mod">
          <ac:chgData name="Wallter Kang" userId="d5c269cbe9dbe8bc" providerId="LiveId" clId="{CDC438CF-0032-4308-BE01-B58C78A0B34E}" dt="2025-03-01T13:37:13.948" v="196" actId="1076"/>
          <ac:spMkLst>
            <pc:docMk/>
            <pc:sldMk cId="2727732761" sldId="2259"/>
            <ac:spMk id="15" creationId="{C65E4E09-9F39-4311-C99B-1D5D802366C8}"/>
          </ac:spMkLst>
        </pc:spChg>
        <pc:spChg chg="mod">
          <ac:chgData name="Wallter Kang" userId="d5c269cbe9dbe8bc" providerId="LiveId" clId="{CDC438CF-0032-4308-BE01-B58C78A0B34E}" dt="2025-03-01T09:30:10.181" v="91" actId="20577"/>
          <ac:spMkLst>
            <pc:docMk/>
            <pc:sldMk cId="2727732761" sldId="2259"/>
            <ac:spMk id="568" creationId="{3534658B-DDA8-C318-2626-0ACC5578E14B}"/>
          </ac:spMkLst>
        </pc:spChg>
      </pc:sldChg>
      <pc:sldChg chg="addSp delSp modSp new mod">
        <pc:chgData name="Wallter Kang" userId="d5c269cbe9dbe8bc" providerId="LiveId" clId="{CDC438CF-0032-4308-BE01-B58C78A0B34E}" dt="2025-03-01T14:14:21.347" v="298" actId="1076"/>
        <pc:sldMkLst>
          <pc:docMk/>
          <pc:sldMk cId="1749083070" sldId="2260"/>
        </pc:sldMkLst>
        <pc:spChg chg="add mod">
          <ac:chgData name="Wallter Kang" userId="d5c269cbe9dbe8bc" providerId="LiveId" clId="{CDC438CF-0032-4308-BE01-B58C78A0B34E}" dt="2025-03-01T14:13:58.038" v="295" actId="14100"/>
          <ac:spMkLst>
            <pc:docMk/>
            <pc:sldMk cId="1749083070" sldId="2260"/>
            <ac:spMk id="7" creationId="{C65FEB46-AF7D-6F6B-4B04-9E7CD01A7096}"/>
          </ac:spMkLst>
        </pc:spChg>
        <pc:spChg chg="add mod">
          <ac:chgData name="Wallter Kang" userId="d5c269cbe9dbe8bc" providerId="LiveId" clId="{CDC438CF-0032-4308-BE01-B58C78A0B34E}" dt="2025-03-01T14:14:21.347" v="298" actId="1076"/>
          <ac:spMkLst>
            <pc:docMk/>
            <pc:sldMk cId="1749083070" sldId="2260"/>
            <ac:spMk id="9" creationId="{49BEFD62-E8E8-4877-32A9-BE6774094A76}"/>
          </ac:spMkLst>
        </pc:spChg>
      </pc:sldChg>
      <pc:sldChg chg="addSp delSp modSp add mod">
        <pc:chgData name="Wallter Kang" userId="d5c269cbe9dbe8bc" providerId="LiveId" clId="{CDC438CF-0032-4308-BE01-B58C78A0B34E}" dt="2025-03-02T03:20:15.035" v="1050" actId="1076"/>
        <pc:sldMkLst>
          <pc:docMk/>
          <pc:sldMk cId="2373472764" sldId="2261"/>
        </pc:sldMkLst>
        <pc:spChg chg="mod">
          <ac:chgData name="Wallter Kang" userId="d5c269cbe9dbe8bc" providerId="LiveId" clId="{CDC438CF-0032-4308-BE01-B58C78A0B34E}" dt="2025-03-02T02:28:54.395" v="626" actId="1076"/>
          <ac:spMkLst>
            <pc:docMk/>
            <pc:sldMk cId="2373472764" sldId="2261"/>
            <ac:spMk id="6" creationId="{34B29D0F-1473-E871-13E9-2F86F99617A5}"/>
          </ac:spMkLst>
        </pc:spChg>
        <pc:spChg chg="add mod">
          <ac:chgData name="Wallter Kang" userId="d5c269cbe9dbe8bc" providerId="LiveId" clId="{CDC438CF-0032-4308-BE01-B58C78A0B34E}" dt="2025-03-02T03:20:15.035" v="1050" actId="1076"/>
          <ac:spMkLst>
            <pc:docMk/>
            <pc:sldMk cId="2373472764" sldId="2261"/>
            <ac:spMk id="12" creationId="{63CABD68-969C-46BE-6B33-F04B62B786F7}"/>
          </ac:spMkLst>
        </pc:spChg>
        <pc:picChg chg="add mod">
          <ac:chgData name="Wallter Kang" userId="d5c269cbe9dbe8bc" providerId="LiveId" clId="{CDC438CF-0032-4308-BE01-B58C78A0B34E}" dt="2025-03-02T02:29:42.267" v="630" actId="1076"/>
          <ac:picMkLst>
            <pc:docMk/>
            <pc:sldMk cId="2373472764" sldId="2261"/>
            <ac:picMk id="10" creationId="{E3BAF4DF-1088-E85C-7E54-BB5C3EACEF74}"/>
          </ac:picMkLst>
        </pc:picChg>
      </pc:sldChg>
      <pc:sldChg chg="addSp delSp modSp new mod">
        <pc:chgData name="Wallter Kang" userId="d5c269cbe9dbe8bc" providerId="LiveId" clId="{CDC438CF-0032-4308-BE01-B58C78A0B34E}" dt="2025-03-02T02:33:22.301" v="698" actId="1076"/>
        <pc:sldMkLst>
          <pc:docMk/>
          <pc:sldMk cId="1269863952" sldId="2262"/>
        </pc:sldMkLst>
        <pc:spChg chg="mod">
          <ac:chgData name="Wallter Kang" userId="d5c269cbe9dbe8bc" providerId="LiveId" clId="{CDC438CF-0032-4308-BE01-B58C78A0B34E}" dt="2025-03-02T02:31:53.286" v="685" actId="20577"/>
          <ac:spMkLst>
            <pc:docMk/>
            <pc:sldMk cId="1269863952" sldId="2262"/>
            <ac:spMk id="2" creationId="{AD26CD7E-4AF3-5B73-EE2D-B8D4A36F5EEA}"/>
          </ac:spMkLst>
        </pc:spChg>
        <pc:spChg chg="add mod">
          <ac:chgData name="Wallter Kang" userId="d5c269cbe9dbe8bc" providerId="LiveId" clId="{CDC438CF-0032-4308-BE01-B58C78A0B34E}" dt="2025-03-02T02:33:22.301" v="698" actId="1076"/>
          <ac:spMkLst>
            <pc:docMk/>
            <pc:sldMk cId="1269863952" sldId="2262"/>
            <ac:spMk id="9" creationId="{5ACC3F36-1083-F3FD-2EF0-B55069298109}"/>
          </ac:spMkLst>
        </pc:spChg>
        <pc:picChg chg="add mod">
          <ac:chgData name="Wallter Kang" userId="d5c269cbe9dbe8bc" providerId="LiveId" clId="{CDC438CF-0032-4308-BE01-B58C78A0B34E}" dt="2025-03-02T02:33:00.418" v="689" actId="1076"/>
          <ac:picMkLst>
            <pc:docMk/>
            <pc:sldMk cId="1269863952" sldId="2262"/>
            <ac:picMk id="7" creationId="{A3CF6C4E-E0A3-A9BF-03C3-36CA4EC8508E}"/>
          </ac:picMkLst>
        </pc:picChg>
      </pc:sldChg>
      <pc:sldChg chg="addSp delSp modSp new mod">
        <pc:chgData name="Wallter Kang" userId="d5c269cbe9dbe8bc" providerId="LiveId" clId="{CDC438CF-0032-4308-BE01-B58C78A0B34E}" dt="2025-03-02T04:00:07.130" v="1896" actId="1076"/>
        <pc:sldMkLst>
          <pc:docMk/>
          <pc:sldMk cId="147380" sldId="2263"/>
        </pc:sldMkLst>
        <pc:spChg chg="add mod">
          <ac:chgData name="Wallter Kang" userId="d5c269cbe9dbe8bc" providerId="LiveId" clId="{CDC438CF-0032-4308-BE01-B58C78A0B34E}" dt="2025-03-02T03:59:57.300" v="1895" actId="14100"/>
          <ac:spMkLst>
            <pc:docMk/>
            <pc:sldMk cId="147380" sldId="2263"/>
            <ac:spMk id="7" creationId="{CC5F63F7-210F-E273-C970-3C8671710663}"/>
          </ac:spMkLst>
        </pc:spChg>
        <pc:spChg chg="add mod">
          <ac:chgData name="Wallter Kang" userId="d5c269cbe9dbe8bc" providerId="LiveId" clId="{CDC438CF-0032-4308-BE01-B58C78A0B34E}" dt="2025-03-02T04:00:07.130" v="1896" actId="1076"/>
          <ac:spMkLst>
            <pc:docMk/>
            <pc:sldMk cId="147380" sldId="2263"/>
            <ac:spMk id="9" creationId="{120BD486-ABB9-F6F8-C71B-310C546ADC9C}"/>
          </ac:spMkLst>
        </pc:spChg>
      </pc:sldChg>
      <pc:sldChg chg="addSp delSp modSp new mod">
        <pc:chgData name="Wallter Kang" userId="d5c269cbe9dbe8bc" providerId="LiveId" clId="{CDC438CF-0032-4308-BE01-B58C78A0B34E}" dt="2025-03-02T04:02:18.560" v="1915" actId="1076"/>
        <pc:sldMkLst>
          <pc:docMk/>
          <pc:sldMk cId="3598064600" sldId="2264"/>
        </pc:sldMkLst>
        <pc:picChg chg="add mod">
          <ac:chgData name="Wallter Kang" userId="d5c269cbe9dbe8bc" providerId="LiveId" clId="{CDC438CF-0032-4308-BE01-B58C78A0B34E}" dt="2025-03-02T04:02:14.913" v="1914" actId="13822"/>
          <ac:picMkLst>
            <pc:docMk/>
            <pc:sldMk cId="3598064600" sldId="2264"/>
            <ac:picMk id="9" creationId="{6EB79DC7-960A-9FD0-7A9A-165283359A79}"/>
          </ac:picMkLst>
        </pc:picChg>
        <pc:picChg chg="add mod">
          <ac:chgData name="Wallter Kang" userId="d5c269cbe9dbe8bc" providerId="LiveId" clId="{CDC438CF-0032-4308-BE01-B58C78A0B34E}" dt="2025-03-02T04:02:18.560" v="1915" actId="1076"/>
          <ac:picMkLst>
            <pc:docMk/>
            <pc:sldMk cId="3598064600" sldId="2264"/>
            <ac:picMk id="11" creationId="{6020424F-BDBF-EC54-BF75-1A9A1BEC1524}"/>
          </ac:picMkLst>
        </pc:picChg>
        <pc:picChg chg="add mod">
          <ac:chgData name="Wallter Kang" userId="d5c269cbe9dbe8bc" providerId="LiveId" clId="{CDC438CF-0032-4308-BE01-B58C78A0B34E}" dt="2025-03-02T04:02:14.913" v="1914" actId="13822"/>
          <ac:picMkLst>
            <pc:docMk/>
            <pc:sldMk cId="3598064600" sldId="2264"/>
            <ac:picMk id="13" creationId="{E96E9308-0862-B2B4-7A0D-08EB09BB148E}"/>
          </ac:picMkLst>
        </pc:picChg>
      </pc:sldChg>
      <pc:sldChg chg="addSp delSp modSp add mod">
        <pc:chgData name="Wallter Kang" userId="d5c269cbe9dbe8bc" providerId="LiveId" clId="{CDC438CF-0032-4308-BE01-B58C78A0B34E}" dt="2025-03-02T13:30:55.800" v="2324" actId="13822"/>
        <pc:sldMkLst>
          <pc:docMk/>
          <pc:sldMk cId="384168872" sldId="2265"/>
        </pc:sldMkLst>
        <pc:spChg chg="mod">
          <ac:chgData name="Wallter Kang" userId="d5c269cbe9dbe8bc" providerId="LiveId" clId="{CDC438CF-0032-4308-BE01-B58C78A0B34E}" dt="2025-03-02T13:25:04.290" v="2222" actId="20577"/>
          <ac:spMkLst>
            <pc:docMk/>
            <pc:sldMk cId="384168872" sldId="2265"/>
            <ac:spMk id="6" creationId="{E57887C6-8F9A-5FEA-F5EF-E60E581CB9B3}"/>
          </ac:spMkLst>
        </pc:spChg>
        <pc:spChg chg="add mod">
          <ac:chgData name="Wallter Kang" userId="d5c269cbe9dbe8bc" providerId="LiveId" clId="{CDC438CF-0032-4308-BE01-B58C78A0B34E}" dt="2025-03-02T13:29:38.815" v="2288" actId="14100"/>
          <ac:spMkLst>
            <pc:docMk/>
            <pc:sldMk cId="384168872" sldId="2265"/>
            <ac:spMk id="8" creationId="{3486D3CB-53FD-3154-26EC-596FD4DF51EF}"/>
          </ac:spMkLst>
        </pc:spChg>
        <pc:spChg chg="add mod">
          <ac:chgData name="Wallter Kang" userId="d5c269cbe9dbe8bc" providerId="LiveId" clId="{CDC438CF-0032-4308-BE01-B58C78A0B34E}" dt="2025-03-02T13:30:55.800" v="2324" actId="13822"/>
          <ac:spMkLst>
            <pc:docMk/>
            <pc:sldMk cId="384168872" sldId="2265"/>
            <ac:spMk id="11" creationId="{8BDF8A37-3582-7EEA-9AEF-31A2DAD08880}"/>
          </ac:spMkLst>
        </pc:spChg>
      </pc:sldChg>
      <pc:sldChg chg="addSp delSp modSp new mod">
        <pc:chgData name="Wallter Kang" userId="d5c269cbe9dbe8bc" providerId="LiveId" clId="{CDC438CF-0032-4308-BE01-B58C78A0B34E}" dt="2025-03-02T13:33:28.028" v="2337" actId="14100"/>
        <pc:sldMkLst>
          <pc:docMk/>
          <pc:sldMk cId="1304413344" sldId="2266"/>
        </pc:sldMkLst>
        <pc:picChg chg="add mod">
          <ac:chgData name="Wallter Kang" userId="d5c269cbe9dbe8bc" providerId="LiveId" clId="{CDC438CF-0032-4308-BE01-B58C78A0B34E}" dt="2025-03-02T13:32:07.987" v="2329" actId="1076"/>
          <ac:picMkLst>
            <pc:docMk/>
            <pc:sldMk cId="1304413344" sldId="2266"/>
            <ac:picMk id="7" creationId="{BB4DBC0A-4E30-5D64-DEDE-DB4865E225F5}"/>
          </ac:picMkLst>
        </pc:picChg>
      </pc:sldChg>
      <pc:sldChg chg="addSp delSp modSp new mod">
        <pc:chgData name="Wallter Kang" userId="d5c269cbe9dbe8bc" providerId="LiveId" clId="{CDC438CF-0032-4308-BE01-B58C78A0B34E}" dt="2025-03-02T14:17:41.105" v="2694"/>
        <pc:sldMkLst>
          <pc:docMk/>
          <pc:sldMk cId="2149892986" sldId="2267"/>
        </pc:sldMkLst>
      </pc:sldChg>
      <pc:sldChg chg="addSp delSp modSp new mod">
        <pc:chgData name="Wallter Kang" userId="d5c269cbe9dbe8bc" providerId="LiveId" clId="{CDC438CF-0032-4308-BE01-B58C78A0B34E}" dt="2025-03-02T14:22:27.774" v="2715" actId="1076"/>
        <pc:sldMkLst>
          <pc:docMk/>
          <pc:sldMk cId="3340578309" sldId="2268"/>
        </pc:sldMkLst>
        <pc:spChg chg="add mod">
          <ac:chgData name="Wallter Kang" userId="d5c269cbe9dbe8bc" providerId="LiveId" clId="{CDC438CF-0032-4308-BE01-B58C78A0B34E}" dt="2025-03-02T14:21:26.385" v="2709" actId="1076"/>
          <ac:spMkLst>
            <pc:docMk/>
            <pc:sldMk cId="3340578309" sldId="2268"/>
            <ac:spMk id="9" creationId="{55793D9B-BD6F-74D9-5963-02F9557F76D8}"/>
          </ac:spMkLst>
        </pc:spChg>
        <pc:spChg chg="add mod">
          <ac:chgData name="Wallter Kang" userId="d5c269cbe9dbe8bc" providerId="LiveId" clId="{CDC438CF-0032-4308-BE01-B58C78A0B34E}" dt="2025-03-02T14:22:27.774" v="2715" actId="1076"/>
          <ac:spMkLst>
            <pc:docMk/>
            <pc:sldMk cId="3340578309" sldId="2268"/>
            <ac:spMk id="11" creationId="{27456E7B-502F-BFF9-156C-AB8E7FFC0F46}"/>
          </ac:spMkLst>
        </pc:spChg>
      </pc:sldChg>
    </pc:docChg>
  </pc:docChgLst>
  <pc:docChgLst>
    <pc:chgData name="Wallter Kang" userId="d5c269cbe9dbe8bc" providerId="LiveId" clId="{91E0703F-08D7-4B89-944E-9DA3926431B1}"/>
    <pc:docChg chg="undo custSel modSld">
      <pc:chgData name="Wallter Kang" userId="d5c269cbe9dbe8bc" providerId="LiveId" clId="{91E0703F-08D7-4B89-944E-9DA3926431B1}" dt="2024-12-22T09:04:36.444" v="118" actId="404"/>
      <pc:docMkLst>
        <pc:docMk/>
      </pc:docMkLst>
      <pc:sldChg chg="addSp delSp modSp mod">
        <pc:chgData name="Wallter Kang" userId="d5c269cbe9dbe8bc" providerId="LiveId" clId="{91E0703F-08D7-4B89-944E-9DA3926431B1}" dt="2024-12-22T03:39:14.532" v="16" actId="1076"/>
        <pc:sldMkLst>
          <pc:docMk/>
          <pc:sldMk cId="3537616377" sldId="2159"/>
        </pc:sldMkLst>
      </pc:sldChg>
      <pc:sldChg chg="addSp delSp modSp mod">
        <pc:chgData name="Wallter Kang" userId="d5c269cbe9dbe8bc" providerId="LiveId" clId="{91E0703F-08D7-4B89-944E-9DA3926431B1}" dt="2024-12-22T03:41:22.480" v="21" actId="1076"/>
        <pc:sldMkLst>
          <pc:docMk/>
          <pc:sldMk cId="3957148644" sldId="2160"/>
        </pc:sldMkLst>
      </pc:sldChg>
      <pc:sldChg chg="addSp delSp modSp mod">
        <pc:chgData name="Wallter Kang" userId="d5c269cbe9dbe8bc" providerId="LiveId" clId="{91E0703F-08D7-4B89-944E-9DA3926431B1}" dt="2024-12-22T03:46:32.242" v="32" actId="404"/>
        <pc:sldMkLst>
          <pc:docMk/>
          <pc:sldMk cId="966495723" sldId="2162"/>
        </pc:sldMkLst>
      </pc:sldChg>
      <pc:sldChg chg="addSp delSp modSp mod">
        <pc:chgData name="Wallter Kang" userId="d5c269cbe9dbe8bc" providerId="LiveId" clId="{91E0703F-08D7-4B89-944E-9DA3926431B1}" dt="2024-12-22T03:48:44.839" v="40" actId="14100"/>
        <pc:sldMkLst>
          <pc:docMk/>
          <pc:sldMk cId="2044848369" sldId="2163"/>
        </pc:sldMkLst>
      </pc:sldChg>
      <pc:sldChg chg="addSp delSp modSp mod">
        <pc:chgData name="Wallter Kang" userId="d5c269cbe9dbe8bc" providerId="LiveId" clId="{91E0703F-08D7-4B89-944E-9DA3926431B1}" dt="2024-12-22T03:50:55.984" v="42"/>
        <pc:sldMkLst>
          <pc:docMk/>
          <pc:sldMk cId="3168819662" sldId="2164"/>
        </pc:sldMkLst>
      </pc:sldChg>
      <pc:sldChg chg="addSp delSp modSp mod">
        <pc:chgData name="Wallter Kang" userId="d5c269cbe9dbe8bc" providerId="LiveId" clId="{91E0703F-08D7-4B89-944E-9DA3926431B1}" dt="2024-12-22T03:47:43.004" v="36" actId="1076"/>
        <pc:sldMkLst>
          <pc:docMk/>
          <pc:sldMk cId="487169433" sldId="2209"/>
        </pc:sldMkLst>
      </pc:sldChg>
      <pc:sldChg chg="addSp delSp modSp mod">
        <pc:chgData name="Wallter Kang" userId="d5c269cbe9dbe8bc" providerId="LiveId" clId="{91E0703F-08D7-4B89-944E-9DA3926431B1}" dt="2024-12-22T08:10:16.861" v="115" actId="1076"/>
        <pc:sldMkLst>
          <pc:docMk/>
          <pc:sldMk cId="3422036237" sldId="2210"/>
        </pc:sldMkLst>
      </pc:sldChg>
      <pc:sldChg chg="addSp delSp modSp mod">
        <pc:chgData name="Wallter Kang" userId="d5c269cbe9dbe8bc" providerId="LiveId" clId="{91E0703F-08D7-4B89-944E-9DA3926431B1}" dt="2024-12-22T09:04:36.444" v="118" actId="404"/>
        <pc:sldMkLst>
          <pc:docMk/>
          <pc:sldMk cId="885812248" sldId="2211"/>
        </pc:sldMkLst>
      </pc:sldChg>
      <pc:sldChg chg="addSp delSp modSp mod">
        <pc:chgData name="Wallter Kang" userId="d5c269cbe9dbe8bc" providerId="LiveId" clId="{91E0703F-08D7-4B89-944E-9DA3926431B1}" dt="2024-12-22T03:58:15.643" v="75" actId="15"/>
        <pc:sldMkLst>
          <pc:docMk/>
          <pc:sldMk cId="3836651290" sldId="2212"/>
        </pc:sldMkLst>
      </pc:sldChg>
      <pc:sldChg chg="addSp delSp modSp mod">
        <pc:chgData name="Wallter Kang" userId="d5c269cbe9dbe8bc" providerId="LiveId" clId="{91E0703F-08D7-4B89-944E-9DA3926431B1}" dt="2024-12-22T03:57:05.479" v="72" actId="1076"/>
        <pc:sldMkLst>
          <pc:docMk/>
          <pc:sldMk cId="1914087425" sldId="2213"/>
        </pc:sldMkLst>
      </pc:sldChg>
      <pc:sldChg chg="addSp delSp modSp mod">
        <pc:chgData name="Wallter Kang" userId="d5c269cbe9dbe8bc" providerId="LiveId" clId="{91E0703F-08D7-4B89-944E-9DA3926431B1}" dt="2024-12-22T04:04:20.892" v="96" actId="1076"/>
        <pc:sldMkLst>
          <pc:docMk/>
          <pc:sldMk cId="2760653676" sldId="2214"/>
        </pc:sldMkLst>
      </pc:sldChg>
      <pc:sldChg chg="addSp delSp modSp mod">
        <pc:chgData name="Wallter Kang" userId="d5c269cbe9dbe8bc" providerId="LiveId" clId="{91E0703F-08D7-4B89-944E-9DA3926431B1}" dt="2024-12-22T04:04:51.908" v="101" actId="1076"/>
        <pc:sldMkLst>
          <pc:docMk/>
          <pc:sldMk cId="2974470160" sldId="2215"/>
        </pc:sldMkLst>
      </pc:sldChg>
      <pc:sldChg chg="addSp delSp modSp mod">
        <pc:chgData name="Wallter Kang" userId="d5c269cbe9dbe8bc" providerId="LiveId" clId="{91E0703F-08D7-4B89-944E-9DA3926431B1}" dt="2024-12-22T04:14:27.995" v="106" actId="1076"/>
        <pc:sldMkLst>
          <pc:docMk/>
          <pc:sldMk cId="2350112610" sldId="2219"/>
        </pc:sldMkLst>
      </pc:sldChg>
      <pc:sldChg chg="addSp delSp modSp mod">
        <pc:chgData name="Wallter Kang" userId="d5c269cbe9dbe8bc" providerId="LiveId" clId="{91E0703F-08D7-4B89-944E-9DA3926431B1}" dt="2024-12-22T04:21:19.272" v="111" actId="1076"/>
        <pc:sldMkLst>
          <pc:docMk/>
          <pc:sldMk cId="2797119124" sldId="2220"/>
        </pc:sldMkLst>
      </pc:sldChg>
      <pc:sldChg chg="addSp delSp modSp mod">
        <pc:chgData name="Wallter Kang" userId="d5c269cbe9dbe8bc" providerId="LiveId" clId="{91E0703F-08D7-4B89-944E-9DA3926431B1}" dt="2024-12-22T04:03:33.802" v="88" actId="20577"/>
        <pc:sldMkLst>
          <pc:docMk/>
          <pc:sldMk cId="3410506352" sldId="2223"/>
        </pc:sldMkLst>
      </pc:sldChg>
    </pc:docChg>
  </pc:docChgLst>
  <pc:docChgLst>
    <pc:chgData name="Wallter Kang" userId="d5c269cbe9dbe8bc" providerId="LiveId" clId="{8F086856-D0DD-494B-B493-F6F20E2C0859}"/>
    <pc:docChg chg="undo custSel addSld delSld modSld modSection">
      <pc:chgData name="Wallter Kang" userId="d5c269cbe9dbe8bc" providerId="LiveId" clId="{8F086856-D0DD-494B-B493-F6F20E2C0859}" dt="2025-04-28T12:28:18.303" v="838" actId="1076"/>
      <pc:docMkLst>
        <pc:docMk/>
      </pc:docMkLst>
      <pc:sldChg chg="modSp mod">
        <pc:chgData name="Wallter Kang" userId="d5c269cbe9dbe8bc" providerId="LiveId" clId="{8F086856-D0DD-494B-B493-F6F20E2C0859}" dt="2025-04-18T02:07:17.271" v="27" actId="20577"/>
        <pc:sldMkLst>
          <pc:docMk/>
          <pc:sldMk cId="3379618922" sldId="265"/>
        </pc:sldMkLst>
        <pc:spChg chg="mod">
          <ac:chgData name="Wallter Kang" userId="d5c269cbe9dbe8bc" providerId="LiveId" clId="{8F086856-D0DD-494B-B493-F6F20E2C0859}" dt="2025-04-18T02:07:17.271" v="27" actId="20577"/>
          <ac:spMkLst>
            <pc:docMk/>
            <pc:sldMk cId="3379618922" sldId="265"/>
            <ac:spMk id="14" creationId="{CF6C68A6-4176-F7F7-70AB-E586DA8EF966}"/>
          </ac:spMkLst>
        </pc:spChg>
      </pc:sldChg>
      <pc:sldChg chg="modSp mod">
        <pc:chgData name="Wallter Kang" userId="d5c269cbe9dbe8bc" providerId="LiveId" clId="{8F086856-D0DD-494B-B493-F6F20E2C0859}" dt="2025-04-18T02:12:51.866" v="219" actId="20577"/>
        <pc:sldMkLst>
          <pc:docMk/>
          <pc:sldMk cId="3957148644" sldId="2160"/>
        </pc:sldMkLst>
        <pc:spChg chg="mod">
          <ac:chgData name="Wallter Kang" userId="d5c269cbe9dbe8bc" providerId="LiveId" clId="{8F086856-D0DD-494B-B493-F6F20E2C0859}" dt="2025-04-18T02:12:51.866" v="219" actId="20577"/>
          <ac:spMkLst>
            <pc:docMk/>
            <pc:sldMk cId="3957148644" sldId="2160"/>
            <ac:spMk id="6" creationId="{00000000-0000-0000-0000-000000000000}"/>
          </ac:spMkLst>
        </pc:spChg>
      </pc:sldChg>
      <pc:sldChg chg="modSp mod">
        <pc:chgData name="Wallter Kang" userId="d5c269cbe9dbe8bc" providerId="LiveId" clId="{8F086856-D0DD-494B-B493-F6F20E2C0859}" dt="2025-04-18T02:20:50.622" v="226" actId="948"/>
        <pc:sldMkLst>
          <pc:docMk/>
          <pc:sldMk cId="2044848369" sldId="2163"/>
        </pc:sldMkLst>
        <pc:spChg chg="mod">
          <ac:chgData name="Wallter Kang" userId="d5c269cbe9dbe8bc" providerId="LiveId" clId="{8F086856-D0DD-494B-B493-F6F20E2C0859}" dt="2025-04-18T02:20:50.622" v="226" actId="948"/>
          <ac:spMkLst>
            <pc:docMk/>
            <pc:sldMk cId="2044848369" sldId="2163"/>
            <ac:spMk id="5" creationId="{253245A2-7D78-8396-1732-2C03D4C14889}"/>
          </ac:spMkLst>
        </pc:spChg>
      </pc:sldChg>
      <pc:sldChg chg="modSp mod">
        <pc:chgData name="Wallter Kang" userId="d5c269cbe9dbe8bc" providerId="LiveId" clId="{8F086856-D0DD-494B-B493-F6F20E2C0859}" dt="2025-04-18T02:21:25.216" v="229" actId="1076"/>
        <pc:sldMkLst>
          <pc:docMk/>
          <pc:sldMk cId="3168819662" sldId="2164"/>
        </pc:sldMkLst>
        <pc:spChg chg="mod">
          <ac:chgData name="Wallter Kang" userId="d5c269cbe9dbe8bc" providerId="LiveId" clId="{8F086856-D0DD-494B-B493-F6F20E2C0859}" dt="2025-04-18T02:21:25.216" v="229" actId="1076"/>
          <ac:spMkLst>
            <pc:docMk/>
            <pc:sldMk cId="3168819662" sldId="2164"/>
            <ac:spMk id="9" creationId="{A11E629B-9A6D-61B0-7490-31A3782FB1E3}"/>
          </ac:spMkLst>
        </pc:spChg>
      </pc:sldChg>
      <pc:sldChg chg="addSp delSp modSp mod">
        <pc:chgData name="Wallter Kang" userId="d5c269cbe9dbe8bc" providerId="LiveId" clId="{8F086856-D0DD-494B-B493-F6F20E2C0859}" dt="2025-04-18T04:07:06" v="399" actId="1076"/>
        <pc:sldMkLst>
          <pc:docMk/>
          <pc:sldMk cId="503518248" sldId="2167"/>
        </pc:sldMkLst>
        <pc:spChg chg="mod">
          <ac:chgData name="Wallter Kang" userId="d5c269cbe9dbe8bc" providerId="LiveId" clId="{8F086856-D0DD-494B-B493-F6F20E2C0859}" dt="2025-04-18T04:07:06" v="399" actId="1076"/>
          <ac:spMkLst>
            <pc:docMk/>
            <pc:sldMk cId="503518248" sldId="2167"/>
            <ac:spMk id="12" creationId="{B998F0F4-CAFF-E820-18BF-340CF860E6E3}"/>
          </ac:spMkLst>
        </pc:spChg>
        <pc:picChg chg="add mod">
          <ac:chgData name="Wallter Kang" userId="d5c269cbe9dbe8bc" providerId="LiveId" clId="{8F086856-D0DD-494B-B493-F6F20E2C0859}" dt="2025-04-18T04:07:02.408" v="398" actId="1076"/>
          <ac:picMkLst>
            <pc:docMk/>
            <pc:sldMk cId="503518248" sldId="2167"/>
            <ac:picMk id="7" creationId="{E6CBF0F1-98E8-ADD7-EA99-81E52EB1E7C4}"/>
          </ac:picMkLst>
        </pc:picChg>
      </pc:sldChg>
      <pc:sldChg chg="delSp modSp mod">
        <pc:chgData name="Wallter Kang" userId="d5c269cbe9dbe8bc" providerId="LiveId" clId="{8F086856-D0DD-494B-B493-F6F20E2C0859}" dt="2025-04-18T04:42:44.068" v="644" actId="1076"/>
        <pc:sldMkLst>
          <pc:docMk/>
          <pc:sldMk cId="1624885615" sldId="2177"/>
        </pc:sldMkLst>
        <pc:spChg chg="mod">
          <ac:chgData name="Wallter Kang" userId="d5c269cbe9dbe8bc" providerId="LiveId" clId="{8F086856-D0DD-494B-B493-F6F20E2C0859}" dt="2025-04-18T04:42:44.068" v="644" actId="1076"/>
          <ac:spMkLst>
            <pc:docMk/>
            <pc:sldMk cId="1624885615" sldId="2177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8F086856-D0DD-494B-B493-F6F20E2C0859}" dt="2025-04-18T04:44:42.648" v="653" actId="1076"/>
        <pc:sldMkLst>
          <pc:docMk/>
          <pc:sldMk cId="958351977" sldId="2179"/>
        </pc:sldMkLst>
        <pc:spChg chg="mod">
          <ac:chgData name="Wallter Kang" userId="d5c269cbe9dbe8bc" providerId="LiveId" clId="{8F086856-D0DD-494B-B493-F6F20E2C0859}" dt="2025-04-18T04:43:53.304" v="652" actId="1076"/>
          <ac:spMkLst>
            <pc:docMk/>
            <pc:sldMk cId="958351977" sldId="2179"/>
            <ac:spMk id="12" creationId="{E53BA1E8-B347-4A5E-A69F-E8C4366D8497}"/>
          </ac:spMkLst>
        </pc:spChg>
        <pc:spChg chg="mod">
          <ac:chgData name="Wallter Kang" userId="d5c269cbe9dbe8bc" providerId="LiveId" clId="{8F086856-D0DD-494B-B493-F6F20E2C0859}" dt="2025-04-18T04:44:42.648" v="653" actId="1076"/>
          <ac:spMkLst>
            <pc:docMk/>
            <pc:sldMk cId="958351977" sldId="2179"/>
            <ac:spMk id="16" creationId="{1C141D7F-C760-B88E-E87B-0F094CBC8F16}"/>
          </ac:spMkLst>
        </pc:spChg>
        <pc:picChg chg="add mod">
          <ac:chgData name="Wallter Kang" userId="d5c269cbe9dbe8bc" providerId="LiveId" clId="{8F086856-D0DD-494B-B493-F6F20E2C0859}" dt="2025-04-18T04:43:50.608" v="651" actId="1076"/>
          <ac:picMkLst>
            <pc:docMk/>
            <pc:sldMk cId="958351977" sldId="2179"/>
            <ac:picMk id="7" creationId="{82994D0E-D09A-8D7D-B5DE-0D345D4E77E3}"/>
          </ac:picMkLst>
        </pc:picChg>
      </pc:sldChg>
      <pc:sldChg chg="addSp delSp modSp mod">
        <pc:chgData name="Wallter Kang" userId="d5c269cbe9dbe8bc" providerId="LiveId" clId="{8F086856-D0DD-494B-B493-F6F20E2C0859}" dt="2025-04-18T04:48:24.150" v="696" actId="1076"/>
        <pc:sldMkLst>
          <pc:docMk/>
          <pc:sldMk cId="3879532274" sldId="2180"/>
        </pc:sldMkLst>
        <pc:spChg chg="mod">
          <ac:chgData name="Wallter Kang" userId="d5c269cbe9dbe8bc" providerId="LiveId" clId="{8F086856-D0DD-494B-B493-F6F20E2C0859}" dt="2025-04-18T04:46:07.748" v="692" actId="20577"/>
          <ac:spMkLst>
            <pc:docMk/>
            <pc:sldMk cId="3879532274" sldId="2180"/>
            <ac:spMk id="6" creationId="{00000000-0000-0000-0000-000000000000}"/>
          </ac:spMkLst>
        </pc:spChg>
        <pc:spChg chg="mod">
          <ac:chgData name="Wallter Kang" userId="d5c269cbe9dbe8bc" providerId="LiveId" clId="{8F086856-D0DD-494B-B493-F6F20E2C0859}" dt="2025-04-18T04:46:12.210" v="693" actId="1076"/>
          <ac:spMkLst>
            <pc:docMk/>
            <pc:sldMk cId="3879532274" sldId="2180"/>
            <ac:spMk id="9" creationId="{071C4388-3DC2-8B29-80E7-F88603954986}"/>
          </ac:spMkLst>
        </pc:spChg>
        <pc:picChg chg="add mod">
          <ac:chgData name="Wallter Kang" userId="d5c269cbe9dbe8bc" providerId="LiveId" clId="{8F086856-D0DD-494B-B493-F6F20E2C0859}" dt="2025-04-18T04:48:24.150" v="696" actId="1076"/>
          <ac:picMkLst>
            <pc:docMk/>
            <pc:sldMk cId="3879532274" sldId="2180"/>
            <ac:picMk id="8" creationId="{E971A827-E6C6-E4EE-B4FA-351A73E6EBA4}"/>
          </ac:picMkLst>
        </pc:picChg>
      </pc:sldChg>
      <pc:sldChg chg="addSp delSp modSp mod">
        <pc:chgData name="Wallter Kang" userId="d5c269cbe9dbe8bc" providerId="LiveId" clId="{8F086856-D0DD-494B-B493-F6F20E2C0859}" dt="2025-04-28T11:49:19.417" v="809" actId="20577"/>
        <pc:sldMkLst>
          <pc:docMk/>
          <pc:sldMk cId="1801005351" sldId="2196"/>
        </pc:sldMkLst>
        <pc:spChg chg="mod">
          <ac:chgData name="Wallter Kang" userId="d5c269cbe9dbe8bc" providerId="LiveId" clId="{8F086856-D0DD-494B-B493-F6F20E2C0859}" dt="2025-04-28T11:49:19.417" v="809" actId="20577"/>
          <ac:spMkLst>
            <pc:docMk/>
            <pc:sldMk cId="1801005351" sldId="2196"/>
            <ac:spMk id="12" creationId="{3A3E6520-B091-873A-686C-B4FF24539F36}"/>
          </ac:spMkLst>
        </pc:spChg>
        <pc:picChg chg="add mod">
          <ac:chgData name="Wallter Kang" userId="d5c269cbe9dbe8bc" providerId="LiveId" clId="{8F086856-D0DD-494B-B493-F6F20E2C0859}" dt="2025-04-18T05:14:30.525" v="724" actId="1076"/>
          <ac:picMkLst>
            <pc:docMk/>
            <pc:sldMk cId="1801005351" sldId="2196"/>
            <ac:picMk id="7" creationId="{ECA4E247-621C-8988-C3AF-1E8D43BECFD8}"/>
          </ac:picMkLst>
        </pc:picChg>
      </pc:sldChg>
      <pc:sldChg chg="modSp mod">
        <pc:chgData name="Wallter Kang" userId="d5c269cbe9dbe8bc" providerId="LiveId" clId="{8F086856-D0DD-494B-B493-F6F20E2C0859}" dt="2025-04-28T12:27:48.392" v="812"/>
        <pc:sldMkLst>
          <pc:docMk/>
          <pc:sldMk cId="372219315" sldId="2199"/>
        </pc:sldMkLst>
        <pc:spChg chg="mod">
          <ac:chgData name="Wallter Kang" userId="d5c269cbe9dbe8bc" providerId="LiveId" clId="{8F086856-D0DD-494B-B493-F6F20E2C0859}" dt="2025-04-28T12:27:48.392" v="812"/>
          <ac:spMkLst>
            <pc:docMk/>
            <pc:sldMk cId="372219315" sldId="2199"/>
            <ac:spMk id="9" creationId="{556E8E45-AACC-9EC2-B876-16BF8A786A3B}"/>
          </ac:spMkLst>
        </pc:spChg>
      </pc:sldChg>
      <pc:sldChg chg="delSp mod">
        <pc:chgData name="Wallter Kang" userId="d5c269cbe9dbe8bc" providerId="LiveId" clId="{8F086856-D0DD-494B-B493-F6F20E2C0859}" dt="2025-04-18T05:21:05.052" v="760" actId="478"/>
        <pc:sldMkLst>
          <pc:docMk/>
          <pc:sldMk cId="1587830252" sldId="2201"/>
        </pc:sldMkLst>
      </pc:sldChg>
      <pc:sldChg chg="modSp mod">
        <pc:chgData name="Wallter Kang" userId="d5c269cbe9dbe8bc" providerId="LiveId" clId="{8F086856-D0DD-494B-B493-F6F20E2C0859}" dt="2025-04-28T12:28:18.303" v="838" actId="1076"/>
        <pc:sldMkLst>
          <pc:docMk/>
          <pc:sldMk cId="4254085621" sldId="2204"/>
        </pc:sldMkLst>
        <pc:spChg chg="mod">
          <ac:chgData name="Wallter Kang" userId="d5c269cbe9dbe8bc" providerId="LiveId" clId="{8F086856-D0DD-494B-B493-F6F20E2C0859}" dt="2025-04-28T12:28:06.796" v="837" actId="20577"/>
          <ac:spMkLst>
            <pc:docMk/>
            <pc:sldMk cId="4254085621" sldId="2204"/>
            <ac:spMk id="12" creationId="{1BD064C7-B416-1F3D-60D9-F091507AC90D}"/>
          </ac:spMkLst>
        </pc:spChg>
        <pc:spChg chg="mod">
          <ac:chgData name="Wallter Kang" userId="d5c269cbe9dbe8bc" providerId="LiveId" clId="{8F086856-D0DD-494B-B493-F6F20E2C0859}" dt="2025-04-28T12:28:18.303" v="838" actId="1076"/>
          <ac:spMkLst>
            <pc:docMk/>
            <pc:sldMk cId="4254085621" sldId="2204"/>
            <ac:spMk id="14" creationId="{2E6D8C39-54E2-D8D5-7CAA-5899D7715370}"/>
          </ac:spMkLst>
        </pc:spChg>
      </pc:sldChg>
      <pc:sldChg chg="addSp delSp modSp mod">
        <pc:chgData name="Wallter Kang" userId="d5c269cbe9dbe8bc" providerId="LiveId" clId="{8F086856-D0DD-494B-B493-F6F20E2C0859}" dt="2025-04-18T02:17:25.549" v="224" actId="1076"/>
        <pc:sldMkLst>
          <pc:docMk/>
          <pc:sldMk cId="487169433" sldId="2209"/>
        </pc:sldMkLst>
        <pc:spChg chg="mod">
          <ac:chgData name="Wallter Kang" userId="d5c269cbe9dbe8bc" providerId="LiveId" clId="{8F086856-D0DD-494B-B493-F6F20E2C0859}" dt="2025-04-18T02:17:21.005" v="223" actId="1076"/>
          <ac:spMkLst>
            <pc:docMk/>
            <pc:sldMk cId="487169433" sldId="2209"/>
            <ac:spMk id="6" creationId="{00000000-0000-0000-0000-000000000000}"/>
          </ac:spMkLst>
        </pc:spChg>
        <pc:picChg chg="add mod">
          <ac:chgData name="Wallter Kang" userId="d5c269cbe9dbe8bc" providerId="LiveId" clId="{8F086856-D0DD-494B-B493-F6F20E2C0859}" dt="2025-04-18T02:17:25.549" v="224" actId="1076"/>
          <ac:picMkLst>
            <pc:docMk/>
            <pc:sldMk cId="487169433" sldId="2209"/>
            <ac:picMk id="8" creationId="{D84FDF8C-39B1-5912-C0F6-43D189B82EFD}"/>
          </ac:picMkLst>
        </pc:picChg>
      </pc:sldChg>
      <pc:sldChg chg="addSp delSp modSp mod">
        <pc:chgData name="Wallter Kang" userId="d5c269cbe9dbe8bc" providerId="LiveId" clId="{8F086856-D0DD-494B-B493-F6F20E2C0859}" dt="2025-04-18T02:21:54.189" v="233" actId="1076"/>
        <pc:sldMkLst>
          <pc:docMk/>
          <pc:sldMk cId="3422036237" sldId="2210"/>
        </pc:sldMkLst>
        <pc:picChg chg="add mod">
          <ac:chgData name="Wallter Kang" userId="d5c269cbe9dbe8bc" providerId="LiveId" clId="{8F086856-D0DD-494B-B493-F6F20E2C0859}" dt="2025-04-18T02:21:54.189" v="233" actId="1076"/>
          <ac:picMkLst>
            <pc:docMk/>
            <pc:sldMk cId="3422036237" sldId="2210"/>
            <ac:picMk id="8" creationId="{3CA48D12-EE1E-6F08-F376-7DEF169CED9D}"/>
          </ac:picMkLst>
        </pc:picChg>
      </pc:sldChg>
      <pc:sldChg chg="addSp delSp modSp mod">
        <pc:chgData name="Wallter Kang" userId="d5c269cbe9dbe8bc" providerId="LiveId" clId="{8F086856-D0DD-494B-B493-F6F20E2C0859}" dt="2025-04-18T02:26:48.867" v="366" actId="1076"/>
        <pc:sldMkLst>
          <pc:docMk/>
          <pc:sldMk cId="885812248" sldId="2211"/>
        </pc:sldMkLst>
        <pc:spChg chg="mod">
          <ac:chgData name="Wallter Kang" userId="d5c269cbe9dbe8bc" providerId="LiveId" clId="{8F086856-D0DD-494B-B493-F6F20E2C0859}" dt="2025-04-18T02:26:01.453" v="362" actId="20577"/>
          <ac:spMkLst>
            <pc:docMk/>
            <pc:sldMk cId="885812248" sldId="2211"/>
            <ac:spMk id="6" creationId="{00000000-0000-0000-0000-000000000000}"/>
          </ac:spMkLst>
        </pc:spChg>
        <pc:spChg chg="mod">
          <ac:chgData name="Wallter Kang" userId="d5c269cbe9dbe8bc" providerId="LiveId" clId="{8F086856-D0DD-494B-B493-F6F20E2C0859}" dt="2025-04-18T02:26:45.874" v="365" actId="1076"/>
          <ac:spMkLst>
            <pc:docMk/>
            <pc:sldMk cId="885812248" sldId="2211"/>
            <ac:spMk id="14" creationId="{CA63FE3E-4B2B-2BC2-D87C-A5C86713C7FA}"/>
          </ac:spMkLst>
        </pc:spChg>
        <pc:picChg chg="add mod">
          <ac:chgData name="Wallter Kang" userId="d5c269cbe9dbe8bc" providerId="LiveId" clId="{8F086856-D0DD-494B-B493-F6F20E2C0859}" dt="2025-04-18T02:26:42.785" v="364" actId="1076"/>
          <ac:picMkLst>
            <pc:docMk/>
            <pc:sldMk cId="885812248" sldId="2211"/>
            <ac:picMk id="7" creationId="{4D0DC116-5E38-0435-7DAE-8E4FE493F59E}"/>
          </ac:picMkLst>
        </pc:picChg>
        <pc:picChg chg="mod">
          <ac:chgData name="Wallter Kang" userId="d5c269cbe9dbe8bc" providerId="LiveId" clId="{8F086856-D0DD-494B-B493-F6F20E2C0859}" dt="2025-04-18T02:26:48.867" v="366" actId="1076"/>
          <ac:picMkLst>
            <pc:docMk/>
            <pc:sldMk cId="885812248" sldId="2211"/>
            <ac:picMk id="9" creationId="{F063847B-62DE-41D9-0C66-0A6B5DC4EB61}"/>
          </ac:picMkLst>
        </pc:picChg>
      </pc:sldChg>
      <pc:sldChg chg="addSp delSp modSp mod">
        <pc:chgData name="Wallter Kang" userId="d5c269cbe9dbe8bc" providerId="LiveId" clId="{8F086856-D0DD-494B-B493-F6F20E2C0859}" dt="2025-04-18T04:02:17.164" v="382" actId="14100"/>
        <pc:sldMkLst>
          <pc:docMk/>
          <pc:sldMk cId="2760653676" sldId="2214"/>
        </pc:sldMkLst>
        <pc:picChg chg="add mod">
          <ac:chgData name="Wallter Kang" userId="d5c269cbe9dbe8bc" providerId="LiveId" clId="{8F086856-D0DD-494B-B493-F6F20E2C0859}" dt="2025-04-18T04:01:48.785" v="376" actId="1076"/>
          <ac:picMkLst>
            <pc:docMk/>
            <pc:sldMk cId="2760653676" sldId="2214"/>
            <ac:picMk id="8" creationId="{B57A9666-85D0-7A72-ADBC-F5F57C1B8942}"/>
          </ac:picMkLst>
        </pc:picChg>
        <pc:picChg chg="add mod">
          <ac:chgData name="Wallter Kang" userId="d5c269cbe9dbe8bc" providerId="LiveId" clId="{8F086856-D0DD-494B-B493-F6F20E2C0859}" dt="2025-04-18T04:02:17.164" v="382" actId="14100"/>
          <ac:picMkLst>
            <pc:docMk/>
            <pc:sldMk cId="2760653676" sldId="2214"/>
            <ac:picMk id="11" creationId="{AEFB4975-0849-9DCC-4AEC-4DB02361AE99}"/>
          </ac:picMkLst>
        </pc:picChg>
      </pc:sldChg>
      <pc:sldChg chg="delSp mod">
        <pc:chgData name="Wallter Kang" userId="d5c269cbe9dbe8bc" providerId="LiveId" clId="{8F086856-D0DD-494B-B493-F6F20E2C0859}" dt="2025-04-18T04:02:33.587" v="383" actId="478"/>
        <pc:sldMkLst>
          <pc:docMk/>
          <pc:sldMk cId="2974470160" sldId="2215"/>
        </pc:sldMkLst>
      </pc:sldChg>
      <pc:sldChg chg="addSp delSp modSp mod">
        <pc:chgData name="Wallter Kang" userId="d5c269cbe9dbe8bc" providerId="LiveId" clId="{8F086856-D0DD-494B-B493-F6F20E2C0859}" dt="2025-04-18T04:06:38.612" v="395" actId="1076"/>
        <pc:sldMkLst>
          <pc:docMk/>
          <pc:sldMk cId="3963733136" sldId="2221"/>
        </pc:sldMkLst>
        <pc:spChg chg="mod">
          <ac:chgData name="Wallter Kang" userId="d5c269cbe9dbe8bc" providerId="LiveId" clId="{8F086856-D0DD-494B-B493-F6F20E2C0859}" dt="2025-04-18T04:06:20.724" v="390" actId="1076"/>
          <ac:spMkLst>
            <pc:docMk/>
            <pc:sldMk cId="3963733136" sldId="2221"/>
            <ac:spMk id="6" creationId="{00000000-0000-0000-0000-000000000000}"/>
          </ac:spMkLst>
        </pc:spChg>
        <pc:picChg chg="add mod">
          <ac:chgData name="Wallter Kang" userId="d5c269cbe9dbe8bc" providerId="LiveId" clId="{8F086856-D0DD-494B-B493-F6F20E2C0859}" dt="2025-04-18T04:06:38.612" v="395" actId="1076"/>
          <ac:picMkLst>
            <pc:docMk/>
            <pc:sldMk cId="3963733136" sldId="2221"/>
            <ac:picMk id="8" creationId="{13D1A298-26B2-13F1-DA78-DF8C23B31076}"/>
          </ac:picMkLst>
        </pc:picChg>
        <pc:picChg chg="add mod">
          <ac:chgData name="Wallter Kang" userId="d5c269cbe9dbe8bc" providerId="LiveId" clId="{8F086856-D0DD-494B-B493-F6F20E2C0859}" dt="2025-04-18T04:06:37.900" v="394" actId="1076"/>
          <ac:picMkLst>
            <pc:docMk/>
            <pc:sldMk cId="3963733136" sldId="2221"/>
            <ac:picMk id="12" creationId="{733D4F79-1B66-CF64-D4A6-B50A3BD40FB2}"/>
          </ac:picMkLst>
        </pc:picChg>
      </pc:sldChg>
      <pc:sldChg chg="addSp delSp modSp mod">
        <pc:chgData name="Wallter Kang" userId="d5c269cbe9dbe8bc" providerId="LiveId" clId="{8F086856-D0DD-494B-B493-F6F20E2C0859}" dt="2025-04-18T04:18:53.068" v="403" actId="1076"/>
        <pc:sldMkLst>
          <pc:docMk/>
          <pc:sldMk cId="3114344030" sldId="2224"/>
        </pc:sldMkLst>
        <pc:picChg chg="add mod">
          <ac:chgData name="Wallter Kang" userId="d5c269cbe9dbe8bc" providerId="LiveId" clId="{8F086856-D0DD-494B-B493-F6F20E2C0859}" dt="2025-04-18T04:18:53.068" v="403" actId="1076"/>
          <ac:picMkLst>
            <pc:docMk/>
            <pc:sldMk cId="3114344030" sldId="2224"/>
            <ac:picMk id="6" creationId="{7DF660B6-C576-4F02-E7C0-B6814DDA65E1}"/>
          </ac:picMkLst>
        </pc:picChg>
      </pc:sldChg>
      <pc:sldChg chg="addSp delSp modSp mod">
        <pc:chgData name="Wallter Kang" userId="d5c269cbe9dbe8bc" providerId="LiveId" clId="{8F086856-D0DD-494B-B493-F6F20E2C0859}" dt="2025-04-18T04:22:21.386" v="520" actId="1076"/>
        <pc:sldMkLst>
          <pc:docMk/>
          <pc:sldMk cId="2259324915" sldId="2228"/>
        </pc:sldMkLst>
        <pc:spChg chg="add mod">
          <ac:chgData name="Wallter Kang" userId="d5c269cbe9dbe8bc" providerId="LiveId" clId="{8F086856-D0DD-494B-B493-F6F20E2C0859}" dt="2025-04-18T04:21:12.522" v="476" actId="1076"/>
          <ac:spMkLst>
            <pc:docMk/>
            <pc:sldMk cId="2259324915" sldId="2228"/>
            <ac:spMk id="7" creationId="{777F8D3D-56C5-8027-7C59-14B10DFF342A}"/>
          </ac:spMkLst>
        </pc:spChg>
        <pc:spChg chg="add mod">
          <ac:chgData name="Wallter Kang" userId="d5c269cbe9dbe8bc" providerId="LiveId" clId="{8F086856-D0DD-494B-B493-F6F20E2C0859}" dt="2025-04-18T04:21:36.867" v="512" actId="14100"/>
          <ac:spMkLst>
            <pc:docMk/>
            <pc:sldMk cId="2259324915" sldId="2228"/>
            <ac:spMk id="8" creationId="{A8C658BF-0AEE-03FD-0AD7-A9024CEA2C06}"/>
          </ac:spMkLst>
        </pc:spChg>
        <pc:picChg chg="add mod">
          <ac:chgData name="Wallter Kang" userId="d5c269cbe9dbe8bc" providerId="LiveId" clId="{8F086856-D0DD-494B-B493-F6F20E2C0859}" dt="2025-04-18T04:22:13.542" v="517" actId="14100"/>
          <ac:picMkLst>
            <pc:docMk/>
            <pc:sldMk cId="2259324915" sldId="2228"/>
            <ac:picMk id="6" creationId="{611514F5-607B-2379-D3A6-402AC5451547}"/>
          </ac:picMkLst>
        </pc:picChg>
        <pc:picChg chg="add mod">
          <ac:chgData name="Wallter Kang" userId="d5c269cbe9dbe8bc" providerId="LiveId" clId="{8F086856-D0DD-494B-B493-F6F20E2C0859}" dt="2025-04-18T04:22:18.710" v="519" actId="14100"/>
          <ac:picMkLst>
            <pc:docMk/>
            <pc:sldMk cId="2259324915" sldId="2228"/>
            <ac:picMk id="11" creationId="{A12C368E-A3C3-F63D-B2FC-754820ECCFE3}"/>
          </ac:picMkLst>
        </pc:picChg>
        <pc:picChg chg="mod">
          <ac:chgData name="Wallter Kang" userId="d5c269cbe9dbe8bc" providerId="LiveId" clId="{8F086856-D0DD-494B-B493-F6F20E2C0859}" dt="2025-04-18T04:22:21.386" v="520" actId="1076"/>
          <ac:picMkLst>
            <pc:docMk/>
            <pc:sldMk cId="2259324915" sldId="2228"/>
            <ac:picMk id="14" creationId="{932688A7-CE9F-71CF-86E9-7A5995071A40}"/>
          </ac:picMkLst>
        </pc:picChg>
      </pc:sldChg>
      <pc:sldChg chg="modSp mod">
        <pc:chgData name="Wallter Kang" userId="d5c269cbe9dbe8bc" providerId="LiveId" clId="{8F086856-D0DD-494B-B493-F6F20E2C0859}" dt="2025-04-20T12:53:51.728" v="789" actId="20577"/>
        <pc:sldMkLst>
          <pc:docMk/>
          <pc:sldMk cId="2784781238" sldId="2233"/>
        </pc:sldMkLst>
        <pc:spChg chg="mod">
          <ac:chgData name="Wallter Kang" userId="d5c269cbe9dbe8bc" providerId="LiveId" clId="{8F086856-D0DD-494B-B493-F6F20E2C0859}" dt="2025-04-20T12:53:51.728" v="789" actId="20577"/>
          <ac:spMkLst>
            <pc:docMk/>
            <pc:sldMk cId="2784781238" sldId="2233"/>
            <ac:spMk id="12" creationId="{D6837381-2B59-4326-EF95-07B945C73846}"/>
          </ac:spMkLst>
        </pc:spChg>
      </pc:sldChg>
      <pc:sldChg chg="addSp delSp modSp mod">
        <pc:chgData name="Wallter Kang" userId="d5c269cbe9dbe8bc" providerId="LiveId" clId="{8F086856-D0DD-494B-B493-F6F20E2C0859}" dt="2025-04-28T07:54:49.064" v="790" actId="20577"/>
        <pc:sldMkLst>
          <pc:docMk/>
          <pc:sldMk cId="2580656759" sldId="2236"/>
        </pc:sldMkLst>
        <pc:spChg chg="mod">
          <ac:chgData name="Wallter Kang" userId="d5c269cbe9dbe8bc" providerId="LiveId" clId="{8F086856-D0DD-494B-B493-F6F20E2C0859}" dt="2025-04-28T07:54:49.064" v="790" actId="20577"/>
          <ac:spMkLst>
            <pc:docMk/>
            <pc:sldMk cId="2580656759" sldId="2236"/>
            <ac:spMk id="6" creationId="{00000000-0000-0000-0000-000000000000}"/>
          </ac:spMkLst>
        </pc:spChg>
        <pc:spChg chg="mod">
          <ac:chgData name="Wallter Kang" userId="d5c269cbe9dbe8bc" providerId="LiveId" clId="{8F086856-D0DD-494B-B493-F6F20E2C0859}" dt="2025-04-18T04:30:44.436" v="536" actId="1076"/>
          <ac:spMkLst>
            <pc:docMk/>
            <pc:sldMk cId="2580656759" sldId="2236"/>
            <ac:spMk id="12" creationId="{C6074AE5-32C3-5A97-86E7-72834115F48B}"/>
          </ac:spMkLst>
        </pc:spChg>
        <pc:spChg chg="mod">
          <ac:chgData name="Wallter Kang" userId="d5c269cbe9dbe8bc" providerId="LiveId" clId="{8F086856-D0DD-494B-B493-F6F20E2C0859}" dt="2025-04-18T04:31:25.163" v="553" actId="20577"/>
          <ac:spMkLst>
            <pc:docMk/>
            <pc:sldMk cId="2580656759" sldId="2236"/>
            <ac:spMk id="14" creationId="{95CD2C4B-B0A1-E31F-7D6C-FE05A2C6D9E2}"/>
          </ac:spMkLst>
        </pc:spChg>
        <pc:picChg chg="add mod">
          <ac:chgData name="Wallter Kang" userId="d5c269cbe9dbe8bc" providerId="LiveId" clId="{8F086856-D0DD-494B-B493-F6F20E2C0859}" dt="2025-04-18T04:30:41.406" v="535" actId="1076"/>
          <ac:picMkLst>
            <pc:docMk/>
            <pc:sldMk cId="2580656759" sldId="2236"/>
            <ac:picMk id="7" creationId="{F48F657B-5B85-B235-79F4-868E817FB216}"/>
          </ac:picMkLst>
        </pc:picChg>
      </pc:sldChg>
      <pc:sldChg chg="modSp mod">
        <pc:chgData name="Wallter Kang" userId="d5c269cbe9dbe8bc" providerId="LiveId" clId="{8F086856-D0DD-494B-B493-F6F20E2C0859}" dt="2025-04-18T04:37:42.861" v="569"/>
        <pc:sldMkLst>
          <pc:docMk/>
          <pc:sldMk cId="1421195486" sldId="2239"/>
        </pc:sldMkLst>
        <pc:spChg chg="mod">
          <ac:chgData name="Wallter Kang" userId="d5c269cbe9dbe8bc" providerId="LiveId" clId="{8F086856-D0DD-494B-B493-F6F20E2C0859}" dt="2025-04-18T04:37:42.861" v="569"/>
          <ac:spMkLst>
            <pc:docMk/>
            <pc:sldMk cId="1421195486" sldId="2239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8F086856-D0DD-494B-B493-F6F20E2C0859}" dt="2025-04-18T04:39:19.970" v="642" actId="20577"/>
        <pc:sldMkLst>
          <pc:docMk/>
          <pc:sldMk cId="4212940711" sldId="2241"/>
        </pc:sldMkLst>
        <pc:spChg chg="mod">
          <ac:chgData name="Wallter Kang" userId="d5c269cbe9dbe8bc" providerId="LiveId" clId="{8F086856-D0DD-494B-B493-F6F20E2C0859}" dt="2025-04-18T04:39:19.970" v="642" actId="20577"/>
          <ac:spMkLst>
            <pc:docMk/>
            <pc:sldMk cId="4212940711" sldId="2241"/>
            <ac:spMk id="6" creationId="{00000000-0000-0000-0000-000000000000}"/>
          </ac:spMkLst>
        </pc:spChg>
        <pc:picChg chg="add mod">
          <ac:chgData name="Wallter Kang" userId="d5c269cbe9dbe8bc" providerId="LiveId" clId="{8F086856-D0DD-494B-B493-F6F20E2C0859}" dt="2025-04-18T04:38:36.238" v="575" actId="1076"/>
          <ac:picMkLst>
            <pc:docMk/>
            <pc:sldMk cId="4212940711" sldId="2241"/>
            <ac:picMk id="7" creationId="{A103C084-D507-8CEB-3E3C-12B4519DCCD6}"/>
          </ac:picMkLst>
        </pc:picChg>
        <pc:picChg chg="add mod">
          <ac:chgData name="Wallter Kang" userId="d5c269cbe9dbe8bc" providerId="LiveId" clId="{8F086856-D0DD-494B-B493-F6F20E2C0859}" dt="2025-04-18T04:38:57.943" v="579" actId="14100"/>
          <ac:picMkLst>
            <pc:docMk/>
            <pc:sldMk cId="4212940711" sldId="2241"/>
            <ac:picMk id="10" creationId="{60E4DBE2-4E2B-EB2A-122E-9872BF44729B}"/>
          </ac:picMkLst>
        </pc:picChg>
      </pc:sldChg>
      <pc:sldChg chg="addSp delSp modSp mod">
        <pc:chgData name="Wallter Kang" userId="d5c269cbe9dbe8bc" providerId="LiveId" clId="{8F086856-D0DD-494B-B493-F6F20E2C0859}" dt="2025-04-18T04:43:08.060" v="648" actId="14100"/>
        <pc:sldMkLst>
          <pc:docMk/>
          <pc:sldMk cId="1501504684" sldId="2242"/>
        </pc:sldMkLst>
        <pc:picChg chg="add mod">
          <ac:chgData name="Wallter Kang" userId="d5c269cbe9dbe8bc" providerId="LiveId" clId="{8F086856-D0DD-494B-B493-F6F20E2C0859}" dt="2025-04-18T04:43:08.060" v="648" actId="14100"/>
          <ac:picMkLst>
            <pc:docMk/>
            <pc:sldMk cId="1501504684" sldId="2242"/>
            <ac:picMk id="6" creationId="{83D8D853-DBE3-0E8B-0B43-A673F8C1F10A}"/>
          </ac:picMkLst>
        </pc:picChg>
      </pc:sldChg>
      <pc:sldChg chg="addSp delSp modSp mod">
        <pc:chgData name="Wallter Kang" userId="d5c269cbe9dbe8bc" providerId="LiveId" clId="{8F086856-D0DD-494B-B493-F6F20E2C0859}" dt="2025-04-18T05:05:55.292" v="703" actId="1076"/>
        <pc:sldMkLst>
          <pc:docMk/>
          <pc:sldMk cId="830440650" sldId="2243"/>
        </pc:sldMkLst>
        <pc:spChg chg="mod">
          <ac:chgData name="Wallter Kang" userId="d5c269cbe9dbe8bc" providerId="LiveId" clId="{8F086856-D0DD-494B-B493-F6F20E2C0859}" dt="2025-04-18T05:04:22.132" v="700" actId="1076"/>
          <ac:spMkLst>
            <pc:docMk/>
            <pc:sldMk cId="830440650" sldId="2243"/>
            <ac:spMk id="12" creationId="{56A2BA05-BE7C-4CA0-E608-61A798338495}"/>
          </ac:spMkLst>
        </pc:spChg>
        <pc:picChg chg="add mod">
          <ac:chgData name="Wallter Kang" userId="d5c269cbe9dbe8bc" providerId="LiveId" clId="{8F086856-D0DD-494B-B493-F6F20E2C0859}" dt="2025-04-18T05:04:18.911" v="699" actId="1076"/>
          <ac:picMkLst>
            <pc:docMk/>
            <pc:sldMk cId="830440650" sldId="2243"/>
            <ac:picMk id="8" creationId="{6CF3C691-26C1-332E-BF1B-31175CC7C127}"/>
          </ac:picMkLst>
        </pc:picChg>
        <pc:picChg chg="add mod">
          <ac:chgData name="Wallter Kang" userId="d5c269cbe9dbe8bc" providerId="LiveId" clId="{8F086856-D0DD-494B-B493-F6F20E2C0859}" dt="2025-04-18T05:05:55.292" v="703" actId="1076"/>
          <ac:picMkLst>
            <pc:docMk/>
            <pc:sldMk cId="830440650" sldId="2243"/>
            <ac:picMk id="11" creationId="{B4CB8314-3C1C-0801-107B-8AD46907D60B}"/>
          </ac:picMkLst>
        </pc:picChg>
      </pc:sldChg>
      <pc:sldChg chg="addSp delSp modSp mod">
        <pc:chgData name="Wallter Kang" userId="d5c269cbe9dbe8bc" providerId="LiveId" clId="{8F086856-D0DD-494B-B493-F6F20E2C0859}" dt="2025-04-18T05:18:30.836" v="759" actId="1076"/>
        <pc:sldMkLst>
          <pc:docMk/>
          <pc:sldMk cId="250458081" sldId="2250"/>
        </pc:sldMkLst>
        <pc:spChg chg="mod">
          <ac:chgData name="Wallter Kang" userId="d5c269cbe9dbe8bc" providerId="LiveId" clId="{8F086856-D0DD-494B-B493-F6F20E2C0859}" dt="2025-04-18T05:17:57.153" v="750" actId="20577"/>
          <ac:spMkLst>
            <pc:docMk/>
            <pc:sldMk cId="250458081" sldId="2250"/>
            <ac:spMk id="568" creationId="{00000000-0000-0000-0000-000000000000}"/>
          </ac:spMkLst>
        </pc:spChg>
        <pc:picChg chg="add mod">
          <ac:chgData name="Wallter Kang" userId="d5c269cbe9dbe8bc" providerId="LiveId" clId="{8F086856-D0DD-494B-B493-F6F20E2C0859}" dt="2025-04-18T05:18:29.291" v="758" actId="1076"/>
          <ac:picMkLst>
            <pc:docMk/>
            <pc:sldMk cId="250458081" sldId="2250"/>
            <ac:picMk id="6" creationId="{E95FCF73-1F96-CD79-EE1A-16120DA05A90}"/>
          </ac:picMkLst>
        </pc:picChg>
        <pc:picChg chg="add mod">
          <ac:chgData name="Wallter Kang" userId="d5c269cbe9dbe8bc" providerId="LiveId" clId="{8F086856-D0DD-494B-B493-F6F20E2C0859}" dt="2025-04-18T05:18:30.836" v="759" actId="1076"/>
          <ac:picMkLst>
            <pc:docMk/>
            <pc:sldMk cId="250458081" sldId="2250"/>
            <ac:picMk id="8" creationId="{449EBF58-6049-EEFF-D74F-095C10835868}"/>
          </ac:picMkLst>
        </pc:picChg>
      </pc:sldChg>
      <pc:sldChg chg="addSp delSp modSp mod">
        <pc:chgData name="Wallter Kang" userId="d5c269cbe9dbe8bc" providerId="LiveId" clId="{8F086856-D0DD-494B-B493-F6F20E2C0859}" dt="2025-04-18T05:23:11.280" v="766" actId="1076"/>
        <pc:sldMkLst>
          <pc:docMk/>
          <pc:sldMk cId="1788584191" sldId="2251"/>
        </pc:sldMkLst>
        <pc:spChg chg="mod">
          <ac:chgData name="Wallter Kang" userId="d5c269cbe9dbe8bc" providerId="LiveId" clId="{8F086856-D0DD-494B-B493-F6F20E2C0859}" dt="2025-04-18T05:23:09.016" v="765" actId="1076"/>
          <ac:spMkLst>
            <pc:docMk/>
            <pc:sldMk cId="1788584191" sldId="2251"/>
            <ac:spMk id="6" creationId="{00000000-0000-0000-0000-000000000000}"/>
          </ac:spMkLst>
        </pc:spChg>
        <pc:picChg chg="add mod">
          <ac:chgData name="Wallter Kang" userId="d5c269cbe9dbe8bc" providerId="LiveId" clId="{8F086856-D0DD-494B-B493-F6F20E2C0859}" dt="2025-04-18T05:23:11.280" v="766" actId="1076"/>
          <ac:picMkLst>
            <pc:docMk/>
            <pc:sldMk cId="1788584191" sldId="2251"/>
            <ac:picMk id="7" creationId="{0F31F22E-57D9-A165-06DF-B1D20AAA7ABB}"/>
          </ac:picMkLst>
        </pc:picChg>
      </pc:sldChg>
      <pc:sldChg chg="addSp delSp modSp mod">
        <pc:chgData name="Wallter Kang" userId="d5c269cbe9dbe8bc" providerId="LiveId" clId="{8F086856-D0DD-494B-B493-F6F20E2C0859}" dt="2025-04-18T05:29:53.479" v="783" actId="13822"/>
        <pc:sldMkLst>
          <pc:docMk/>
          <pc:sldMk cId="501177792" sldId="2254"/>
        </pc:sldMkLst>
        <pc:spChg chg="add mod">
          <ac:chgData name="Wallter Kang" userId="d5c269cbe9dbe8bc" providerId="LiveId" clId="{8F086856-D0DD-494B-B493-F6F20E2C0859}" dt="2025-04-18T05:29:53.479" v="783" actId="13822"/>
          <ac:spMkLst>
            <pc:docMk/>
            <pc:sldMk cId="501177792" sldId="2254"/>
            <ac:spMk id="12" creationId="{09CAD4B8-F3AA-EA70-D1D0-128A9A7AD039}"/>
          </ac:spMkLst>
        </pc:spChg>
        <pc:picChg chg="add mod">
          <ac:chgData name="Wallter Kang" userId="d5c269cbe9dbe8bc" providerId="LiveId" clId="{8F086856-D0DD-494B-B493-F6F20E2C0859}" dt="2025-04-18T05:29:17.564" v="774" actId="1076"/>
          <ac:picMkLst>
            <pc:docMk/>
            <pc:sldMk cId="501177792" sldId="2254"/>
            <ac:picMk id="10" creationId="{0EB7736A-00FE-FD58-BD17-6322D9F2DECB}"/>
          </ac:picMkLst>
        </pc:picChg>
      </pc:sldChg>
      <pc:sldChg chg="addSp delSp modSp del mod">
        <pc:chgData name="Wallter Kang" userId="d5c269cbe9dbe8bc" providerId="LiveId" clId="{8F086856-D0DD-494B-B493-F6F20E2C0859}" dt="2025-04-18T05:30:22.434" v="784" actId="47"/>
        <pc:sldMkLst>
          <pc:docMk/>
          <pc:sldMk cId="2558157202" sldId="2255"/>
        </pc:sldMkLst>
      </pc:sldChg>
      <pc:sldChg chg="del">
        <pc:chgData name="Wallter Kang" userId="d5c269cbe9dbe8bc" providerId="LiveId" clId="{8F086856-D0DD-494B-B493-F6F20E2C0859}" dt="2025-04-18T05:31:00.893" v="785" actId="47"/>
        <pc:sldMkLst>
          <pc:docMk/>
          <pc:sldMk cId="4010351194" sldId="2256"/>
        </pc:sldMkLst>
      </pc:sldChg>
      <pc:sldChg chg="addSp delSp modSp mod">
        <pc:chgData name="Wallter Kang" userId="d5c269cbe9dbe8bc" providerId="LiveId" clId="{8F086856-D0DD-494B-B493-F6F20E2C0859}" dt="2025-04-18T02:10:04.256" v="91" actId="1076"/>
        <pc:sldMkLst>
          <pc:docMk/>
          <pc:sldMk cId="2727732761" sldId="2259"/>
        </pc:sldMkLst>
        <pc:spChg chg="mod">
          <ac:chgData name="Wallter Kang" userId="d5c269cbe9dbe8bc" providerId="LiveId" clId="{8F086856-D0DD-494B-B493-F6F20E2C0859}" dt="2025-04-18T02:08:20.506" v="84" actId="20577"/>
          <ac:spMkLst>
            <pc:docMk/>
            <pc:sldMk cId="2727732761" sldId="2259"/>
            <ac:spMk id="6" creationId="{DF1B1CAB-998C-A456-7ECC-21A363E622E8}"/>
          </ac:spMkLst>
        </pc:spChg>
        <pc:spChg chg="mod">
          <ac:chgData name="Wallter Kang" userId="d5c269cbe9dbe8bc" providerId="LiveId" clId="{8F086856-D0DD-494B-B493-F6F20E2C0859}" dt="2025-04-18T02:09:32.816" v="87" actId="1076"/>
          <ac:spMkLst>
            <pc:docMk/>
            <pc:sldMk cId="2727732761" sldId="2259"/>
            <ac:spMk id="15" creationId="{C65E4E09-9F39-4311-C99B-1D5D802366C8}"/>
          </ac:spMkLst>
        </pc:spChg>
        <pc:picChg chg="add mod">
          <ac:chgData name="Wallter Kang" userId="d5c269cbe9dbe8bc" providerId="LiveId" clId="{8F086856-D0DD-494B-B493-F6F20E2C0859}" dt="2025-04-18T02:10:04.256" v="91" actId="1076"/>
          <ac:picMkLst>
            <pc:docMk/>
            <pc:sldMk cId="2727732761" sldId="2259"/>
            <ac:picMk id="4" creationId="{7C051981-919D-226D-58FA-088B6418E422}"/>
          </ac:picMkLst>
        </pc:picChg>
        <pc:picChg chg="add mod">
          <ac:chgData name="Wallter Kang" userId="d5c269cbe9dbe8bc" providerId="LiveId" clId="{8F086856-D0DD-494B-B493-F6F20E2C0859}" dt="2025-04-18T02:09:59.110" v="89" actId="1076"/>
          <ac:picMkLst>
            <pc:docMk/>
            <pc:sldMk cId="2727732761" sldId="2259"/>
            <ac:picMk id="7" creationId="{7696EF17-2ABF-B7B6-7D25-8F47D7859FE0}"/>
          </ac:picMkLst>
        </pc:picChg>
      </pc:sldChg>
      <pc:sldChg chg="modSp mod">
        <pc:chgData name="Wallter Kang" userId="d5c269cbe9dbe8bc" providerId="LiveId" clId="{8F086856-D0DD-494B-B493-F6F20E2C0859}" dt="2025-04-18T04:29:21.136" v="532" actId="20577"/>
        <pc:sldMkLst>
          <pc:docMk/>
          <pc:sldMk cId="1749083070" sldId="2260"/>
        </pc:sldMkLst>
        <pc:spChg chg="mod">
          <ac:chgData name="Wallter Kang" userId="d5c269cbe9dbe8bc" providerId="LiveId" clId="{8F086856-D0DD-494B-B493-F6F20E2C0859}" dt="2025-04-18T04:29:21.136" v="532" actId="20577"/>
          <ac:spMkLst>
            <pc:docMk/>
            <pc:sldMk cId="1749083070" sldId="2260"/>
            <ac:spMk id="9" creationId="{49BEFD62-E8E8-4877-32A9-BE6774094A76}"/>
          </ac:spMkLst>
        </pc:spChg>
      </pc:sldChg>
      <pc:sldChg chg="add del">
        <pc:chgData name="Wallter Kang" userId="d5c269cbe9dbe8bc" providerId="LiveId" clId="{8F086856-D0DD-494B-B493-F6F20E2C0859}" dt="2025-04-18T05:09:25.173" v="705" actId="2696"/>
        <pc:sldMkLst>
          <pc:docMk/>
          <pc:sldMk cId="3598064600" sldId="2264"/>
        </pc:sldMkLst>
      </pc:sldChg>
      <pc:sldChg chg="addSp delSp modSp mod">
        <pc:chgData name="Wallter Kang" userId="d5c269cbe9dbe8bc" providerId="LiveId" clId="{8F086856-D0DD-494B-B493-F6F20E2C0859}" dt="2025-04-18T05:13:07.596" v="721" actId="1076"/>
        <pc:sldMkLst>
          <pc:docMk/>
          <pc:sldMk cId="1304413344" sldId="2266"/>
        </pc:sldMkLst>
        <pc:picChg chg="add mod">
          <ac:chgData name="Wallter Kang" userId="d5c269cbe9dbe8bc" providerId="LiveId" clId="{8F086856-D0DD-494B-B493-F6F20E2C0859}" dt="2025-04-18T05:12:45.323" v="718" actId="1076"/>
          <ac:picMkLst>
            <pc:docMk/>
            <pc:sldMk cId="1304413344" sldId="2266"/>
            <ac:picMk id="3" creationId="{10C46CFE-3532-D41E-A15D-B2EE0F8FA86D}"/>
          </ac:picMkLst>
        </pc:picChg>
        <pc:picChg chg="mod">
          <ac:chgData name="Wallter Kang" userId="d5c269cbe9dbe8bc" providerId="LiveId" clId="{8F086856-D0DD-494B-B493-F6F20E2C0859}" dt="2025-04-18T05:12:38.227" v="713" actId="1076"/>
          <ac:picMkLst>
            <pc:docMk/>
            <pc:sldMk cId="1304413344" sldId="2266"/>
            <ac:picMk id="7" creationId="{BB4DBC0A-4E30-5D64-DEDE-DB4865E225F5}"/>
          </ac:picMkLst>
        </pc:picChg>
        <pc:picChg chg="add mod">
          <ac:chgData name="Wallter Kang" userId="d5c269cbe9dbe8bc" providerId="LiveId" clId="{8F086856-D0DD-494B-B493-F6F20E2C0859}" dt="2025-04-18T05:13:07.596" v="721" actId="1076"/>
          <ac:picMkLst>
            <pc:docMk/>
            <pc:sldMk cId="1304413344" sldId="2266"/>
            <ac:picMk id="8" creationId="{9997EB4C-C78A-E526-1E78-9C42DF3B5936}"/>
          </ac:picMkLst>
        </pc:picChg>
      </pc:sldChg>
      <pc:sldChg chg="del">
        <pc:chgData name="Wallter Kang" userId="d5c269cbe9dbe8bc" providerId="LiveId" clId="{8F086856-D0DD-494B-B493-F6F20E2C0859}" dt="2025-04-18T05:31:09.354" v="786" actId="47"/>
        <pc:sldMkLst>
          <pc:docMk/>
          <pc:sldMk cId="2149892986" sldId="2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9AA5D-4147-48D7-A64C-DE0FCEF10C54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82259-8C1D-4B60-B56C-454F1A0AE7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21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5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53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684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662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99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625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0080-530C-31CF-9E6A-0E204A13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27B764-5D59-D6B5-C8E4-11A8CF977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548D65-7597-DC12-1B93-13BBA3A65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15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642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2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95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595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277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727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971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906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806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88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48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7591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424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528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8487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840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39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34B2-B8BA-35CE-8FD0-E57D655C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5908B3-1665-94AC-2783-9D59D390D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F067BA-7E29-B230-10E8-4F96795A5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159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922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9452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4897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0238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4247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9566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0263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3293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081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7558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4986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7417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1271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217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3120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722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3247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0550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6ED52-B231-EA98-A41F-1F8658C2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3A9ED2-FC9E-5064-95C5-4A4E4DD7F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064686-BD7C-72DE-0E07-611D0A992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5006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229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2987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7967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6665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7497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7582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9707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989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6050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806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1557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61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A8A24-A6B0-E3AB-6B05-A5ACD4424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6D4257-541F-19CE-7354-8C44F6AE7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22AE7-5C1E-2AB1-D83E-453A9C1A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0A14-EA0E-49F8-B521-765B455C5BB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C5FF9-6050-0527-0F18-494CA4A7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72C286-7B53-4C25-0FB8-F25F8693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52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BAA0-2B20-C4FC-27AE-3BB222C9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27" y="136527"/>
            <a:ext cx="11095008" cy="544512"/>
          </a:xfrm>
          <a:ln w="3175">
            <a:noFill/>
          </a:ln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05CC8-7651-308E-EA6D-60A98988B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602"/>
            <a:ext cx="11179835" cy="518390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456964-8A42-81BA-3129-483303C1F685}"/>
              </a:ext>
            </a:extLst>
          </p:cNvPr>
          <p:cNvCxnSpPr/>
          <p:nvPr userDrawn="1"/>
        </p:nvCxnSpPr>
        <p:spPr>
          <a:xfrm>
            <a:off x="923027" y="13017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11C284E-3BD2-D3B0-5BA8-D9A1BEE31DE6}"/>
              </a:ext>
            </a:extLst>
          </p:cNvPr>
          <p:cNvCxnSpPr/>
          <p:nvPr userDrawn="1"/>
        </p:nvCxnSpPr>
        <p:spPr>
          <a:xfrm>
            <a:off x="923027" y="69229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31F6EB6-1094-007A-A629-99662134C9D0}"/>
              </a:ext>
            </a:extLst>
          </p:cNvPr>
          <p:cNvCxnSpPr>
            <a:cxnSpLocks/>
          </p:cNvCxnSpPr>
          <p:nvPr userDrawn="1"/>
        </p:nvCxnSpPr>
        <p:spPr>
          <a:xfrm>
            <a:off x="173965" y="136527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DD187FC-737C-C406-3EE3-D56A53B74721}"/>
              </a:ext>
            </a:extLst>
          </p:cNvPr>
          <p:cNvCxnSpPr>
            <a:cxnSpLocks/>
          </p:cNvCxnSpPr>
          <p:nvPr userDrawn="1"/>
        </p:nvCxnSpPr>
        <p:spPr>
          <a:xfrm>
            <a:off x="173965" y="690564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DD67FB2-499C-8EB0-7CCC-490E4B3DA1CF}"/>
              </a:ext>
            </a:extLst>
          </p:cNvPr>
          <p:cNvCxnSpPr>
            <a:cxnSpLocks/>
          </p:cNvCxnSpPr>
          <p:nvPr userDrawn="1"/>
        </p:nvCxnSpPr>
        <p:spPr>
          <a:xfrm>
            <a:off x="173967" y="6622036"/>
            <a:ext cx="74906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날짜 개체 틀 30">
            <a:extLst>
              <a:ext uri="{FF2B5EF4-FFF2-40B4-BE49-F238E27FC236}">
                <a16:creationId xmlns:a16="http://schemas.microsoft.com/office/drawing/2014/main" id="{BF43976B-AB72-FD27-0912-1B3FCC8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4835" y="6454008"/>
            <a:ext cx="2743200" cy="365125"/>
          </a:xfrm>
        </p:spPr>
        <p:txBody>
          <a:bodyPr/>
          <a:lstStyle/>
          <a:p>
            <a:fld id="{59115D4C-E83B-439F-8D46-D54AE0117D76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2" name="바닥글 개체 틀 31">
            <a:extLst>
              <a:ext uri="{FF2B5EF4-FFF2-40B4-BE49-F238E27FC236}">
                <a16:creationId xmlns:a16="http://schemas.microsoft.com/office/drawing/2014/main" id="{11984204-B26D-87DA-C2C2-7DC02372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751" y="6427375"/>
            <a:ext cx="3429063" cy="365125"/>
          </a:xfrm>
        </p:spPr>
        <p:txBody>
          <a:bodyPr lIns="0"/>
          <a:lstStyle>
            <a:lvl1pPr algn="l">
              <a:defRPr sz="1000" b="1">
                <a:latin typeface="+mn-ea"/>
                <a:ea typeface="+mn-ea"/>
              </a:defRPr>
            </a:lvl1pPr>
          </a:lstStyle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393D110C-39D6-3047-EC00-B8349460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427375"/>
            <a:ext cx="395797" cy="365125"/>
          </a:xfrm>
        </p:spPr>
        <p:txBody>
          <a:bodyPr/>
          <a:lstStyle>
            <a:lvl1pPr>
              <a:defRPr sz="1000" b="1"/>
            </a:lvl1pPr>
          </a:lstStyle>
          <a:p>
            <a:fld id="{26163E59-C53A-4641-BD4A-1C3F8A7A080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224F76-DEC8-9081-30F8-3BF3881C1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0723419" y="6525399"/>
            <a:ext cx="1245437" cy="31723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9DE095C2-0D03-C5E3-8187-A9EEDD4FD106}"/>
              </a:ext>
            </a:extLst>
          </p:cNvPr>
          <p:cNvGrpSpPr/>
          <p:nvPr userDrawn="1"/>
        </p:nvGrpSpPr>
        <p:grpSpPr>
          <a:xfrm>
            <a:off x="9838017" y="319795"/>
            <a:ext cx="2130839" cy="190966"/>
            <a:chOff x="9838017" y="6530507"/>
            <a:chExt cx="2130839" cy="190966"/>
          </a:xfrm>
        </p:grpSpPr>
        <p:pic>
          <p:nvPicPr>
            <p:cNvPr id="12" name="Picture 2">
              <a:hlinkClick r:id="rId3"/>
              <a:extLst>
                <a:ext uri="{FF2B5EF4-FFF2-40B4-BE49-F238E27FC236}">
                  <a16:creationId xmlns:a16="http://schemas.microsoft.com/office/drawing/2014/main" id="{D88895B5-2425-72E3-29B3-1F7D6D68BE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8017" y="6541473"/>
              <a:ext cx="80841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그림 12">
              <a:hlinkClick r:id="rId5"/>
              <a:extLst>
                <a:ext uri="{FF2B5EF4-FFF2-40B4-BE49-F238E27FC236}">
                  <a16:creationId xmlns:a16="http://schemas.microsoft.com/office/drawing/2014/main" id="{14DF927E-3382-4F2E-A195-9678AA394D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0726633" y="6530507"/>
              <a:ext cx="1242223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710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1362075"/>
          </a:xfrm>
        </p:spPr>
        <p:txBody>
          <a:bodyPr anchor="t">
            <a:normAutofit/>
          </a:bodyPr>
          <a:lstStyle>
            <a:lvl1pPr algn="l">
              <a:defRPr sz="2400" b="0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349" y="554759"/>
            <a:ext cx="10363200" cy="1368152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491-3471-43C3-A89F-C35339E12735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E2F-FC6E-43E6-AFF0-8268B7CA3ECD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E35708-2280-D80C-8D42-21747448A1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39349" y="554759"/>
            <a:ext cx="1245437" cy="31723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5454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BBDC-329B-8613-8B4B-B23DF508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C40F2F-BDC8-8046-F8D7-9844B9523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AB3ED-1542-00AD-7EA6-8CD4DD7F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BA9BE-51CC-497B-A47B-4F18D69746F8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87A63-30CF-C977-AD05-66C76018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CD1F3-8D92-2AA9-7A8A-094314FC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3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3D7D1-6D08-5524-1D0E-6FEF749F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14843-8D98-308F-951D-03A08C290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C0112-463D-8180-CA9F-F5277EB00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30687-0B8B-F77D-4A46-1CF64F1C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E7D-D1B7-4C46-8F31-E5692C1739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B9ED72-D382-26AB-7F27-61EF3091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F48D24-52A3-85B8-DC4B-A773F245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4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D782E-04E3-9D77-9DFF-D527E890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F046A-14D6-6B59-EAEE-0E9881D0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F1BE28-F262-428C-89EC-738931441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E13B38-608B-99A0-F736-3782457CB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A07453-A679-70F8-8765-FFD4943EE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F35840-6DBC-FB21-68FC-01423B7D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88AE-A1E5-42CD-97D0-377FCC19AF0C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DCB472-B0E3-1E49-B34A-04BB91E0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3BEA65-3D5F-46F1-CB51-B10EE24B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3BB07-996D-F1F9-E528-5CF2DAA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81D121-8BA0-E62A-6848-375B1AD5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7B3-5344-47BB-9885-AFFB64E8F093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2DC5C3-A340-CC22-F8FC-40BDE470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EF7528-BF4D-94CB-F793-2DDA32D7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60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917289-1FC6-AB6A-D62E-842B6370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AC3F-C82D-41DB-B4BE-583DCC5CA97D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05C930-163B-8DD0-6013-6EC37412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9CC3-BC12-F592-1DF2-A90A2301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1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98A1A-3C74-6356-0E6D-A5752C9B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2F719-929C-3952-0B75-6F3D7BCF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5DF25-ABFC-B685-E6C7-A185780C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F6751-F053-40A2-E0BD-21C9880E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07E-4CBC-4FD5-953F-A683A30E8447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F1B8D-9681-3449-DAD1-D24F106E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6F419D-947D-8293-30B9-E1D08698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1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811E5-1418-8467-0E97-2AC51CEB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B9AA2A-681B-F05C-39A3-607FFD91B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DC5E6-0F5F-FFC3-9165-07C436DB0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0ABEDB-7BD4-2580-F017-624C7EF3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1DA8-8779-4576-93A4-637D07095DCB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3FE04A-5278-F5C0-CCA2-9EA3115D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64776E-5E82-F286-A039-EB20F444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1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FCFA4-BD55-251A-15E3-E555BB70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196E7-7E4A-9C65-1107-B8131A566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BA00E-C7CD-FB64-CB53-5F753626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1B0-7101-46C5-8391-808DC9821BFE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7AC91-5587-7364-BF83-E2351557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01FE75-DB53-54A0-05D5-F2956F94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29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109317-170F-A703-8F6D-2E9DCC332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62890D-DDBC-B8FD-E9B0-D2C323005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9C974-38B6-C6E8-A8EB-78877ABE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17F70-5236-4FFF-BFCB-7A6DE0467922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AE481-13FB-E4BE-4D55-6FBF1337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3DD17-77B7-9ADD-B00E-2EEB5FA3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274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749" y="172743"/>
            <a:ext cx="810411" cy="320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 userDrawn="1"/>
        </p:nvSpPr>
        <p:spPr>
          <a:xfrm>
            <a:off x="254224" y="476672"/>
            <a:ext cx="11683552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prstClr val="white"/>
                </a:solidFill>
              </a:rPr>
              <a:t>z</a:t>
            </a:r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/>
            <a:endParaRPr lang="ko-KR" altLang="en-US" sz="551">
              <a:solidFill>
                <a:prstClr val="black">
                  <a:lumMod val="65000"/>
                  <a:lumOff val="35000"/>
                </a:prstClr>
              </a:solidFill>
              <a:latin typeface="다음_Regular" pitchFamily="2" charset="-127"/>
              <a:ea typeface="다음_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F9B1D6-3A52-3A6F-1AFB-13F927F4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3" y="1097361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2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164D5D-E3D4-B28E-573A-1975A22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8CE8C8-5697-FB93-B232-6B851528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D6AEC-F2E7-6268-4DC0-A125AD57B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C5FB-3248-4439-BBD2-707639B258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46572-CD27-447B-428D-8A7E5E91A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FA76C-BC53-9A5E-0011-D3467B776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1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7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06F13F-4FCF-6B74-743C-9484DAF3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557189"/>
            <a:ext cx="8629358" cy="2956233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5200" b="1" dirty="0"/>
              <a:t>코드로 배우는 리액트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83AF70-79CC-B7F1-54E1-D445EA21D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</a:rPr>
              <a:t>리액트와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API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서버 통신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38B966-360F-DC5F-47FA-0BF933B4B071}"/>
              </a:ext>
            </a:extLst>
          </p:cNvPr>
          <p:cNvGrpSpPr/>
          <p:nvPr/>
        </p:nvGrpSpPr>
        <p:grpSpPr>
          <a:xfrm>
            <a:off x="839788" y="557189"/>
            <a:ext cx="2177305" cy="1036298"/>
            <a:chOff x="839788" y="557189"/>
            <a:chExt cx="2177305" cy="1036298"/>
          </a:xfrm>
        </p:grpSpPr>
        <p:pic>
          <p:nvPicPr>
            <p:cNvPr id="6" name="그림 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EDCB061F-2CFB-46D4-E81B-63F74065FA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70000"/>
            </a:blip>
            <a:srcRect l="7515" t="7729" r="6787" b="36642"/>
            <a:stretch/>
          </p:blipFill>
          <p:spPr>
            <a:xfrm>
              <a:off x="839788" y="1233487"/>
              <a:ext cx="2177305" cy="360000"/>
            </a:xfrm>
            <a:prstGeom prst="rect">
              <a:avLst/>
            </a:prstGeom>
          </p:spPr>
        </p:pic>
        <p:pic>
          <p:nvPicPr>
            <p:cNvPr id="7" name="Picture 2">
              <a:hlinkClick r:id="rId3"/>
              <a:extLst>
                <a:ext uri="{FF2B5EF4-FFF2-40B4-BE49-F238E27FC236}">
                  <a16:creationId xmlns:a16="http://schemas.microsoft.com/office/drawing/2014/main" id="{89827628-7106-2055-E99D-4A5675724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593" y="557189"/>
              <a:ext cx="80841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>
              <a:hlinkClick r:id="rId5"/>
              <a:extLst>
                <a:ext uri="{FF2B5EF4-FFF2-40B4-BE49-F238E27FC236}">
                  <a16:creationId xmlns:a16="http://schemas.microsoft.com/office/drawing/2014/main" id="{6736791A-89AD-BAA6-F16D-C72050D4D6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>
              <a:off x="839788" y="860368"/>
              <a:ext cx="1242223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19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48793" y="2422924"/>
            <a:ext cx="8662094" cy="2866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대부분의 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프론트엔드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기술은 비동기 통신을 필요로 함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리액트도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서버 데이터를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Ajax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를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활용 하여 기능 구현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이번 장에서는 이전 장의 스프링 부트 서버로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Todo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기능 완성 예정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개발목표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Axios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라이브러리를 이용한 서버와의 통신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useEffect( 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를 활용한 비동기 처리와 상태 변경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커스텀 훅을 이용한 공통 코드 재사용하기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컴포넌트에서 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모달창을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이용해서 결과 보여주기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4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장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b="1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리액트와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API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서버 통신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09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4206722"/>
          </a:xfrm>
        </p:spPr>
        <p:txBody>
          <a:bodyPr>
            <a:noAutofit/>
          </a:bodyPr>
          <a:lstStyle/>
          <a:p>
            <a:pPr marL="598988">
              <a:lnSpc>
                <a:spcPct val="150000"/>
              </a:lnSpc>
            </a:pPr>
            <a:r>
              <a:rPr lang="en-US" altLang="ko-KR" cap="none" dirty="0">
                <a:latin typeface="+mn-ea"/>
                <a:ea typeface="+mn-ea"/>
              </a:rPr>
              <a:t>4.1 </a:t>
            </a: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4.2 Ajax </a:t>
            </a:r>
            <a:r>
              <a:rPr lang="ko-KR" altLang="en-US" cap="none" dirty="0">
                <a:latin typeface="+mn-ea"/>
                <a:ea typeface="+mn-ea"/>
              </a:rPr>
              <a:t>통신 처리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4.3 useEffect( )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4.4 </a:t>
            </a:r>
            <a:r>
              <a:rPr lang="ko-KR" altLang="en-US" cap="none" dirty="0">
                <a:latin typeface="+mn-ea"/>
                <a:ea typeface="+mn-ea"/>
              </a:rPr>
              <a:t>조회 화면의 버튼 처리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4.5 </a:t>
            </a:r>
            <a:r>
              <a:rPr lang="ko-KR" altLang="en-US" cap="none" dirty="0">
                <a:latin typeface="+mn-ea"/>
                <a:ea typeface="+mn-ea"/>
              </a:rPr>
              <a:t>등록 컴포넌트와 모달 처리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4.6 </a:t>
            </a:r>
            <a:r>
              <a:rPr lang="ko-KR" altLang="en-US" cap="none" dirty="0">
                <a:latin typeface="+mn-ea"/>
                <a:ea typeface="+mn-ea"/>
              </a:rPr>
              <a:t>조회 화면과 조회 컴포넌트</a:t>
            </a:r>
            <a:br>
              <a:rPr lang="en-US" altLang="ko-KR" cap="none" dirty="0">
                <a:latin typeface="+mn-ea"/>
                <a:ea typeface="+mn-ea"/>
              </a:rPr>
            </a:br>
            <a:r>
              <a:rPr lang="en-US" altLang="ko-KR" cap="none" dirty="0">
                <a:latin typeface="+mn-ea"/>
                <a:ea typeface="+mn-ea"/>
              </a:rPr>
              <a:t>4.7 </a:t>
            </a:r>
            <a:r>
              <a:rPr lang="ko-KR" altLang="en-US" cap="none" dirty="0">
                <a:latin typeface="+mn-ea"/>
                <a:ea typeface="+mn-ea"/>
              </a:rPr>
              <a:t>수정</a:t>
            </a:r>
            <a:r>
              <a:rPr lang="en-US" altLang="ko-KR" cap="none" dirty="0">
                <a:latin typeface="+mn-ea"/>
                <a:ea typeface="+mn-ea"/>
              </a:rPr>
              <a:t>/</a:t>
            </a:r>
            <a:r>
              <a:rPr lang="ko-KR" altLang="en-US" cap="none" dirty="0">
                <a:latin typeface="+mn-ea"/>
                <a:ea typeface="+mn-ea"/>
              </a:rPr>
              <a:t>삭제 처리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0826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완료된 기능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>
                <a:sym typeface="Wingdings" panose="05000000000000000000" pitchFamily="2" charset="2"/>
              </a:rPr>
              <a:t> React-Router</a:t>
            </a:r>
            <a:r>
              <a:rPr lang="ko-KR" altLang="en-US" dirty="0">
                <a:sym typeface="Wingdings" panose="05000000000000000000" pitchFamily="2" charset="2"/>
              </a:rPr>
              <a:t>를 이용하여 브라우저 주소 처리 완료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ko-KR" altLang="en-US" dirty="0">
                <a:sym typeface="Wingdings" panose="05000000000000000000" pitchFamily="2" charset="2"/>
              </a:rPr>
              <a:t> 스프링 부트를 활용하여 서버사이드 데이터 처리 가능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개발 목표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각 화면에 필요한 컴포넌트 추가하여 실제 내용 구현 진행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24095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목록 화면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8A8486-D921-F16B-26F8-3D34A01FB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08" y="2519553"/>
            <a:ext cx="6657839" cy="40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9506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입력 화면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A33ACA-7F60-C06B-DCEE-4CCA9E047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388" y="2556155"/>
            <a:ext cx="10045700" cy="294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456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조회 화면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AD74A0-153C-B13D-6B93-2C0804EE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388" y="2636838"/>
            <a:ext cx="3599815" cy="2613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11E916-1F47-BAA0-EA5A-C399DEBB6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224" y="2636838"/>
            <a:ext cx="6714023" cy="296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0546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수정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삭제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E94B51-1FAC-B3FE-AF2A-7A71A9BC0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7" y="2565118"/>
            <a:ext cx="7969569" cy="39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2439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cap="none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개발 목표의 이해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수정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삭제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EE0E0F-18AC-5647-8938-6CFB914F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696" y="2561971"/>
            <a:ext cx="8149833" cy="391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8869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Ajax </a:t>
            </a:r>
            <a:r>
              <a:rPr lang="ko-KR" altLang="en-US" dirty="0"/>
              <a:t>통신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1244602"/>
            <a:ext cx="1119822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Ajax </a:t>
            </a:r>
            <a:r>
              <a:rPr lang="ko-KR" altLang="en-US" b="1" dirty="0">
                <a:latin typeface="+mn-ea"/>
              </a:rPr>
              <a:t>통신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Axios </a:t>
            </a:r>
            <a:r>
              <a:rPr lang="ko-KR" altLang="en-US" dirty="0">
                <a:latin typeface="+mn-ea"/>
              </a:rPr>
              <a:t>라이브러리를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C68A6-4176-F7F7-70AB-E586DA8EF966}"/>
              </a:ext>
            </a:extLst>
          </p:cNvPr>
          <p:cNvSpPr txBox="1"/>
          <p:nvPr/>
        </p:nvSpPr>
        <p:spPr>
          <a:xfrm>
            <a:off x="1703389" y="2636838"/>
            <a:ext cx="6600506" cy="950957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252000" bIns="288000">
            <a:spAutoFit/>
          </a:bodyPr>
          <a:lstStyle/>
          <a:p>
            <a:r>
              <a:rPr lang="en-US" altLang="ko-KR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2400" b="1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npm</a:t>
            </a:r>
            <a:r>
              <a:rPr lang="en-US" altLang="ko-KR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install </a:t>
            </a:r>
            <a:r>
              <a:rPr lang="en-US" altLang="ko-KR" sz="2400" b="1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axios</a:t>
            </a:r>
            <a:r>
              <a:rPr lang="en-US" altLang="ko-KR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ko-KR" altLang="en-US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혹은 </a:t>
            </a:r>
            <a:r>
              <a:rPr lang="en-US" altLang="ko-KR" sz="2400" b="1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npm</a:t>
            </a:r>
            <a:r>
              <a:rPr lang="en-US" altLang="ko-KR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2400" b="1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i</a:t>
            </a:r>
            <a:r>
              <a:rPr lang="en-US" altLang="ko-KR" sz="2400" b="1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2400" b="1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axios</a:t>
            </a:r>
            <a:endParaRPr lang="ko-KR" altLang="ko-KR" sz="2400" b="1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961892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7735-2961-444A-01DD-82362C1F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>
            <a:extLst>
              <a:ext uri="{FF2B5EF4-FFF2-40B4-BE49-F238E27FC236}">
                <a16:creationId xmlns:a16="http://schemas.microsoft.com/office/drawing/2014/main" id="{3534658B-DDA8-C318-2626-0ACC5578E14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타입 처리를 위한 준비</a:t>
            </a:r>
            <a:endParaRPr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F1B1CAB-998C-A456-7ECC-21A363E62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 처리를 위한 공통 타입 </a:t>
            </a:r>
            <a:r>
              <a:rPr lang="en-US" altLang="ko-KR" b="1" dirty="0">
                <a:latin typeface="+mn-ea"/>
              </a:rPr>
              <a:t>– src</a:t>
            </a:r>
            <a:r>
              <a:rPr lang="ko-KR" altLang="en-US" b="1" dirty="0">
                <a:latin typeface="+mn-ea"/>
              </a:rPr>
              <a:t> 폴더 밑에 </a:t>
            </a:r>
            <a:r>
              <a:rPr lang="en-US" altLang="ko-KR" b="1" dirty="0">
                <a:latin typeface="+mn-ea"/>
              </a:rPr>
              <a:t>types </a:t>
            </a:r>
            <a:r>
              <a:rPr lang="ko-KR" altLang="en-US" b="1" dirty="0">
                <a:latin typeface="+mn-ea"/>
              </a:rPr>
              <a:t>폴더를 추가</a:t>
            </a: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9D9C69-386B-E2A4-0BF9-232EC8992984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254C5-0B1E-5270-11DD-D92302D27BB2}"/>
              </a:ext>
            </a:extLst>
          </p:cNvPr>
          <p:cNvSpPr txBox="1"/>
          <p:nvPr/>
        </p:nvSpPr>
        <p:spPr>
          <a:xfrm>
            <a:off x="2716054" y="1643004"/>
            <a:ext cx="3513296" cy="9428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page?: string |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size?: string |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5E4E09-9F39-4311-C99B-1D5D802366C8}"/>
              </a:ext>
            </a:extLst>
          </p:cNvPr>
          <p:cNvSpPr txBox="1"/>
          <p:nvPr/>
        </p:nvSpPr>
        <p:spPr>
          <a:xfrm>
            <a:off x="3249079" y="3009840"/>
            <a:ext cx="3922744" cy="15968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Todo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tno: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title: string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writer: string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 | null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complete: boolean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051981-919D-226D-58FA-088B6418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31" y="2976056"/>
            <a:ext cx="2695951" cy="7049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96EF17-2ABF-B7B6-7D25-8F47D785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07" y="1731518"/>
            <a:ext cx="2162477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3276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Ajax </a:t>
            </a:r>
            <a:r>
              <a:rPr lang="ko-KR" altLang="en-US" dirty="0"/>
              <a:t>통신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Ajax </a:t>
            </a:r>
            <a:r>
              <a:rPr lang="ko-KR" altLang="en-US" b="1" dirty="0">
                <a:latin typeface="+mn-ea"/>
              </a:rPr>
              <a:t>통신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리액트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프로젝트 내에 </a:t>
            </a:r>
            <a:r>
              <a:rPr lang="en-US" altLang="ko-KR" dirty="0" err="1">
                <a:latin typeface="+mn-ea"/>
              </a:rPr>
              <a:t>api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폴더를 추가하고 </a:t>
            </a:r>
            <a:r>
              <a:rPr lang="en-US" altLang="ko-KR" dirty="0" err="1">
                <a:latin typeface="+mn-ea"/>
              </a:rPr>
              <a:t>todoApi.tsx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파일을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C68A6-4176-F7F7-70AB-E586DA8EF966}"/>
              </a:ext>
            </a:extLst>
          </p:cNvPr>
          <p:cNvSpPr txBox="1"/>
          <p:nvPr/>
        </p:nvSpPr>
        <p:spPr>
          <a:xfrm>
            <a:off x="2892109" y="2617940"/>
            <a:ext cx="7379651" cy="16680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0" bIns="0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API_SERVER_HOST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'http://localhost:8080'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prefix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API_SERVER_HOST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/todo`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(tno: number)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E42EC7-B39C-7194-9F01-ACE84F585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9" y="2550499"/>
            <a:ext cx="1943371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16377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useEffect( )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컴포넌트 상태 변경 시 렌더링과 함께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Axios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함수를 재호출하여 무한한 반복 구조 발생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!!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F2EC64-53FC-0434-A87E-433F89F3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13" y="2636838"/>
            <a:ext cx="8558212" cy="338132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7489528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useEffect( )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useEffect()</a:t>
            </a:r>
            <a:r>
              <a:rPr lang="ko-KR" altLang="en-US" dirty="0">
                <a:latin typeface="+mn-ea"/>
              </a:rPr>
              <a:t>를 활용하여 컴포넌트 내에서 특정 조건을 충족할 때 동작하는 방법 제공</a:t>
            </a:r>
            <a:endParaRPr lang="en-US" altLang="ko-KR" dirty="0">
              <a:latin typeface="+mn-ea"/>
            </a:endParaRPr>
          </a:p>
          <a:p>
            <a:pPr lvl="2">
              <a:buFont typeface="Wingdings" panose="05000000000000000000" pitchFamily="2" charset="2"/>
              <a:buChar char=""/>
            </a:pP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>
                <a:highlight>
                  <a:srgbClr val="FFFF00"/>
                </a:highlight>
                <a:latin typeface="+mn-ea"/>
              </a:rPr>
              <a:t>컴포넌트 실행 시 단 한 번만 실행되는 비동기 처리</a:t>
            </a:r>
          </a:p>
          <a:p>
            <a:pPr lvl="2">
              <a:buFont typeface="Wingdings" panose="05000000000000000000" pitchFamily="2" charset="2"/>
              <a:buChar char=""/>
            </a:pP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>
                <a:highlight>
                  <a:srgbClr val="FFFF00"/>
                </a:highlight>
                <a:latin typeface="+mn-ea"/>
              </a:rPr>
              <a:t>컴포넌트의 여러 상태 중 특정 상태 변경 시 비동기 처리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95345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80613" y="75882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 </a:t>
            </a:r>
            <a:r>
              <a:rPr lang="en-US" altLang="ko-KR" b="1" dirty="0"/>
              <a:t>– components </a:t>
            </a:r>
            <a:r>
              <a:rPr lang="ko-KR" altLang="en-US" b="1" dirty="0"/>
              <a:t>폴더내 </a:t>
            </a:r>
            <a:r>
              <a:rPr lang="en-US" altLang="ko-KR" b="1" dirty="0"/>
              <a:t>todo </a:t>
            </a:r>
            <a:r>
              <a:rPr lang="ko-KR" altLang="en-US" b="1" dirty="0"/>
              <a:t>폴더를 추가하고 </a:t>
            </a:r>
            <a:r>
              <a:rPr lang="en-US" altLang="ko-KR" b="1" dirty="0" err="1"/>
              <a:t>readComponent.tsx</a:t>
            </a:r>
            <a:r>
              <a:rPr lang="en-US" altLang="ko-KR" b="1" dirty="0"/>
              <a:t> </a:t>
            </a:r>
            <a:r>
              <a:rPr lang="ko-KR" altLang="en-US" b="1" dirty="0"/>
              <a:t>파일 추가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48AA118-08FB-4229-6D54-B37F20902C13}"/>
              </a:ext>
            </a:extLst>
          </p:cNvPr>
          <p:cNvCxnSpPr>
            <a:cxnSpLocks/>
          </p:cNvCxnSpPr>
          <p:nvPr/>
        </p:nvCxnSpPr>
        <p:spPr>
          <a:xfrm>
            <a:off x="3880485" y="3286300"/>
            <a:ext cx="684213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4CB940-4B37-2E64-C15E-2899EB38633F}"/>
              </a:ext>
            </a:extLst>
          </p:cNvPr>
          <p:cNvSpPr txBox="1"/>
          <p:nvPr/>
        </p:nvSpPr>
        <p:spPr>
          <a:xfrm>
            <a:off x="4767434" y="1968904"/>
            <a:ext cx="6095046" cy="3299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Todo = {tno: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title: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writer: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complete: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({tno}: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useState&lt;Todo&gt;(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아직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사용하지 않음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useEffect(()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(tno).then(data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console.log(data)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 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}, [tno])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186D0C9-96BA-7720-FAF3-95AB9671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025" y="2552772"/>
            <a:ext cx="203863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48644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ReadPage </a:t>
            </a:r>
            <a:r>
              <a:rPr lang="ko-KR" altLang="en-US" sz="1800" dirty="0">
                <a:latin typeface="+mn-ea"/>
              </a:rPr>
              <a:t>컴포넌트에 </a:t>
            </a:r>
            <a:r>
              <a:rPr lang="en-US" altLang="ko-KR" sz="1800" dirty="0">
                <a:latin typeface="+mn-ea"/>
              </a:rPr>
              <a:t>ReadComponent</a:t>
            </a:r>
            <a:r>
              <a:rPr lang="ko-KR" altLang="en-US" sz="1800" dirty="0">
                <a:latin typeface="+mn-ea"/>
              </a:rPr>
              <a:t>를 </a:t>
            </a:r>
            <a:r>
              <a:rPr lang="en-US" altLang="ko-KR" sz="1800" dirty="0">
                <a:latin typeface="+mn-ea"/>
              </a:rPr>
              <a:t>import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245A2-7D78-8396-1732-2C03D4C14889}"/>
              </a:ext>
            </a:extLst>
          </p:cNvPr>
          <p:cNvSpPr txBox="1"/>
          <p:nvPr/>
        </p:nvSpPr>
        <p:spPr>
          <a:xfrm>
            <a:off x="4576128" y="2531388"/>
            <a:ext cx="7380287" cy="36574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0" bIns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"../../components/todo/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{tno}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"font-extrabold w-full 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mt-6"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"text-2xl 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Todo Read Page Component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Number(tno)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ko-KR" altLang="ko-KR" sz="11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48AA118-08FB-4229-6D54-B37F20902C13}"/>
              </a:ext>
            </a:extLst>
          </p:cNvPr>
          <p:cNvCxnSpPr>
            <a:cxnSpLocks/>
          </p:cNvCxnSpPr>
          <p:nvPr/>
        </p:nvCxnSpPr>
        <p:spPr>
          <a:xfrm>
            <a:off x="3921408" y="4577025"/>
            <a:ext cx="4823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5BA615A0-D86D-B93C-90D5-81FD15D54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77" y="3146941"/>
            <a:ext cx="182905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9572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775972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ReadPage </a:t>
            </a:r>
            <a:r>
              <a:rPr lang="ko-KR" altLang="en-US" sz="1800" dirty="0">
                <a:latin typeface="+mn-ea"/>
              </a:rPr>
              <a:t>컴포넌트에 </a:t>
            </a:r>
            <a:r>
              <a:rPr lang="en-US" altLang="ko-KR" sz="1800" dirty="0">
                <a:latin typeface="+mn-ea"/>
              </a:rPr>
              <a:t>ReadComponent</a:t>
            </a:r>
            <a:r>
              <a:rPr lang="ko-KR" altLang="en-US" sz="1800" dirty="0">
                <a:latin typeface="+mn-ea"/>
              </a:rPr>
              <a:t>를 </a:t>
            </a:r>
            <a:r>
              <a:rPr lang="en-US" altLang="ko-KR" sz="1800" dirty="0">
                <a:latin typeface="+mn-ea"/>
              </a:rPr>
              <a:t>import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4FDF8C-39B1-5912-C0F6-43D189B8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389" y="1865208"/>
            <a:ext cx="7037085" cy="49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69433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ReadComponent </a:t>
            </a:r>
            <a:r>
              <a:rPr lang="ko-KR" altLang="en-US" sz="1800" dirty="0">
                <a:latin typeface="+mn-ea"/>
              </a:rPr>
              <a:t>내부에 공통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구성을 가진 </a:t>
            </a:r>
            <a:r>
              <a:rPr lang="en-US" altLang="ko-KR" sz="1800" dirty="0">
                <a:latin typeface="+mn-ea"/>
              </a:rPr>
              <a:t>JSX</a:t>
            </a:r>
            <a:r>
              <a:rPr lang="ko-KR" altLang="en-US" sz="1800" dirty="0">
                <a:latin typeface="+mn-ea"/>
              </a:rPr>
              <a:t>를 반환하는 함수로 출력 구현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245A2-7D78-8396-1732-2C03D4C14889}"/>
              </a:ext>
            </a:extLst>
          </p:cNvPr>
          <p:cNvSpPr txBox="1"/>
          <p:nvPr/>
        </p:nvSpPr>
        <p:spPr>
          <a:xfrm>
            <a:off x="4656138" y="2636838"/>
            <a:ext cx="7380287" cy="36455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Todo = {tno: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title: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writer: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complete: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({tno}: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useState&lt;Todo&gt;(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아직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사용하지 않음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useEffect(()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(tno).then(data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console.log(data)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 [tno])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dirty="0">
              <a:solidFill>
                <a:srgbClr val="3B3B3B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// </a:t>
            </a:r>
            <a:r>
              <a:rPr lang="ko-KR" altLang="en-US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다음페이지 계속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48AA118-08FB-4229-6D54-B37F20902C13}"/>
              </a:ext>
            </a:extLst>
          </p:cNvPr>
          <p:cNvCxnSpPr>
            <a:cxnSpLocks/>
          </p:cNvCxnSpPr>
          <p:nvPr/>
        </p:nvCxnSpPr>
        <p:spPr>
          <a:xfrm>
            <a:off x="3975452" y="3625495"/>
            <a:ext cx="59654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98096DDD-4635-EEDD-2461-6FE6EB0D2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302" y="2699030"/>
            <a:ext cx="193384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4836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</a:t>
            </a:r>
            <a:endParaRPr lang="ko-KR" altLang="en-US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ReadComponent </a:t>
            </a:r>
            <a:r>
              <a:rPr lang="ko-KR" altLang="en-US" sz="1800" dirty="0">
                <a:latin typeface="+mn-ea"/>
              </a:rPr>
              <a:t>내부에 공통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구성을 가진 </a:t>
            </a:r>
            <a:r>
              <a:rPr lang="en-US" altLang="ko-KR" sz="1800" dirty="0">
                <a:latin typeface="+mn-ea"/>
              </a:rPr>
              <a:t>JSX</a:t>
            </a:r>
            <a:r>
              <a:rPr lang="ko-KR" altLang="en-US" sz="1800" dirty="0">
                <a:latin typeface="+mn-ea"/>
              </a:rPr>
              <a:t>를 반환하는 함수로 출력 구현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8F47476-3DB1-46FA-376C-9B511E859112}"/>
              </a:ext>
            </a:extLst>
          </p:cNvPr>
          <p:cNvCxnSpPr>
            <a:cxnSpLocks/>
          </p:cNvCxnSpPr>
          <p:nvPr/>
        </p:nvCxnSpPr>
        <p:spPr>
          <a:xfrm>
            <a:off x="3975452" y="3784116"/>
            <a:ext cx="59654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1E629B-9A6D-61B0-7490-31A3782FB1E3}"/>
              </a:ext>
            </a:extLst>
          </p:cNvPr>
          <p:cNvSpPr txBox="1"/>
          <p:nvPr/>
        </p:nvSpPr>
        <p:spPr>
          <a:xfrm>
            <a:off x="4800421" y="2387998"/>
            <a:ext cx="6095046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 text-2xl"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'Tno'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'Writer'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todo.writer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'Title'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todo.title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'Title'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todo.complete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'Completed'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Yet'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title:string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value:string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number)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shadow-md"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0AE3DE-DE5D-3615-CAB6-2A6DFD55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219" y="3177464"/>
            <a:ext cx="203863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1966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useEffect(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조회를 위한 컴포넌트</a:t>
            </a:r>
            <a:endParaRPr lang="ko-KR" altLang="en-US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A48D12-EE1E-6F08-F376-7DEF169C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795" y="2035625"/>
            <a:ext cx="7700010" cy="394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3623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화면의 버튼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sz="1800" b="1" dirty="0">
                <a:latin typeface="+mn-ea"/>
              </a:rPr>
              <a:t>페이지 컴포넌트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 React-Router</a:t>
            </a:r>
            <a:r>
              <a:rPr lang="ko-KR" altLang="en-US" sz="1800" dirty="0">
                <a:latin typeface="+mn-ea"/>
              </a:rPr>
              <a:t>를 이용해 내용 컴포넌트에 필요한 기능과 속성 설정</a:t>
            </a:r>
            <a:r>
              <a:rPr lang="en-US" altLang="ko-KR" sz="1800" dirty="0">
                <a:latin typeface="+mn-ea"/>
              </a:rPr>
              <a:t>. 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 ReadPage</a:t>
            </a:r>
            <a:r>
              <a:rPr lang="ko-KR" altLang="en-US" sz="1800" dirty="0">
                <a:latin typeface="+mn-ea"/>
              </a:rPr>
              <a:t>에 라우팅 함수 정의 및 </a:t>
            </a:r>
            <a:r>
              <a:rPr lang="en-US" altLang="ko-KR" sz="1800" dirty="0">
                <a:latin typeface="+mn-ea"/>
              </a:rPr>
              <a:t>ReadComponent</a:t>
            </a:r>
            <a:r>
              <a:rPr lang="ko-KR" altLang="en-US" sz="1800" dirty="0">
                <a:latin typeface="+mn-ea"/>
              </a:rPr>
              <a:t>에 함수 속성 전달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altLang="ko-KR" sz="1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sz="1800" dirty="0">
                <a:latin typeface="+mn-ea"/>
              </a:rPr>
              <a:t> </a:t>
            </a:r>
            <a:r>
              <a:rPr lang="ko-KR" altLang="en-US" sz="1800" b="1" dirty="0">
                <a:latin typeface="+mn-ea"/>
              </a:rPr>
              <a:t>내용 컴포넌트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실제 화면 구성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버튼 등 내용 처리</a:t>
            </a:r>
            <a:r>
              <a:rPr lang="en-US" altLang="ko-KR" sz="1800" dirty="0">
                <a:latin typeface="+mn-ea"/>
              </a:rPr>
              <a:t>. 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 ReadComponent</a:t>
            </a:r>
            <a:r>
              <a:rPr lang="ko-KR" altLang="en-US" sz="1800" dirty="0">
                <a:latin typeface="+mn-ea"/>
              </a:rPr>
              <a:t>에 전체 구성 요소 처리</a:t>
            </a:r>
            <a:r>
              <a:rPr lang="en-US" altLang="ko-KR" sz="1800" dirty="0">
                <a:latin typeface="+mn-ea"/>
              </a:rPr>
              <a:t>.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8220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592455" y="774690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페이지로 이동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src/types </a:t>
            </a:r>
            <a:r>
              <a:rPr lang="ko-KR" altLang="en-US" dirty="0">
                <a:latin typeface="+mn-ea"/>
              </a:rPr>
              <a:t>폴더내 </a:t>
            </a:r>
            <a:r>
              <a:rPr lang="en-US" altLang="ko-KR" dirty="0" err="1">
                <a:latin typeface="+mn-ea"/>
              </a:rPr>
              <a:t>global.d.ts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파일에 타입을 추가하고</a:t>
            </a:r>
            <a:r>
              <a:rPr lang="en-US" altLang="ko-KR" dirty="0">
                <a:latin typeface="+mn-ea"/>
              </a:rPr>
              <a:t>,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hooks </a:t>
            </a:r>
            <a:r>
              <a:rPr lang="ko-KR" altLang="en-US" dirty="0">
                <a:latin typeface="+mn-ea"/>
              </a:rPr>
              <a:t>폴더  작성 후에 </a:t>
            </a:r>
            <a:r>
              <a:rPr lang="en-US" altLang="ko-KR" dirty="0" err="1">
                <a:latin typeface="+mn-ea"/>
              </a:rPr>
              <a:t>useCustomMove.tsx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파일을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63847B-62DE-41D9-0C66-0A6B5DC4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82" y="4281959"/>
            <a:ext cx="2238687" cy="16766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63FE3E-4B2B-2BC2-D87C-A5C86713C7FA}"/>
              </a:ext>
            </a:extLst>
          </p:cNvPr>
          <p:cNvSpPr txBox="1"/>
          <p:nvPr/>
        </p:nvSpPr>
        <p:spPr>
          <a:xfrm>
            <a:off x="2983427" y="2534704"/>
            <a:ext cx="5037772" cy="1160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page: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size: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0DC116-5E38-0435-7DAE-8E4FE493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18" y="2525394"/>
            <a:ext cx="1924319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224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5FEB46-AF7D-6F6B-4B04-9E7CD01A7096}"/>
              </a:ext>
            </a:extLst>
          </p:cNvPr>
          <p:cNvSpPr txBox="1"/>
          <p:nvPr/>
        </p:nvSpPr>
        <p:spPr>
          <a:xfrm>
            <a:off x="52864" y="814893"/>
            <a:ext cx="5810726" cy="29433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useNavigate,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navigate = useNavigate()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 | null  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'page'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 | null  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page: number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Number(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size: number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Number(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page: String(page),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size: String(size),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}).toString()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EFD62-E8E8-4877-32A9-BE6774094A76}"/>
              </a:ext>
            </a:extLst>
          </p:cNvPr>
          <p:cNvSpPr txBox="1"/>
          <p:nvPr/>
        </p:nvSpPr>
        <p:spPr>
          <a:xfrm>
            <a:off x="4834890" y="3140898"/>
            <a:ext cx="6259351" cy="30427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Number(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pageParam.page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1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sizeNum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Number(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pageParam.size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10 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page: String(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size: String(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sizeNum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}).toString()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queryDefault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navigate({ pathname: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`../list`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search: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queryStr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page,size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083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20446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페이지로 이동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ReadComponent</a:t>
            </a:r>
            <a:r>
              <a:rPr lang="ko-KR" altLang="en-US" dirty="0">
                <a:latin typeface="+mn-ea"/>
              </a:rPr>
              <a:t>에 </a:t>
            </a:r>
            <a:r>
              <a:rPr lang="en-US" altLang="ko-KR" dirty="0">
                <a:latin typeface="+mn-ea"/>
              </a:rPr>
              <a:t>useCustomMove( )</a:t>
            </a:r>
            <a:r>
              <a:rPr lang="ko-KR" altLang="en-US" dirty="0">
                <a:latin typeface="+mn-ea"/>
              </a:rPr>
              <a:t>에 </a:t>
            </a:r>
            <a:r>
              <a:rPr lang="en-US" altLang="ko-KR" dirty="0" err="1">
                <a:latin typeface="+mn-ea"/>
              </a:rPr>
              <a:t>moveToList</a:t>
            </a:r>
            <a:r>
              <a:rPr lang="en-US" altLang="ko-KR" dirty="0">
                <a:latin typeface="+mn-ea"/>
              </a:rPr>
              <a:t>( )</a:t>
            </a:r>
            <a:r>
              <a:rPr lang="ko-KR" altLang="en-US" dirty="0">
                <a:latin typeface="+mn-ea"/>
              </a:rPr>
              <a:t>를 이용하고 버튼을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E66B8-5DD3-FE1C-B022-E528D853BD12}"/>
              </a:ext>
            </a:extLst>
          </p:cNvPr>
          <p:cNvSpPr txBox="1"/>
          <p:nvPr/>
        </p:nvSpPr>
        <p:spPr>
          <a:xfrm>
            <a:off x="4237593" y="2162493"/>
            <a:ext cx="7632064" cy="1519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0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"../../hooks/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Todo = {tno:</a:t>
            </a:r>
            <a:r>
              <a:rPr lang="en-US" altLang="ko-KR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title: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writer: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complete: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ReadComponent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({tno}: 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useState&lt;Todo&gt;(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아직 </a:t>
            </a:r>
            <a:r>
              <a:rPr lang="en-US" altLang="ko-KR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ko-KR" alt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사용하지 않음 </a:t>
            </a:r>
            <a:endParaRPr lang="ko-KR" alt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ko-KR" alt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}: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9C5C5DB-A4C7-335D-4E67-2913DA2C3458}"/>
              </a:ext>
            </a:extLst>
          </p:cNvPr>
          <p:cNvCxnSpPr>
            <a:cxnSpLocks/>
          </p:cNvCxnSpPr>
          <p:nvPr/>
        </p:nvCxnSpPr>
        <p:spPr>
          <a:xfrm>
            <a:off x="3288811" y="2763610"/>
            <a:ext cx="58141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F123744-2A0C-BB60-7F92-7375F8DD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67" y="2362050"/>
            <a:ext cx="1800476" cy="106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9CBD51-2C48-B19A-FA62-4BB2F5F8186A}"/>
              </a:ext>
            </a:extLst>
          </p:cNvPr>
          <p:cNvSpPr txBox="1"/>
          <p:nvPr/>
        </p:nvSpPr>
        <p:spPr>
          <a:xfrm>
            <a:off x="4237593" y="3905889"/>
            <a:ext cx="6095046" cy="2401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'Tno'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'Writer'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todo.writer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'Title'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todo.title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'Title'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todo.complete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'Completed'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Yet'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justify-end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p-4 m-2 text-xl w-32 text-white bg-blue-500"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List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914087425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63246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페이지로 이동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7A9666-85D0-7A72-ADBC-F5F57C1B8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82" y="1489428"/>
            <a:ext cx="5730146" cy="44884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FB4975-0849-9DCC-4AEC-4DB02361A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07" y="1489429"/>
            <a:ext cx="3610175" cy="289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5367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조회에서 수정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삭제로 이동 기능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useCustomMove</a:t>
            </a:r>
            <a:r>
              <a:rPr lang="ko-KR" altLang="en-US" dirty="0">
                <a:latin typeface="+mn-ea"/>
              </a:rPr>
              <a:t>에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수정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삭제로 이동할 수 있는 기능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moveToModify</a:t>
            </a:r>
            <a:r>
              <a:rPr lang="en-US" altLang="ko-KR" dirty="0">
                <a:latin typeface="+mn-ea"/>
              </a:rPr>
              <a:t>), </a:t>
            </a:r>
            <a:r>
              <a:rPr lang="ko-KR" altLang="en-US" dirty="0">
                <a:latin typeface="+mn-ea"/>
              </a:rPr>
              <a:t>조회로 이동할 수 있는 기능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moveToRead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를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4E3A0-42C0-41F6-EE3E-EA4AE1715193}"/>
              </a:ext>
            </a:extLst>
          </p:cNvPr>
          <p:cNvSpPr txBox="1"/>
          <p:nvPr/>
        </p:nvSpPr>
        <p:spPr>
          <a:xfrm>
            <a:off x="506082" y="4011920"/>
            <a:ext cx="3821906" cy="20328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page: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size: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8E4C47D-FEB9-AA24-2A28-3028BE8A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570" y="3028147"/>
            <a:ext cx="1752845" cy="828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33B727-2664-9047-EE44-4907AF179081}"/>
              </a:ext>
            </a:extLst>
          </p:cNvPr>
          <p:cNvSpPr txBox="1"/>
          <p:nvPr/>
        </p:nvSpPr>
        <p:spPr>
          <a:xfrm>
            <a:off x="6470531" y="3028147"/>
            <a:ext cx="5610700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800" dirty="0"/>
              <a:t>import { </a:t>
            </a:r>
            <a:r>
              <a:rPr lang="en-US" altLang="ko-KR" sz="800" dirty="0" err="1"/>
              <a:t>useCallback</a:t>
            </a:r>
            <a:r>
              <a:rPr lang="en-US" altLang="ko-KR" sz="800" dirty="0"/>
              <a:t> } from "react"</a:t>
            </a:r>
          </a:p>
          <a:p>
            <a:r>
              <a:rPr lang="en-US" altLang="ko-KR" sz="800" dirty="0"/>
              <a:t>import { </a:t>
            </a:r>
            <a:r>
              <a:rPr lang="en-US" altLang="ko-KR" sz="800" dirty="0" err="1"/>
              <a:t>createSearchParams</a:t>
            </a:r>
            <a:r>
              <a:rPr lang="en-US" altLang="ko-KR" sz="800" dirty="0"/>
              <a:t>, useNavigate, </a:t>
            </a:r>
            <a:r>
              <a:rPr lang="en-US" altLang="ko-KR" sz="800" dirty="0" err="1"/>
              <a:t>useSearchParams</a:t>
            </a:r>
            <a:r>
              <a:rPr lang="en-US" altLang="ko-KR" sz="800" dirty="0"/>
              <a:t> } from "react-router"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const </a:t>
            </a:r>
            <a:r>
              <a:rPr lang="en-US" altLang="ko-KR" sz="800" dirty="0" err="1"/>
              <a:t>useCustomMove</a:t>
            </a:r>
            <a:r>
              <a:rPr lang="en-US" altLang="ko-KR" sz="800" dirty="0"/>
              <a:t> = () =&gt; {</a:t>
            </a:r>
          </a:p>
          <a:p>
            <a:endParaRPr lang="en-US" altLang="ko-KR" sz="800" dirty="0"/>
          </a:p>
          <a:p>
            <a:r>
              <a:rPr lang="en-US" altLang="ko-KR" sz="800" dirty="0"/>
              <a:t>  const navigate = useNavigate()</a:t>
            </a:r>
          </a:p>
          <a:p>
            <a:endParaRPr lang="en-US" altLang="ko-KR" sz="800" dirty="0"/>
          </a:p>
          <a:p>
            <a:r>
              <a:rPr lang="en-US" altLang="ko-KR" sz="800" dirty="0"/>
              <a:t>  const [</a:t>
            </a:r>
            <a:r>
              <a:rPr lang="en-US" altLang="ko-KR" sz="800" dirty="0" err="1"/>
              <a:t>queryParams</a:t>
            </a:r>
            <a:r>
              <a:rPr lang="en-US" altLang="ko-KR" sz="800" dirty="0"/>
              <a:t>] = </a:t>
            </a:r>
            <a:r>
              <a:rPr lang="en-US" altLang="ko-KR" sz="800" dirty="0" err="1"/>
              <a:t>useSearchParams</a:t>
            </a:r>
            <a:r>
              <a:rPr lang="en-US" altLang="ko-KR" sz="800" dirty="0"/>
              <a:t>()</a:t>
            </a:r>
          </a:p>
          <a:p>
            <a:endParaRPr lang="en-US" altLang="ko-KR" sz="800" dirty="0"/>
          </a:p>
          <a:p>
            <a:r>
              <a:rPr lang="en-US" altLang="ko-KR" sz="800" dirty="0"/>
              <a:t>  ....</a:t>
            </a:r>
            <a:r>
              <a:rPr lang="ko-KR" altLang="en-US" sz="800" dirty="0"/>
              <a:t>생략 </a:t>
            </a:r>
          </a:p>
          <a:p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en-US" altLang="ko-KR" sz="800" dirty="0"/>
              <a:t>const </a:t>
            </a:r>
            <a:r>
              <a:rPr lang="en-US" altLang="ko-KR" sz="800" dirty="0" err="1"/>
              <a:t>moveToModify</a:t>
            </a:r>
            <a:r>
              <a:rPr lang="en-US" altLang="ko-KR" sz="800" dirty="0"/>
              <a:t> = </a:t>
            </a:r>
            <a:r>
              <a:rPr lang="en-US" altLang="ko-KR" sz="800" dirty="0" err="1"/>
              <a:t>useCallback</a:t>
            </a:r>
            <a:r>
              <a:rPr lang="en-US" altLang="ko-KR" sz="800" dirty="0"/>
              <a:t>((</a:t>
            </a:r>
            <a:r>
              <a:rPr lang="en-US" altLang="ko-KR" sz="800" dirty="0" err="1"/>
              <a:t>num:number</a:t>
            </a:r>
            <a:r>
              <a:rPr lang="en-US" altLang="ko-KR" sz="800" dirty="0"/>
              <a:t>) =&gt; {</a:t>
            </a:r>
          </a:p>
          <a:p>
            <a:r>
              <a:rPr lang="en-US" altLang="ko-KR" sz="800" dirty="0"/>
              <a:t>      console.log(</a:t>
            </a:r>
            <a:r>
              <a:rPr lang="en-US" altLang="ko-KR" sz="800" dirty="0" err="1"/>
              <a:t>queryDefault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      navigate({ pathname: `../modify/${num}`, search: </a:t>
            </a:r>
            <a:r>
              <a:rPr lang="en-US" altLang="ko-KR" sz="800" dirty="0" err="1"/>
              <a:t>queryDefault</a:t>
            </a:r>
            <a:r>
              <a:rPr lang="en-US" altLang="ko-KR" sz="800" dirty="0"/>
              <a:t> })</a:t>
            </a:r>
          </a:p>
          <a:p>
            <a:r>
              <a:rPr lang="en-US" altLang="ko-KR" sz="800" dirty="0"/>
              <a:t>  },[</a:t>
            </a:r>
            <a:r>
              <a:rPr lang="en-US" altLang="ko-KR" sz="800" dirty="0" err="1"/>
              <a:t>page,size</a:t>
            </a:r>
            <a:r>
              <a:rPr lang="en-US" altLang="ko-KR" sz="800" dirty="0"/>
              <a:t>])</a:t>
            </a:r>
          </a:p>
          <a:p>
            <a:endParaRPr lang="en-US" altLang="ko-KR" sz="800" dirty="0"/>
          </a:p>
          <a:p>
            <a:r>
              <a:rPr lang="en-US" altLang="ko-KR" sz="800" dirty="0"/>
              <a:t>  const </a:t>
            </a:r>
            <a:r>
              <a:rPr lang="en-US" altLang="ko-KR" sz="800" dirty="0" err="1"/>
              <a:t>moveToRead</a:t>
            </a:r>
            <a:r>
              <a:rPr lang="en-US" altLang="ko-KR" sz="800" dirty="0"/>
              <a:t> = (</a:t>
            </a:r>
            <a:r>
              <a:rPr lang="en-US" altLang="ko-KR" sz="800" dirty="0" err="1"/>
              <a:t>tno:number</a:t>
            </a:r>
            <a:r>
              <a:rPr lang="en-US" altLang="ko-KR" sz="800" dirty="0"/>
              <a:t>) =&gt; {</a:t>
            </a:r>
          </a:p>
          <a:p>
            <a:endParaRPr lang="en-US" altLang="ko-KR" sz="800" dirty="0"/>
          </a:p>
          <a:p>
            <a:r>
              <a:rPr lang="en-US" altLang="ko-KR" sz="800" dirty="0"/>
              <a:t>    navigate({</a:t>
            </a:r>
          </a:p>
          <a:p>
            <a:r>
              <a:rPr lang="en-US" altLang="ko-KR" sz="800" dirty="0"/>
              <a:t>      pathname: `../read/${tno}`,</a:t>
            </a:r>
          </a:p>
          <a:p>
            <a:r>
              <a:rPr lang="en-US" altLang="ko-KR" sz="800" dirty="0"/>
              <a:t>      search: </a:t>
            </a:r>
            <a:r>
              <a:rPr lang="en-US" altLang="ko-KR" sz="800" dirty="0" err="1"/>
              <a:t>queryDefault</a:t>
            </a:r>
            <a:endParaRPr lang="en-US" altLang="ko-KR" sz="800" dirty="0"/>
          </a:p>
          <a:p>
            <a:r>
              <a:rPr lang="en-US" altLang="ko-KR" sz="800" dirty="0"/>
              <a:t>    })</a:t>
            </a:r>
          </a:p>
          <a:p>
            <a:r>
              <a:rPr lang="en-US" altLang="ko-KR" sz="800" dirty="0"/>
              <a:t>  }</a:t>
            </a:r>
          </a:p>
          <a:p>
            <a:r>
              <a:rPr lang="en-US" altLang="ko-KR" sz="800" dirty="0"/>
              <a:t>    </a:t>
            </a:r>
          </a:p>
          <a:p>
            <a:endParaRPr lang="en-US" altLang="ko-KR" sz="800" dirty="0"/>
          </a:p>
          <a:p>
            <a:r>
              <a:rPr lang="en-US" altLang="ko-KR" sz="800" dirty="0"/>
              <a:t>  return {</a:t>
            </a:r>
            <a:r>
              <a:rPr lang="en-US" altLang="ko-KR" sz="800" dirty="0" err="1"/>
              <a:t>page,size</a:t>
            </a:r>
            <a:r>
              <a:rPr lang="en-US" altLang="ko-KR" sz="800" dirty="0"/>
              <a:t>, </a:t>
            </a:r>
            <a:r>
              <a:rPr lang="en-US" altLang="ko-KR" sz="800" dirty="0" err="1"/>
              <a:t>moveToList</a:t>
            </a:r>
            <a:r>
              <a:rPr lang="en-US" altLang="ko-KR" sz="800" dirty="0"/>
              <a:t>, </a:t>
            </a:r>
            <a:r>
              <a:rPr lang="en-US" altLang="ko-KR" sz="800" dirty="0" err="1"/>
              <a:t>moveToModify</a:t>
            </a:r>
            <a:r>
              <a:rPr lang="en-US" altLang="ko-KR" sz="800" dirty="0"/>
              <a:t>, </a:t>
            </a:r>
            <a:r>
              <a:rPr lang="en-US" altLang="ko-KR" sz="800" dirty="0" err="1"/>
              <a:t>moveToRead</a:t>
            </a:r>
            <a:r>
              <a:rPr lang="en-US" altLang="ko-KR" sz="800" dirty="0"/>
              <a:t>}</a:t>
            </a:r>
          </a:p>
          <a:p>
            <a:r>
              <a:rPr lang="en-US" altLang="ko-KR" sz="800" dirty="0"/>
              <a:t>}</a:t>
            </a:r>
          </a:p>
          <a:p>
            <a:endParaRPr lang="en-US" altLang="ko-KR" sz="800" dirty="0"/>
          </a:p>
          <a:p>
            <a:r>
              <a:rPr lang="en-US" altLang="ko-KR" sz="800" dirty="0"/>
              <a:t>export default </a:t>
            </a:r>
            <a:r>
              <a:rPr lang="en-US" altLang="ko-KR" sz="800" dirty="0" err="1"/>
              <a:t>useCustomMove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974470160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75882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</a:t>
            </a:r>
            <a:r>
              <a:rPr lang="en-US" altLang="ko-KR" b="1" dirty="0">
                <a:latin typeface="+mn-ea"/>
              </a:rPr>
              <a:t>-&gt; </a:t>
            </a:r>
            <a:r>
              <a:rPr lang="ko-KR" altLang="en-US" b="1" dirty="0">
                <a:latin typeface="+mn-ea"/>
              </a:rPr>
              <a:t>수정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삭제 이동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useCustomMove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ReadComponent</a:t>
            </a:r>
            <a:r>
              <a:rPr lang="ko-KR" altLang="en-US" dirty="0">
                <a:latin typeface="+mn-ea"/>
              </a:rPr>
              <a:t>를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수정해서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수정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삭제 버튼을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E66B8-5DD3-FE1C-B022-E528D853BD12}"/>
              </a:ext>
            </a:extLst>
          </p:cNvPr>
          <p:cNvSpPr txBox="1"/>
          <p:nvPr/>
        </p:nvSpPr>
        <p:spPr>
          <a:xfrm>
            <a:off x="3881248" y="1922715"/>
            <a:ext cx="7379650" cy="507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0" bIns="0">
            <a:spAutoFit/>
          </a:bodyPr>
          <a:lstStyle/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const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initState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: Todo = {tno:0, title:'', writer:'',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dueDate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: null,  complete: false }</a:t>
            </a:r>
          </a:p>
          <a:p>
            <a:endParaRPr lang="en-US" altLang="ko-KR" sz="1000" dirty="0">
              <a:solidFill>
                <a:srgbClr val="3B3B3B"/>
              </a:solidFill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...</a:t>
            </a:r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생략</a:t>
            </a:r>
          </a:p>
          <a:p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</a:p>
          <a:p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const {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moveToList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moveToModify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}: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UseCustomMoveReturn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=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useCustomMove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()</a:t>
            </a:r>
          </a:p>
          <a:p>
            <a:endParaRPr lang="en-US" altLang="ko-KR" sz="1000" dirty="0">
              <a:solidFill>
                <a:srgbClr val="3B3B3B"/>
              </a:solidFill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return ( 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&lt;div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className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= "border-2 border-sky-200 mt-10 m-2 p-4"&gt;     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...</a:t>
            </a:r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생략 </a:t>
            </a:r>
          </a:p>
          <a:p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&lt;div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className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="flex justify-end p-4"&gt;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&lt;button type="button"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className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="rounded p-4 m-2 text-xl w-32 text-white bg-blue-500"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onClick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={() =&gt;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moveToList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() }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&gt;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List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&lt;/button&gt;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&lt;button type="button"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className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="rounded p-4 m-2 text-xl w-32 text-white bg-red-500"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onClick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={() =&gt;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moveToModify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(tno)}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&gt;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Modify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  &lt;/button&gt; 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  &lt;/div&gt;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&lt;/div&gt;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  )</a:t>
            </a: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 }</a:t>
            </a:r>
          </a:p>
          <a:p>
            <a:endParaRPr lang="en-US" altLang="ko-KR" sz="1000" dirty="0">
              <a:solidFill>
                <a:srgbClr val="3B3B3B"/>
              </a:solidFill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const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makeDiv</a:t>
            </a:r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= ...</a:t>
            </a:r>
            <a:r>
              <a:rPr lang="ko-KR" altLang="en-US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생략</a:t>
            </a:r>
          </a:p>
          <a:p>
            <a:endParaRPr lang="ko-KR" altLang="en-US" sz="1000" dirty="0">
              <a:solidFill>
                <a:srgbClr val="3B3B3B"/>
              </a:solidFill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0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export default </a:t>
            </a:r>
            <a:r>
              <a:rPr lang="en-US" altLang="ko-KR" sz="10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ReadComponent</a:t>
            </a:r>
            <a:endParaRPr lang="en-US" altLang="ko-KR" sz="1000" dirty="0">
              <a:solidFill>
                <a:srgbClr val="3B3B3B"/>
              </a:solidFill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8E7CC8-C53D-DEC0-F1CD-0922B665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97" y="2636838"/>
            <a:ext cx="180047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19124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네비게이션 관련 커스텀 훅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754380" y="794620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</a:t>
            </a:r>
            <a:r>
              <a:rPr lang="en-US" altLang="ko-KR" b="1" dirty="0">
                <a:latin typeface="+mn-ea"/>
              </a:rPr>
              <a:t>-&gt; </a:t>
            </a:r>
            <a:r>
              <a:rPr lang="ko-KR" altLang="en-US" b="1" dirty="0">
                <a:latin typeface="+mn-ea"/>
              </a:rPr>
              <a:t>수정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삭제 이동 확인 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D1A298-26B2-13F1-DA78-DF8C23B3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82" y="1561510"/>
            <a:ext cx="5191738" cy="41854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33D4F79-1B66-CF64-D4A6-B50A3BD40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072" y="1561510"/>
            <a:ext cx="5191738" cy="365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313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506082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데이터 처리를 위한 타입 정의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API </a:t>
            </a:r>
            <a:r>
              <a:rPr lang="ko-KR" altLang="en-US" dirty="0">
                <a:latin typeface="+mn-ea"/>
              </a:rPr>
              <a:t>서버에서 전달하는 페이징 처리 결과를 위한 타입 생성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8F0F4-CAFF-E820-18BF-340CF860E6E3}"/>
              </a:ext>
            </a:extLst>
          </p:cNvPr>
          <p:cNvSpPr txBox="1"/>
          <p:nvPr/>
        </p:nvSpPr>
        <p:spPr>
          <a:xfrm>
            <a:off x="2603660" y="2293820"/>
            <a:ext cx="6095046" cy="26580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PageRequestDTO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size: number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PageResponseDTO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T[]            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Generic array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number[]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Array of numbers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pageRequestDTO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PageRequestDTO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null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Assuming it's an object or null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boolean       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Boolean indicating if there is a previous page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next: boolean       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Boolean indicating if there is a next page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totalCount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     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Total count of items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  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Previous page number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       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Next page number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  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Total number of pages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current: number     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Current page number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CBF0F1-98E8-ADD7-EA99-81E52EB1E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43" y="2293820"/>
            <a:ext cx="2172003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18248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6CD7E-4AF3-5B73-EE2D-B8D4A36F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서버의 호출 처리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796995-7E6C-0540-72D0-340C60B3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E93A29-4044-3736-47D7-A4AE3BE5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30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CF6C4E-E0A3-A9BF-03C3-36CA4EC85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39" y="1153430"/>
            <a:ext cx="1962424" cy="676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CC3F36-1083-F3FD-2EF0-B55069298109}"/>
              </a:ext>
            </a:extLst>
          </p:cNvPr>
          <p:cNvSpPr txBox="1"/>
          <p:nvPr/>
        </p:nvSpPr>
        <p:spPr>
          <a:xfrm>
            <a:off x="2653189" y="1153430"/>
            <a:ext cx="6095046" cy="42195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API_SERVER_HOST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'http://localhost:8080'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prefix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API_SERVER_HOST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/todo`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(tno: number)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/list`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{params: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8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9176-3A14-343B-35CB-93BE48FE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>
            <a:extLst>
              <a:ext uri="{FF2B5EF4-FFF2-40B4-BE49-F238E27FC236}">
                <a16:creationId xmlns:a16="http://schemas.microsoft.com/office/drawing/2014/main" id="{E0E81AE9-D2FD-BD01-2763-2D8A0CDAAF6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4B29D0F-1473-E871-13E9-2F86F9961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데이터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components/</a:t>
            </a:r>
            <a:r>
              <a:rPr lang="en-US" altLang="ko-KR" dirty="0" err="1">
                <a:latin typeface="+mn-ea"/>
              </a:rPr>
              <a:t>todo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폴더에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ListComponent </a:t>
            </a:r>
            <a:r>
              <a:rPr lang="ko-KR" altLang="en-US" dirty="0">
                <a:latin typeface="+mn-ea"/>
              </a:rPr>
              <a:t>생성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4F1B35-C04A-D96F-1B79-FEBF45B2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C7335-96C7-DF43-3205-708AFB28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0C9D44-B1B4-8C36-9076-5244219EEE8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BAF4DF-1088-E85C-7E54-BB5C3EAC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97" y="2603108"/>
            <a:ext cx="1914792" cy="1057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CABD68-969C-46BE-6B33-F04B62B786F7}"/>
              </a:ext>
            </a:extLst>
          </p:cNvPr>
          <p:cNvSpPr txBox="1"/>
          <p:nvPr/>
        </p:nvSpPr>
        <p:spPr>
          <a:xfrm>
            <a:off x="5042482" y="837048"/>
            <a:ext cx="6095046" cy="5222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"../../hooks/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PageResponseDTO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&lt;Todo&gt; =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:[],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:[],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pageRequestDTO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next: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totalCount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current: 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page, size, </a:t>
            </a:r>
            <a:r>
              <a:rPr lang="en-US" altLang="ko-K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moveToRead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}: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나중에 사용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setServerData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useEffect(()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page,size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setServerData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 [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page,size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Todo List Component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ListComponent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72764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데이터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ListPage</a:t>
            </a:r>
            <a:r>
              <a:rPr lang="ko-KR" altLang="en-US" sz="1800" dirty="0">
                <a:latin typeface="+mn-ea"/>
              </a:rPr>
              <a:t>에서 </a:t>
            </a:r>
            <a:r>
              <a:rPr lang="en-US" altLang="ko-KR" sz="1800" dirty="0">
                <a:latin typeface="+mn-ea"/>
              </a:rPr>
              <a:t>ListComponent</a:t>
            </a:r>
            <a:r>
              <a:rPr lang="ko-KR" altLang="en-US" sz="1800" dirty="0">
                <a:latin typeface="+mn-ea"/>
              </a:rPr>
              <a:t>를</a:t>
            </a:r>
            <a:r>
              <a:rPr lang="en-US" altLang="ko-KR" sz="1800" dirty="0">
                <a:latin typeface="+mn-ea"/>
              </a:rPr>
              <a:t> import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D37F20-85E9-51C9-B59B-C62CE2B31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561" y="2875509"/>
            <a:ext cx="1991003" cy="1267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34CBE3-F205-8E47-70DE-04011B554B6D}"/>
              </a:ext>
            </a:extLst>
          </p:cNvPr>
          <p:cNvSpPr txBox="1"/>
          <p:nvPr/>
        </p:nvSpPr>
        <p:spPr>
          <a:xfrm>
            <a:off x="3921919" y="2763452"/>
            <a:ext cx="6095046" cy="21450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"../../components/todo/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"p-4 w-full 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"text-3xl font-extrabold"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Todo List Page Component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78193368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F660B6-C576-4F02-E7C0-B6814DDA6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812383"/>
            <a:ext cx="6592043" cy="323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44030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278130" y="775972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목록 데이터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서버에서 가져온 데이터들을 </a:t>
            </a:r>
            <a:r>
              <a:rPr lang="en-US" altLang="ko-KR" sz="1800" dirty="0">
                <a:latin typeface="+mn-ea"/>
              </a:rPr>
              <a:t>ListComponent</a:t>
            </a:r>
            <a:r>
              <a:rPr lang="ko-KR" altLang="en-US" sz="1800" dirty="0">
                <a:latin typeface="+mn-ea"/>
              </a:rPr>
              <a:t>에서 출력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0B9B6-CD41-5BC5-00AB-F2E25B55BB34}"/>
              </a:ext>
            </a:extLst>
          </p:cNvPr>
          <p:cNvSpPr txBox="1"/>
          <p:nvPr/>
        </p:nvSpPr>
        <p:spPr>
          <a:xfrm>
            <a:off x="2904649" y="2000259"/>
            <a:ext cx="6095046" cy="38121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border-blue-100 mt-10 mr-2 ml-2"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flex-wrap mx-auto justify-center p-6"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serverData.dtoList.map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(todo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"w-full min-w-[400px]  p-2 m-2 rounded shadow-md"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이벤트 처리 추가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"font-extrabold text-2xl p-2 w-1/12"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"text-1xl m-1 p-2 w-8/12 font-extrabold"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todo.title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"text-1xl m-1 p-2 w-2/10 font-medium"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todo.dueDate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D135EA7-6C6C-D033-FCD2-7232C6276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88" y="3026970"/>
            <a:ext cx="1991003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36306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32688A7-CE9F-71CF-86E9-7A5995071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761" y="1248764"/>
            <a:ext cx="3401233" cy="5025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11514F5-607B-2379-D3A6-402AC5451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6" y="1248764"/>
            <a:ext cx="3611160" cy="3923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F8D3D-56C5-8027-7C59-14B10DFF342A}"/>
              </a:ext>
            </a:extLst>
          </p:cNvPr>
          <p:cNvSpPr txBox="1"/>
          <p:nvPr/>
        </p:nvSpPr>
        <p:spPr>
          <a:xfrm>
            <a:off x="594360" y="879432"/>
            <a:ext cx="566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todo/</a:t>
            </a:r>
            <a:r>
              <a:rPr lang="en-US" altLang="ko-KR" dirty="0" err="1"/>
              <a:t>list?page</a:t>
            </a:r>
            <a:r>
              <a:rPr lang="en-US" altLang="ko-KR" dirty="0"/>
              <a:t>=3 </a:t>
            </a:r>
            <a:r>
              <a:rPr lang="ko-KR" altLang="en-US" dirty="0"/>
              <a:t>과 같이 페이지 지정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658BF-0AEE-03FD-0AD7-A9024CEA2C06}"/>
              </a:ext>
            </a:extLst>
          </p:cNvPr>
          <p:cNvSpPr txBox="1"/>
          <p:nvPr/>
        </p:nvSpPr>
        <p:spPr>
          <a:xfrm>
            <a:off x="8481060" y="775967"/>
            <a:ext cx="335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특정 </a:t>
            </a:r>
            <a:r>
              <a:rPr lang="en-US" altLang="ko-KR" dirty="0"/>
              <a:t>Todo</a:t>
            </a:r>
            <a:r>
              <a:rPr lang="ko-KR" altLang="en-US" dirty="0"/>
              <a:t>선택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12C368E-A3C3-F63D-B2FC-754820E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050" y="1229030"/>
            <a:ext cx="3613737" cy="39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24915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346710" y="801980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페이징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서버에서 전달 받은 데이터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704E34-EC9F-9308-2374-D5B2D8D4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783" y="1899004"/>
            <a:ext cx="6716062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247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9138" y="681039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페이징 처리용 컴포넌트 작성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 err="1">
                <a:latin typeface="+mn-ea"/>
              </a:rPr>
              <a:t>pageComponent.tsx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959AC72-C604-B217-2F75-B7C642170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2" y="2104004"/>
            <a:ext cx="2086266" cy="981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837381-2B59-4326-EF95-07B945C73846}"/>
              </a:ext>
            </a:extLst>
          </p:cNvPr>
          <p:cNvSpPr txBox="1"/>
          <p:nvPr/>
        </p:nvSpPr>
        <p:spPr>
          <a:xfrm>
            <a:off x="3288031" y="1350908"/>
            <a:ext cx="8903969" cy="54784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PageComponentProps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 {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PageResponseDTO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&lt;T&gt;,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({page}: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}: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PageComponentProps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&lt;any&gt;)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 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"m-6 flex justify-center"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serverData.prev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"m-2 p-2 w-16 text-center  font-bold text-blue-400 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page:serverData.prevPage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)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Prev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&lt;&gt;&lt;/&gt;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serverData.pageNumList.map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`m-2 p-2 w-12  text-center rounded shadow-md text-white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serverData.current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'bg-gray-500'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'bg-blue-400'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page:pageNum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pageNum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serverData.next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"m-2 p-2 w-16 text-center font-bold text-blue-400"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page:serverData.nextPage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Next 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&lt;&gt;&lt;/&gt;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0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4781238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페이징 처리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PageComponent import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0C8BE33-D17E-2DBC-1C0F-B73C2B9C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751" y="2457362"/>
            <a:ext cx="2152950" cy="1257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9C597F-31C3-5189-9D71-E82393B2E4B3}"/>
              </a:ext>
            </a:extLst>
          </p:cNvPr>
          <p:cNvSpPr txBox="1"/>
          <p:nvPr/>
        </p:nvSpPr>
        <p:spPr>
          <a:xfrm>
            <a:off x="4463665" y="2358697"/>
            <a:ext cx="6095046" cy="40686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"../../hooks/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"../common/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page, size,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}: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border-blue-100 mt-10 mr-2 ml-2"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flex-wrap mx-auto justify-center p-6"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serverData.dtoList.map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(todo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serverData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movePage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PageComponent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ListComponent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69019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페이징 처리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474E4F-41E0-6F7E-FEF7-FEA9494C4ADD}"/>
              </a:ext>
            </a:extLst>
          </p:cNvPr>
          <p:cNvGrpSpPr/>
          <p:nvPr/>
        </p:nvGrpSpPr>
        <p:grpSpPr>
          <a:xfrm>
            <a:off x="1251751" y="2127924"/>
            <a:ext cx="10410903" cy="4329758"/>
            <a:chOff x="1251751" y="2127924"/>
            <a:chExt cx="5256114" cy="218594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EF1F8B-8E3D-900A-6FDB-374A64AB8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1751" y="2205038"/>
              <a:ext cx="1084580" cy="210883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FF2E724-3F9E-40E4-4FBD-19D92A324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55589" y="2127924"/>
              <a:ext cx="2283720" cy="63712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35E716B-81C4-51A6-C25B-A87621CB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25075" y="2981349"/>
              <a:ext cx="3882790" cy="1325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6357795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443865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동일 페이지 클릭 시 문제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sz="1800" dirty="0">
                <a:latin typeface="+mn-ea"/>
              </a:rPr>
              <a:t>컴포넌트의 상태를 변경하는 방식으로 작성 </a:t>
            </a:r>
            <a:endParaRPr lang="en-US" altLang="ko-KR" sz="1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useCustomMove</a:t>
            </a:r>
            <a:r>
              <a:rPr lang="ko-KR" altLang="en-US" sz="1800" dirty="0">
                <a:latin typeface="+mn-ea"/>
              </a:rPr>
              <a:t>에 </a:t>
            </a:r>
            <a:r>
              <a:rPr lang="en-US" altLang="ko-KR" sz="1800" dirty="0">
                <a:latin typeface="+mn-ea"/>
              </a:rPr>
              <a:t>refresh </a:t>
            </a:r>
            <a:r>
              <a:rPr lang="ko-KR" altLang="en-US" sz="1800" dirty="0">
                <a:latin typeface="+mn-ea"/>
              </a:rPr>
              <a:t>상태 추가 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74AE5-32C3-5A97-86E7-72834115F48B}"/>
              </a:ext>
            </a:extLst>
          </p:cNvPr>
          <p:cNvSpPr txBox="1"/>
          <p:nvPr/>
        </p:nvSpPr>
        <p:spPr>
          <a:xfrm>
            <a:off x="377816" y="3629024"/>
            <a:ext cx="3380765" cy="1814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PageParam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page: number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size: number,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refresh: boolean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CD2C4B-B0A1-E31F-7D6C-FE05A2C6D9E2}"/>
              </a:ext>
            </a:extLst>
          </p:cNvPr>
          <p:cNvSpPr txBox="1"/>
          <p:nvPr/>
        </p:nvSpPr>
        <p:spPr>
          <a:xfrm>
            <a:off x="6033782" y="2033392"/>
            <a:ext cx="6095046" cy="47705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800" dirty="0" err="1"/>
              <a:t>import</a:t>
            </a:r>
            <a:r>
              <a:rPr lang="ko-KR" altLang="en-US" sz="800" dirty="0"/>
              <a:t> { </a:t>
            </a:r>
            <a:r>
              <a:rPr lang="ko-KR" altLang="en-US" sz="800" dirty="0" err="1"/>
              <a:t>useCallback</a:t>
            </a:r>
            <a:r>
              <a:rPr lang="ko-KR" altLang="en-US" sz="800" dirty="0"/>
              <a:t>, useState } </a:t>
            </a:r>
            <a:r>
              <a:rPr lang="ko-KR" altLang="en-US" sz="800" dirty="0" err="1"/>
              <a:t>from</a:t>
            </a:r>
            <a:r>
              <a:rPr lang="ko-KR" altLang="en-US" sz="800" dirty="0"/>
              <a:t> "</a:t>
            </a:r>
            <a:r>
              <a:rPr lang="ko-KR" altLang="en-US" sz="800" dirty="0" err="1"/>
              <a:t>react</a:t>
            </a:r>
            <a:r>
              <a:rPr lang="ko-KR" altLang="en-US" sz="800" dirty="0"/>
              <a:t>"</a:t>
            </a:r>
          </a:p>
          <a:p>
            <a:r>
              <a:rPr lang="ko-KR" altLang="en-US" sz="800" dirty="0" err="1"/>
              <a:t>import</a:t>
            </a:r>
            <a:r>
              <a:rPr lang="ko-KR" altLang="en-US" sz="800" dirty="0"/>
              <a:t> { </a:t>
            </a:r>
            <a:r>
              <a:rPr lang="ko-KR" altLang="en-US" sz="800" dirty="0" err="1"/>
              <a:t>createSearchParams</a:t>
            </a:r>
            <a:r>
              <a:rPr lang="ko-KR" altLang="en-US" sz="800" dirty="0"/>
              <a:t>, useNavigate, </a:t>
            </a:r>
            <a:r>
              <a:rPr lang="ko-KR" altLang="en-US" sz="800" dirty="0" err="1"/>
              <a:t>useSearchParams</a:t>
            </a:r>
            <a:r>
              <a:rPr lang="ko-KR" altLang="en-US" sz="800" dirty="0"/>
              <a:t> } </a:t>
            </a:r>
            <a:r>
              <a:rPr lang="ko-KR" altLang="en-US" sz="800" dirty="0" err="1"/>
              <a:t>from</a:t>
            </a:r>
            <a:r>
              <a:rPr lang="ko-KR" altLang="en-US" sz="800" dirty="0"/>
              <a:t> "</a:t>
            </a:r>
            <a:r>
              <a:rPr lang="ko-KR" altLang="en-US" sz="800" dirty="0" err="1"/>
              <a:t>react-router</a:t>
            </a:r>
            <a:r>
              <a:rPr lang="ko-KR" altLang="en-US" sz="800" dirty="0"/>
              <a:t>"</a:t>
            </a:r>
          </a:p>
          <a:p>
            <a:endParaRPr lang="ko-KR" altLang="en-US" sz="800" dirty="0"/>
          </a:p>
          <a:p>
            <a:endParaRPr lang="ko-KR" altLang="en-US" sz="800" dirty="0"/>
          </a:p>
          <a:p>
            <a:r>
              <a:rPr lang="ko-KR" altLang="en-US" sz="800" dirty="0" err="1"/>
              <a:t>const</a:t>
            </a:r>
            <a:r>
              <a:rPr lang="ko-KR" altLang="en-US" sz="800" dirty="0"/>
              <a:t> </a:t>
            </a:r>
            <a:r>
              <a:rPr lang="ko-KR" altLang="en-US" sz="800" dirty="0" err="1"/>
              <a:t>useCustomMove</a:t>
            </a:r>
            <a:r>
              <a:rPr lang="ko-KR" altLang="en-US" sz="800" dirty="0"/>
              <a:t> = () =&gt; {</a:t>
            </a:r>
          </a:p>
          <a:p>
            <a:r>
              <a:rPr lang="ko-KR" altLang="en-US" sz="800" dirty="0"/>
              <a:t>  ...</a:t>
            </a:r>
          </a:p>
          <a:p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const</a:t>
            </a:r>
            <a:r>
              <a:rPr lang="ko-KR" altLang="en-US" sz="800" dirty="0"/>
              <a:t> [</a:t>
            </a:r>
            <a:r>
              <a:rPr lang="ko-KR" altLang="en-US" sz="800" dirty="0" err="1"/>
              <a:t>refresh</a:t>
            </a:r>
            <a:r>
              <a:rPr lang="ko-KR" altLang="en-US" sz="800" dirty="0"/>
              <a:t>, </a:t>
            </a:r>
            <a:r>
              <a:rPr lang="ko-KR" altLang="en-US" sz="800" dirty="0" err="1"/>
              <a:t>setRefresh</a:t>
            </a:r>
            <a:r>
              <a:rPr lang="ko-KR" altLang="en-US" sz="800" dirty="0"/>
              <a:t>] = useState&lt;boolean&gt;(</a:t>
            </a:r>
            <a:r>
              <a:rPr lang="ko-KR" altLang="en-US" sz="800" dirty="0" err="1"/>
              <a:t>false</a:t>
            </a:r>
            <a:r>
              <a:rPr lang="ko-KR" altLang="en-US" sz="800" dirty="0"/>
              <a:t>) //추가 </a:t>
            </a:r>
          </a:p>
          <a:p>
            <a:endParaRPr lang="ko-KR" altLang="en-US" sz="800" dirty="0"/>
          </a:p>
          <a:p>
            <a:r>
              <a:rPr lang="ko-KR" altLang="en-US" sz="800" dirty="0"/>
              <a:t>  ....</a:t>
            </a:r>
          </a:p>
          <a:p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const</a:t>
            </a:r>
            <a:r>
              <a:rPr lang="ko-KR" altLang="en-US" sz="800" dirty="0"/>
              <a:t> </a:t>
            </a:r>
            <a:r>
              <a:rPr lang="ko-KR" altLang="en-US" sz="800" dirty="0" err="1"/>
              <a:t>moveToList</a:t>
            </a:r>
            <a:r>
              <a:rPr lang="ko-KR" altLang="en-US" sz="800" dirty="0"/>
              <a:t> = (</a:t>
            </a:r>
            <a:r>
              <a:rPr lang="ko-KR" altLang="en-US" sz="800" dirty="0" err="1"/>
              <a:t>pageParam</a:t>
            </a:r>
            <a:r>
              <a:rPr lang="ko-KR" altLang="en-US" sz="800" dirty="0"/>
              <a:t>?: </a:t>
            </a:r>
            <a:r>
              <a:rPr lang="ko-KR" altLang="en-US" sz="800" dirty="0" err="1"/>
              <a:t>PageParam</a:t>
            </a:r>
            <a:r>
              <a:rPr lang="ko-KR" altLang="en-US" sz="800" dirty="0"/>
              <a:t> ) =&gt; {</a:t>
            </a:r>
          </a:p>
          <a:p>
            <a:endParaRPr lang="ko-KR" altLang="en-US" sz="800" dirty="0"/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let</a:t>
            </a:r>
            <a:r>
              <a:rPr lang="ko-KR" altLang="en-US" sz="800" dirty="0"/>
              <a:t> </a:t>
            </a:r>
            <a:r>
              <a:rPr lang="ko-KR" altLang="en-US" sz="800" dirty="0" err="1"/>
              <a:t>queryStr</a:t>
            </a:r>
            <a:r>
              <a:rPr lang="ko-KR" altLang="en-US" sz="800" dirty="0"/>
              <a:t> = ''</a:t>
            </a:r>
          </a:p>
          <a:p>
            <a:endParaRPr lang="ko-KR" altLang="en-US" sz="800" dirty="0"/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(</a:t>
            </a:r>
            <a:r>
              <a:rPr lang="ko-KR" altLang="en-US" sz="800" dirty="0" err="1"/>
              <a:t>pageParam</a:t>
            </a:r>
            <a:r>
              <a:rPr lang="ko-KR" altLang="en-US" sz="800" dirty="0"/>
              <a:t>) {</a:t>
            </a:r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const</a:t>
            </a:r>
            <a:r>
              <a:rPr lang="ko-KR" altLang="en-US" sz="800" dirty="0"/>
              <a:t> </a:t>
            </a:r>
            <a:r>
              <a:rPr lang="ko-KR" altLang="en-US" sz="800" dirty="0" err="1"/>
              <a:t>pageNum</a:t>
            </a:r>
            <a:r>
              <a:rPr lang="ko-KR" altLang="en-US" sz="800" dirty="0"/>
              <a:t> = </a:t>
            </a:r>
            <a:r>
              <a:rPr lang="ko-KR" altLang="en-US" sz="800" dirty="0" err="1"/>
              <a:t>Number</a:t>
            </a:r>
            <a:r>
              <a:rPr lang="ko-KR" altLang="en-US" sz="800" dirty="0"/>
              <a:t>(</a:t>
            </a:r>
            <a:r>
              <a:rPr lang="ko-KR" altLang="en-US" sz="800" dirty="0" err="1"/>
              <a:t>pageParam.page</a:t>
            </a:r>
            <a:r>
              <a:rPr lang="ko-KR" altLang="en-US" sz="800" dirty="0"/>
              <a:t> || 1)</a:t>
            </a:r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const</a:t>
            </a:r>
            <a:r>
              <a:rPr lang="ko-KR" altLang="en-US" sz="800" dirty="0"/>
              <a:t> </a:t>
            </a:r>
            <a:r>
              <a:rPr lang="ko-KR" altLang="en-US" sz="800" dirty="0" err="1"/>
              <a:t>sizeNum</a:t>
            </a:r>
            <a:r>
              <a:rPr lang="ko-KR" altLang="en-US" sz="800" dirty="0"/>
              <a:t> = </a:t>
            </a:r>
            <a:r>
              <a:rPr lang="ko-KR" altLang="en-US" sz="800" dirty="0" err="1"/>
              <a:t>Number</a:t>
            </a:r>
            <a:r>
              <a:rPr lang="ko-KR" altLang="en-US" sz="800" dirty="0"/>
              <a:t>(</a:t>
            </a:r>
            <a:r>
              <a:rPr lang="ko-KR" altLang="en-US" sz="800" dirty="0" err="1"/>
              <a:t>pageParam.size</a:t>
            </a:r>
            <a:r>
              <a:rPr lang="ko-KR" altLang="en-US" sz="800" dirty="0"/>
              <a:t> || 10)</a:t>
            </a:r>
          </a:p>
          <a:p>
            <a:endParaRPr lang="ko-KR" altLang="en-US" sz="800" dirty="0"/>
          </a:p>
          <a:p>
            <a:r>
              <a:rPr lang="ko-KR" altLang="en-US" sz="800" dirty="0"/>
              <a:t>      ....</a:t>
            </a:r>
          </a:p>
          <a:p>
            <a:endParaRPr lang="ko-KR" altLang="en-US" sz="800" dirty="0"/>
          </a:p>
          <a:p>
            <a:r>
              <a:rPr lang="ko-KR" altLang="en-US" sz="800" dirty="0"/>
              <a:t>      //동일 페이지 클릭 </a:t>
            </a:r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(</a:t>
            </a:r>
            <a:r>
              <a:rPr lang="ko-KR" altLang="en-US" sz="800" dirty="0" err="1"/>
              <a:t>queryStr</a:t>
            </a:r>
            <a:r>
              <a:rPr lang="ko-KR" altLang="en-US" sz="800" dirty="0"/>
              <a:t> === </a:t>
            </a:r>
            <a:r>
              <a:rPr lang="ko-KR" altLang="en-US" sz="800" dirty="0" err="1"/>
              <a:t>queryDefault</a:t>
            </a:r>
            <a:r>
              <a:rPr lang="ko-KR" altLang="en-US" sz="800" dirty="0"/>
              <a:t>){</a:t>
            </a:r>
          </a:p>
          <a:p>
            <a:r>
              <a:rPr lang="ko-KR" altLang="en-US" sz="800" dirty="0"/>
              <a:t>        </a:t>
            </a:r>
            <a:r>
              <a:rPr lang="ko-KR" altLang="en-US" sz="800" dirty="0" err="1"/>
              <a:t>setRefresh</a:t>
            </a:r>
            <a:r>
              <a:rPr lang="ko-KR" altLang="en-US" sz="800" dirty="0"/>
              <a:t>(!</a:t>
            </a:r>
            <a:r>
              <a:rPr lang="ko-KR" altLang="en-US" sz="800" dirty="0" err="1"/>
              <a:t>refresh</a:t>
            </a:r>
            <a:r>
              <a:rPr lang="ko-KR" altLang="en-US" sz="800" dirty="0"/>
              <a:t>)</a:t>
            </a:r>
          </a:p>
          <a:p>
            <a:r>
              <a:rPr lang="ko-KR" altLang="en-US" sz="800" dirty="0"/>
              <a:t>      }</a:t>
            </a:r>
          </a:p>
          <a:p>
            <a:endParaRPr lang="ko-KR" altLang="en-US" sz="800" dirty="0"/>
          </a:p>
          <a:p>
            <a:r>
              <a:rPr lang="ko-KR" altLang="en-US" sz="800" dirty="0"/>
              <a:t>    } </a:t>
            </a:r>
            <a:r>
              <a:rPr lang="ko-KR" altLang="en-US" sz="800" dirty="0" err="1"/>
              <a:t>else</a:t>
            </a:r>
            <a:r>
              <a:rPr lang="ko-KR" altLang="en-US" sz="800" dirty="0"/>
              <a:t> {</a:t>
            </a:r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queryStr</a:t>
            </a:r>
            <a:r>
              <a:rPr lang="ko-KR" altLang="en-US" sz="800" dirty="0"/>
              <a:t> = </a:t>
            </a:r>
            <a:r>
              <a:rPr lang="ko-KR" altLang="en-US" sz="800" dirty="0" err="1"/>
              <a:t>queryDefault</a:t>
            </a:r>
            <a:endParaRPr lang="ko-KR" altLang="en-US" sz="800" dirty="0"/>
          </a:p>
          <a:p>
            <a:r>
              <a:rPr lang="ko-KR" altLang="en-US" sz="800" dirty="0"/>
              <a:t>    }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navigate</a:t>
            </a:r>
            <a:r>
              <a:rPr lang="ko-KR" altLang="en-US" sz="800" dirty="0"/>
              <a:t>({ </a:t>
            </a:r>
            <a:r>
              <a:rPr lang="ko-KR" altLang="en-US" sz="800" dirty="0" err="1"/>
              <a:t>pathname</a:t>
            </a:r>
            <a:r>
              <a:rPr lang="ko-KR" altLang="en-US" sz="800" dirty="0"/>
              <a:t>: `../</a:t>
            </a:r>
            <a:r>
              <a:rPr lang="ko-KR" altLang="en-US" sz="800" dirty="0" err="1"/>
              <a:t>list</a:t>
            </a:r>
            <a:r>
              <a:rPr lang="ko-KR" altLang="en-US" sz="800" dirty="0"/>
              <a:t>`, </a:t>
            </a:r>
            <a:r>
              <a:rPr lang="ko-KR" altLang="en-US" sz="800" dirty="0" err="1"/>
              <a:t>search</a:t>
            </a:r>
            <a:r>
              <a:rPr lang="ko-KR" altLang="en-US" sz="800" dirty="0"/>
              <a:t>: </a:t>
            </a:r>
            <a:r>
              <a:rPr lang="ko-KR" altLang="en-US" sz="800" dirty="0" err="1"/>
              <a:t>queryStr</a:t>
            </a:r>
            <a:r>
              <a:rPr lang="ko-KR" altLang="en-US" sz="800" dirty="0"/>
              <a:t> })</a:t>
            </a:r>
          </a:p>
          <a:p>
            <a:r>
              <a:rPr lang="ko-KR" altLang="en-US" sz="800" dirty="0"/>
              <a:t>  }</a:t>
            </a:r>
          </a:p>
          <a:p>
            <a:endParaRPr lang="ko-KR" altLang="en-US" sz="800" dirty="0"/>
          </a:p>
          <a:p>
            <a:r>
              <a:rPr lang="ko-KR" altLang="en-US" sz="800" dirty="0"/>
              <a:t> ...</a:t>
            </a:r>
          </a:p>
          <a:p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return</a:t>
            </a:r>
            <a:r>
              <a:rPr lang="ko-KR" altLang="en-US" sz="800" dirty="0"/>
              <a:t> {</a:t>
            </a:r>
            <a:r>
              <a:rPr lang="ko-KR" altLang="en-US" sz="800" dirty="0" err="1"/>
              <a:t>page,size</a:t>
            </a:r>
            <a:r>
              <a:rPr lang="ko-KR" altLang="en-US" sz="800" dirty="0"/>
              <a:t>, </a:t>
            </a:r>
            <a:r>
              <a:rPr lang="ko-KR" altLang="en-US" sz="800" dirty="0" err="1"/>
              <a:t>moveToList</a:t>
            </a:r>
            <a:r>
              <a:rPr lang="ko-KR" altLang="en-US" sz="800" dirty="0"/>
              <a:t>, </a:t>
            </a:r>
            <a:r>
              <a:rPr lang="ko-KR" altLang="en-US" sz="800" dirty="0" err="1"/>
              <a:t>moveToModify</a:t>
            </a:r>
            <a:r>
              <a:rPr lang="ko-KR" altLang="en-US" sz="800" dirty="0"/>
              <a:t>, </a:t>
            </a:r>
            <a:r>
              <a:rPr lang="ko-KR" altLang="en-US" sz="800" dirty="0" err="1"/>
              <a:t>moveToRead</a:t>
            </a:r>
            <a:r>
              <a:rPr lang="ko-KR" altLang="en-US" sz="800" dirty="0"/>
              <a:t>, </a:t>
            </a:r>
            <a:r>
              <a:rPr lang="ko-KR" altLang="en-US" sz="800" dirty="0" err="1"/>
              <a:t>refresh</a:t>
            </a:r>
            <a:r>
              <a:rPr lang="ko-KR" altLang="en-US" sz="800" dirty="0"/>
              <a:t>} </a:t>
            </a:r>
            <a:r>
              <a:rPr lang="en-US" altLang="ko-KR" sz="800" dirty="0"/>
              <a:t>//refresh </a:t>
            </a:r>
            <a:r>
              <a:rPr lang="ko-KR" altLang="en-US" sz="800" dirty="0"/>
              <a:t>추가</a:t>
            </a:r>
          </a:p>
          <a:p>
            <a:r>
              <a:rPr lang="ko-KR" altLang="en-US" sz="800" dirty="0"/>
              <a:t>}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export</a:t>
            </a:r>
            <a:r>
              <a:rPr lang="ko-KR" altLang="en-US" sz="800" dirty="0"/>
              <a:t> </a:t>
            </a:r>
            <a:r>
              <a:rPr lang="ko-KR" altLang="en-US" sz="800" dirty="0" err="1"/>
              <a:t>default</a:t>
            </a:r>
            <a:r>
              <a:rPr lang="ko-KR" altLang="en-US" sz="800" dirty="0"/>
              <a:t> </a:t>
            </a:r>
            <a:r>
              <a:rPr lang="ko-KR" altLang="en-US" sz="800" dirty="0" err="1"/>
              <a:t>useCustomMove</a:t>
            </a:r>
            <a:endParaRPr lang="ko-KR" altLang="en-US" sz="8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06E77CC-949C-D95E-0A93-8763BB172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198" y="2666953"/>
            <a:ext cx="1857634" cy="6668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8F657B-5B85-B235-79F4-868E817FB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16" y="2342997"/>
            <a:ext cx="2286319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56759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318135" y="75882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동일 페이지 클릭 시 문제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refresh</a:t>
            </a:r>
            <a:r>
              <a:rPr lang="ko-KR" altLang="en-US" sz="1800" dirty="0">
                <a:latin typeface="+mn-ea"/>
              </a:rPr>
              <a:t>값은 </a:t>
            </a:r>
            <a:r>
              <a:rPr lang="en-US" altLang="ko-KR" sz="1800" dirty="0">
                <a:latin typeface="+mn-ea"/>
              </a:rPr>
              <a:t>ListComponent</a:t>
            </a:r>
            <a:r>
              <a:rPr lang="ko-KR" altLang="en-US" sz="1800" dirty="0">
                <a:latin typeface="+mn-ea"/>
              </a:rPr>
              <a:t>의 </a:t>
            </a:r>
            <a:r>
              <a:rPr lang="en-US" altLang="ko-KR" sz="1800" dirty="0">
                <a:latin typeface="+mn-ea"/>
              </a:rPr>
              <a:t>useEffect( )</a:t>
            </a:r>
            <a:r>
              <a:rPr lang="ko-KR" altLang="en-US" sz="1800" dirty="0">
                <a:latin typeface="+mn-ea"/>
              </a:rPr>
              <a:t>에서 사용하도록 설정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C7A61A-5038-0E3F-2307-3F77890A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46" y="2119074"/>
            <a:ext cx="5780167" cy="22929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70B73C3-21DB-963F-1CC7-1B07AE73C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715" y="2713284"/>
            <a:ext cx="6550206" cy="379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9607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페이지 이동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>
                <a:latin typeface="+mn-ea"/>
              </a:rPr>
              <a:t> useCustomMove( )</a:t>
            </a:r>
            <a:r>
              <a:rPr lang="ko-KR" altLang="en-US" sz="1800" dirty="0">
                <a:latin typeface="+mn-ea"/>
              </a:rPr>
              <a:t>내 </a:t>
            </a:r>
            <a:r>
              <a:rPr lang="en-US" altLang="ko-KR" sz="1800" dirty="0" err="1">
                <a:latin typeface="+mn-ea"/>
              </a:rPr>
              <a:t>moveToRead</a:t>
            </a:r>
            <a:r>
              <a:rPr lang="en-US" altLang="ko-KR" sz="1800" dirty="0">
                <a:latin typeface="+mn-ea"/>
              </a:rPr>
              <a:t>( )</a:t>
            </a:r>
            <a:r>
              <a:rPr lang="ko-KR" altLang="en-US" sz="1800" dirty="0">
                <a:latin typeface="+mn-ea"/>
              </a:rPr>
              <a:t> 함수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860CA-0158-155B-EE35-9CC6C3997806}"/>
              </a:ext>
            </a:extLst>
          </p:cNvPr>
          <p:cNvSpPr txBox="1"/>
          <p:nvPr/>
        </p:nvSpPr>
        <p:spPr>
          <a:xfrm>
            <a:off x="3971925" y="2636838"/>
            <a:ext cx="8063863" cy="41661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72000" tIns="72000" rIns="72000" bIns="0">
            <a:spAutoFit/>
          </a:bodyPr>
          <a:lstStyle/>
          <a:p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import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{ </a:t>
            </a:r>
            <a:r>
              <a:rPr lang="en-US" altLang="ko-KR" sz="1400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useState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} </a:t>
            </a:r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from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"react"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import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{ </a:t>
            </a:r>
            <a:r>
              <a:rPr lang="en-US" altLang="ko-KR" sz="1400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createSearchParams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useNavigate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 err="1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useSearchParams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} </a:t>
            </a:r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from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"react-router-</a:t>
            </a:r>
            <a:r>
              <a:rPr lang="en-US" altLang="ko-KR" sz="1400" dirty="0" err="1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dom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"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useCustomMove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()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=&gt;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{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…</a:t>
            </a:r>
            <a:r>
              <a:rPr lang="ko-KR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생략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moveToRead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(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num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=&gt;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{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 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console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.</a:t>
            </a:r>
            <a:r>
              <a:rPr lang="en-US" altLang="ko-KR" sz="1400" dirty="0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log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(</a:t>
            </a:r>
            <a:r>
              <a:rPr lang="en-US" altLang="ko-KR" sz="1400" dirty="0" err="1">
                <a:solidFill>
                  <a:srgbClr val="0070C1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queryDefault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)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  </a:t>
            </a:r>
            <a:r>
              <a:rPr lang="en-US" altLang="ko-KR" sz="1400" dirty="0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navigate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({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   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pathname: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`../read/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${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num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}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`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   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search: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 err="1">
                <a:solidFill>
                  <a:srgbClr val="0070C1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queryDefault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  })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} </a:t>
            </a:r>
          </a:p>
          <a:p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 </a:t>
            </a:r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return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 {</a:t>
            </a:r>
            <a:r>
              <a:rPr lang="en-US" altLang="ko-KR" sz="1400" dirty="0" err="1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moveToList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 err="1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moveToModify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moveToRead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page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size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, </a:t>
            </a:r>
            <a:r>
              <a:rPr lang="en-US" altLang="ko-KR" sz="1400" dirty="0"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refresh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} //</a:t>
            </a:r>
            <a:r>
              <a:rPr lang="en-US" altLang="ko-KR" sz="1400" dirty="0" err="1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moveToRead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ko-KR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추가 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}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 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  <a:p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export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AF00D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default</a:t>
            </a:r>
            <a:r>
              <a:rPr lang="en-US" altLang="ko-KR" sz="1400" dirty="0">
                <a:solidFill>
                  <a:srgbClr val="3B3B3B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 </a:t>
            </a:r>
            <a:r>
              <a:rPr lang="en-US" altLang="ko-KR" sz="1400" dirty="0">
                <a:solidFill>
                  <a:srgbClr val="795E26"/>
                </a:solidFill>
                <a:effectLst/>
                <a:latin typeface="나눔고딕코딩" panose="020D0009000000000000" pitchFamily="49" charset="-127"/>
                <a:ea typeface="나눔고딕코딩" panose="020D0009000000000000" pitchFamily="49" charset="-127"/>
                <a:cs typeface="나눔고딕코딩" panose="020D0009000000000000" pitchFamily="49" charset="-127"/>
              </a:rPr>
              <a:t>useCustomMove</a:t>
            </a:r>
            <a:endParaRPr lang="ko-KR" altLang="ko-KR" sz="1400" dirty="0">
              <a:effectLst/>
              <a:latin typeface="나눔고딕코딩" panose="020D0009000000000000" pitchFamily="49" charset="-127"/>
              <a:ea typeface="나눔고딕코딩" panose="020D0009000000000000" pitchFamily="49" charset="-127"/>
              <a:cs typeface="나눔고딕코딩" panose="020D0009000000000000" pitchFamily="49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1E9C3C-C416-4378-0573-408869D58CD4}"/>
              </a:ext>
            </a:extLst>
          </p:cNvPr>
          <p:cNvCxnSpPr>
            <a:cxnSpLocks/>
          </p:cNvCxnSpPr>
          <p:nvPr/>
        </p:nvCxnSpPr>
        <p:spPr>
          <a:xfrm>
            <a:off x="3540125" y="3068638"/>
            <a:ext cx="4318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3AD8763-5D0E-D3E0-A7DC-CAC458CF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2636838"/>
            <a:ext cx="2268537" cy="61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95486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목록 데이터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735330" y="77025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페이지 이동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페이지 번호와 사이즈 유지 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03C084-D507-8CEB-3E3C-12B4519D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83299"/>
            <a:ext cx="3562290" cy="46600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E4DBE2-4E2B-EB2A-122E-9872BF447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834" y="1383300"/>
            <a:ext cx="3859565" cy="358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40711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등록 컴포넌트와 모달 처리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4132B9-728E-B3BA-DDEB-B4B8B198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97" y="2390608"/>
            <a:ext cx="7681403" cy="33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7703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706755" y="765713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등록 컴포넌트와 모달 처리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b="1" dirty="0"/>
              <a:t> </a:t>
            </a:r>
            <a:r>
              <a:rPr lang="en-US" altLang="ko-KR" sz="1800" dirty="0"/>
              <a:t>components&gt;todo&gt;</a:t>
            </a:r>
            <a:r>
              <a:rPr lang="en-US" altLang="ko-KR" sz="1800" dirty="0" err="1"/>
              <a:t>addComponent.tsx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pages&gt;todo&gt;</a:t>
            </a:r>
            <a:r>
              <a:rPr lang="en-US" altLang="ko-KR" sz="1800" dirty="0" err="1"/>
              <a:t>addPage.tsx</a:t>
            </a:r>
            <a:r>
              <a:rPr lang="ko-KR" altLang="en-US" sz="1800" dirty="0"/>
              <a:t>에 </a:t>
            </a:r>
            <a:r>
              <a:rPr lang="en-US" altLang="ko-KR" sz="1800" dirty="0"/>
              <a:t>import 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B1D61-7379-6FAA-9D7A-A8160E8D815E}"/>
              </a:ext>
            </a:extLst>
          </p:cNvPr>
          <p:cNvSpPr txBox="1"/>
          <p:nvPr/>
        </p:nvSpPr>
        <p:spPr>
          <a:xfrm>
            <a:off x="2451932" y="3194568"/>
            <a:ext cx="2331523" cy="2277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Todo Add Component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8A6B83A-BE3C-47D3-E2E4-8591E58F5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935" y="3202071"/>
            <a:ext cx="1895740" cy="8764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5E649C-22E4-995D-DE78-C58DF8D367D2}"/>
              </a:ext>
            </a:extLst>
          </p:cNvPr>
          <p:cNvSpPr txBox="1"/>
          <p:nvPr/>
        </p:nvSpPr>
        <p:spPr>
          <a:xfrm>
            <a:off x="7151198" y="3194568"/>
            <a:ext cx="4866837" cy="2342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"../../components/todo/</a:t>
            </a:r>
            <a:r>
              <a:rPr lang="en-US" altLang="ko-K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"p-4 w-full </a:t>
            </a:r>
            <a:r>
              <a:rPr lang="en-US" altLang="ko-K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-white"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"text-3xl font-extrabold"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Todo Add Page 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>
              <a:lnSpc>
                <a:spcPts val="1000"/>
              </a:lnSpc>
            </a:pP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24885615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D8D853-DBE3-0E8B-0B43-A673F8C1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86" y="818786"/>
            <a:ext cx="5405113" cy="340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04684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123825" y="792824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API</a:t>
            </a:r>
            <a:r>
              <a:rPr lang="ko-KR" altLang="en-US" b="1" dirty="0"/>
              <a:t> 서버와 통신 구현 </a:t>
            </a:r>
            <a:r>
              <a:rPr lang="en-US" altLang="ko-KR" b="1" dirty="0"/>
              <a:t>(POST)</a:t>
            </a:r>
          </a:p>
          <a:p>
            <a:pPr marL="0" indent="0">
              <a:buNone/>
            </a:pPr>
            <a:r>
              <a:rPr lang="ko-KR" altLang="en-US" b="1" dirty="0"/>
              <a:t> 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BA1E8-B347-4A5E-A69F-E8C4366D8497}"/>
              </a:ext>
            </a:extLst>
          </p:cNvPr>
          <p:cNvSpPr txBox="1"/>
          <p:nvPr/>
        </p:nvSpPr>
        <p:spPr>
          <a:xfrm>
            <a:off x="2276157" y="2565463"/>
            <a:ext cx="2450306" cy="9909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title: </a:t>
            </a:r>
            <a:r>
              <a:rPr lang="en-US" altLang="ko-KR" sz="1000" dirty="0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writer: </a:t>
            </a:r>
            <a:r>
              <a:rPr lang="en-US" altLang="ko-KR" sz="1000" dirty="0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string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FDAF89D-B68E-DF58-3ED5-FBC1BF44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60" y="1508712"/>
            <a:ext cx="2181529" cy="4477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141D7F-C760-B88E-E87B-0F094CBC8F16}"/>
              </a:ext>
            </a:extLst>
          </p:cNvPr>
          <p:cNvSpPr txBox="1"/>
          <p:nvPr/>
        </p:nvSpPr>
        <p:spPr>
          <a:xfrm>
            <a:off x="5953124" y="2257701"/>
            <a:ext cx="4993344" cy="1841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todoObj:TodoAdd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axios.post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todoObj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994D0E-D09A-8D7D-B5DE-0D345D4E7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49" y="1508712"/>
            <a:ext cx="2172003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1977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245403" y="75685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/>
              <a:t>addComponent.tsx</a:t>
            </a:r>
            <a:r>
              <a:rPr lang="en-US" altLang="ko-KR" b="1" dirty="0"/>
              <a:t> </a:t>
            </a:r>
            <a:r>
              <a:rPr lang="ko-KR" altLang="en-US" b="1" dirty="0"/>
              <a:t>작성 </a:t>
            </a: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1C4388-3DC2-8B29-80E7-F88603954986}"/>
              </a:ext>
            </a:extLst>
          </p:cNvPr>
          <p:cNvSpPr txBox="1"/>
          <p:nvPr/>
        </p:nvSpPr>
        <p:spPr>
          <a:xfrm>
            <a:off x="3441859" y="1429614"/>
            <a:ext cx="4913471" cy="49663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"../../hooks/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initState:TodoAdd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title: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writer: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}: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(e: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HTMLInputElement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name, value 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[name]: value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}));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(): void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(todo)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.then(result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console.log(result)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초기화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}).catch(e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console.error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71A827-E6C6-E4EE-B4FA-351A73E6E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3" y="1485629"/>
            <a:ext cx="289600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32274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5F63F7-210F-E273-C970-3C8671710663}"/>
              </a:ext>
            </a:extLst>
          </p:cNvPr>
          <p:cNvSpPr txBox="1"/>
          <p:nvPr/>
        </p:nvSpPr>
        <p:spPr>
          <a:xfrm>
            <a:off x="0" y="928312"/>
            <a:ext cx="5897880" cy="35491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border-neutral-500 shadow-md"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"title"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'text'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todo.title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&lt;/input&gt;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border-neutral-500 shadow-md"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"writer"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'text'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todo.writer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&lt;/input&gt;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BD486-ABB9-F6F8-C71B-310C546ADC9C}"/>
              </a:ext>
            </a:extLst>
          </p:cNvPr>
          <p:cNvSpPr txBox="1"/>
          <p:nvPr/>
        </p:nvSpPr>
        <p:spPr>
          <a:xfrm>
            <a:off x="5963601" y="2759594"/>
            <a:ext cx="6095046" cy="35491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border-neutral-500 shadow-md"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todo.dueDate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&lt;/input&gt;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justify-end"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p-4 flex-wrap items-stretch"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p-4 w-36 bg-blue-500 text-xl  text-white 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ADD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3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EB79DC7-960A-9FD0-7A9A-165283359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6" y="748053"/>
            <a:ext cx="3703766" cy="50926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20424F-BDBF-EC54-BF75-1A9A1BEC1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039" y="748053"/>
            <a:ext cx="5165986" cy="35836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6E9308-0862-B2B4-7A0D-08EB09BB1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759" y="3233650"/>
            <a:ext cx="4896533" cy="12479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980646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340995" y="75685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b="1" dirty="0"/>
              <a:t>등록 처리 </a:t>
            </a:r>
            <a:r>
              <a:rPr lang="en-US" altLang="ko-KR" sz="1800" b="1" dirty="0"/>
              <a:t>Mutation </a:t>
            </a:r>
            <a:r>
              <a:rPr lang="ko-KR" altLang="en-US" sz="1800" b="1" dirty="0"/>
              <a:t>과 모달 처리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b="1" dirty="0"/>
              <a:t>-&gt; </a:t>
            </a:r>
            <a:r>
              <a:rPr lang="ko-KR" altLang="en-US" sz="1800" b="1" dirty="0"/>
              <a:t>등록이 처리된 후에 모달 화면을 보여주고 완료되면 이동 처리 </a:t>
            </a:r>
            <a:endParaRPr lang="en-US" altLang="ko-KR" sz="1800" b="1" dirty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2BA05-BE7C-4CA0-E608-61A798338495}"/>
              </a:ext>
            </a:extLst>
          </p:cNvPr>
          <p:cNvSpPr txBox="1"/>
          <p:nvPr/>
        </p:nvSpPr>
        <p:spPr>
          <a:xfrm>
            <a:off x="2268986" y="1902828"/>
            <a:ext cx="2433161" cy="16232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title:string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content: string,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 :  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void 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AC34E-2AA7-ACAB-8E9F-13F47DAFF109}"/>
              </a:ext>
            </a:extLst>
          </p:cNvPr>
          <p:cNvSpPr txBox="1"/>
          <p:nvPr/>
        </p:nvSpPr>
        <p:spPr>
          <a:xfrm>
            <a:off x="5889823" y="2089870"/>
            <a:ext cx="6095046" cy="4094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 {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title,content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}: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"fixed top-0 left-0 z-[1055] flex h-full w-full justify-center 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-black 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(169, 169, 169, 0.7)'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"absolute 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shadow dark:bg-gray-700 w-1/4 rounded mt-10 mb-10 px-6 min-w-[600px]"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"justify-center bg-warning-400 mt-6 mb-6 text-2xl border-b-4 border-gray-500"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 border-orange-400 border-b-4 pt-4 pb-4"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"justify-end flex"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bg-blue-500 mt-4 mb-4 px-6 pt-4 pb-4 text-lg text-white"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Close Modal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800"/>
              </a:lnSpc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F3C691-26C1-332E-BF1B-31175CC7C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7" y="1902828"/>
            <a:ext cx="1981477" cy="10002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4CB8314-3C1C-0801-107B-8AD46907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301" y="3786446"/>
            <a:ext cx="313416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40650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146D-E175-C315-E3EC-23AEF232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>
            <a:extLst>
              <a:ext uri="{FF2B5EF4-FFF2-40B4-BE49-F238E27FC236}">
                <a16:creationId xmlns:a16="http://schemas.microsoft.com/office/drawing/2014/main" id="{3B1F7122-5AF8-F31E-7CB3-D19DEF65BDD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등록 컴포넌트와 모달 처리</a:t>
            </a:r>
            <a:endParaRPr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7887C6-8F9A-5FEA-F5EF-E60E581C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995" y="75685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Todo</a:t>
            </a:r>
            <a:r>
              <a:rPr lang="ko-KR" altLang="en-US" sz="1800" b="1" dirty="0"/>
              <a:t>의 </a:t>
            </a:r>
            <a:r>
              <a:rPr lang="en-US" altLang="ko-KR" sz="1800" b="1" dirty="0" err="1"/>
              <a:t>AddComponent</a:t>
            </a:r>
            <a:r>
              <a:rPr lang="ko-KR" altLang="en-US" sz="1800" b="1" dirty="0"/>
              <a:t>에서 </a:t>
            </a:r>
            <a:r>
              <a:rPr lang="en-US" altLang="ko-KR" sz="1800" b="1" dirty="0" err="1"/>
              <a:t>ResultModal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기능 추가 </a:t>
            </a:r>
            <a:endParaRPr lang="en-US" altLang="ko-KR" sz="1800" b="1" dirty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7318CA-9434-4480-8E96-2C9FA32B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96E717-CFEA-4C92-B29E-4BB69F2D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01A90-1C1E-24E8-42D6-3BD44D2383C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6D3CB-53FD-3154-26EC-596FD4DF51EF}"/>
              </a:ext>
            </a:extLst>
          </p:cNvPr>
          <p:cNvSpPr txBox="1"/>
          <p:nvPr/>
        </p:nvSpPr>
        <p:spPr>
          <a:xfrm>
            <a:off x="221180" y="1300715"/>
            <a:ext cx="4939465" cy="5126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todoApi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"../../hooks/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"../common/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readModal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initState:TodoAdd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title: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writer: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[result,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useState&lt;number | null &gt;(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}: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(e: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HTMLInputElement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name, value 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[name]: value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}));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(): void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(todo)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.then(result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console.log(result)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result.TNO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초기화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}).catch(e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console.error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: void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F8A37-3582-7EEA-9AEF-31A2DAD08880}"/>
              </a:ext>
            </a:extLst>
          </p:cNvPr>
          <p:cNvSpPr txBox="1"/>
          <p:nvPr/>
        </p:nvSpPr>
        <p:spPr>
          <a:xfrm>
            <a:off x="5293214" y="1300715"/>
            <a:ext cx="6095046" cy="16385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모달 처리 *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b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 &amp;&amp;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'Add Result'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`New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Added`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closeModal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…</a:t>
            </a: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8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8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4168872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FECF45-9109-0D12-5697-A33EFCD0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445BA-DF75-8162-3289-90B0801E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53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4DBC0A-4E30-5D64-DEDE-DB4865E2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3" y="783546"/>
            <a:ext cx="3380238" cy="47834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0C46CFE-3532-D41E-A15D-B2EE0F8F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47" y="796793"/>
            <a:ext cx="3570626" cy="2261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97EB4C-C78A-E526-1E78-9C42DF3B5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639" y="796793"/>
            <a:ext cx="3533769" cy="485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133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 처리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</a:t>
            </a:r>
            <a:r>
              <a:rPr lang="ko-KR" altLang="en-US" sz="1800" dirty="0"/>
              <a:t>삭제</a:t>
            </a:r>
            <a:r>
              <a:rPr lang="en-US" altLang="ko-KR" sz="1800" dirty="0"/>
              <a:t>(Delete </a:t>
            </a:r>
            <a:r>
              <a:rPr lang="ko-KR" altLang="en-US" sz="1800" dirty="0"/>
              <a:t>버튼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 : </a:t>
            </a:r>
            <a:r>
              <a:rPr lang="ko-KR" altLang="en-US" sz="1800" dirty="0"/>
              <a:t>삭제 결과를 </a:t>
            </a:r>
            <a:r>
              <a:rPr lang="ko-KR" altLang="en-US" sz="1800" dirty="0" err="1"/>
              <a:t>모달창으로</a:t>
            </a:r>
            <a:r>
              <a:rPr lang="ko-KR" altLang="en-US" sz="1800" dirty="0"/>
              <a:t> 보여주고 </a:t>
            </a:r>
            <a:r>
              <a:rPr lang="en-US" altLang="ko-KR" sz="1800" dirty="0"/>
              <a:t>'/</a:t>
            </a:r>
            <a:r>
              <a:rPr lang="en-US" altLang="ko-KR" sz="1800" dirty="0" err="1"/>
              <a:t>todo</a:t>
            </a:r>
            <a:r>
              <a:rPr lang="en-US" altLang="ko-KR" sz="1800" dirty="0"/>
              <a:t>/list'</a:t>
            </a:r>
            <a:r>
              <a:rPr lang="ko-KR" altLang="en-US" sz="1800" dirty="0"/>
              <a:t>로 이동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sz="1800" dirty="0"/>
              <a:t> 수정</a:t>
            </a:r>
            <a:r>
              <a:rPr lang="en-US" altLang="ko-KR" sz="1800" dirty="0"/>
              <a:t>(Modify </a:t>
            </a:r>
            <a:r>
              <a:rPr lang="ko-KR" altLang="en-US" sz="1800" dirty="0"/>
              <a:t>버튼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 : </a:t>
            </a:r>
            <a:r>
              <a:rPr lang="ko-KR" altLang="en-US" sz="1800" dirty="0"/>
              <a:t>수정 결과를 </a:t>
            </a:r>
            <a:r>
              <a:rPr lang="ko-KR" altLang="en-US" sz="1800" dirty="0" err="1"/>
              <a:t>모달창으로</a:t>
            </a:r>
            <a:r>
              <a:rPr lang="ko-KR" altLang="en-US" sz="1800" dirty="0"/>
              <a:t> 보여주고 </a:t>
            </a:r>
            <a:r>
              <a:rPr lang="en-US" altLang="ko-KR" sz="1800" dirty="0"/>
              <a:t>'/</a:t>
            </a:r>
            <a:r>
              <a:rPr lang="en-US" altLang="ko-KR" sz="1800" dirty="0" err="1"/>
              <a:t>todo</a:t>
            </a:r>
            <a:r>
              <a:rPr lang="en-US" altLang="ko-KR" sz="1800" dirty="0"/>
              <a:t>/read/</a:t>
            </a:r>
            <a:r>
              <a:rPr lang="ko-KR" altLang="en-US" sz="1800" dirty="0"/>
              <a:t>번호</a:t>
            </a:r>
            <a:r>
              <a:rPr lang="en-US" altLang="ko-KR" sz="1800" dirty="0"/>
              <a:t>'</a:t>
            </a:r>
            <a:r>
              <a:rPr lang="ko-KR" altLang="en-US" sz="1800" dirty="0"/>
              <a:t>로 이동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</a:t>
            </a:r>
            <a:r>
              <a:rPr lang="ko-KR" altLang="en-US" sz="1800" dirty="0"/>
              <a:t>결과의</a:t>
            </a:r>
            <a:r>
              <a:rPr lang="en-US" altLang="ko-KR" sz="1800" dirty="0"/>
              <a:t> </a:t>
            </a:r>
            <a:r>
              <a:rPr lang="ko-KR" altLang="en-US" sz="1800" dirty="0"/>
              <a:t>출력은</a:t>
            </a:r>
            <a:r>
              <a:rPr lang="en-US" altLang="ko-KR" sz="1800" dirty="0"/>
              <a:t> </a:t>
            </a:r>
            <a:r>
              <a:rPr lang="ko-KR" altLang="en-US" sz="1800" dirty="0"/>
              <a:t>공통적으로</a:t>
            </a:r>
            <a:r>
              <a:rPr lang="en-US" altLang="ko-KR" sz="1800" dirty="0"/>
              <a:t> </a:t>
            </a:r>
            <a:r>
              <a:rPr lang="ko-KR" altLang="en-US" sz="1800" dirty="0"/>
              <a:t>모달 창을</a:t>
            </a:r>
            <a:r>
              <a:rPr lang="en-US" altLang="ko-KR" sz="1800" dirty="0"/>
              <a:t> </a:t>
            </a:r>
            <a:r>
              <a:rPr lang="ko-KR" altLang="en-US" sz="1800" dirty="0"/>
              <a:t>이용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 lvl="1">
              <a:buFont typeface="Wingdings" panose="05000000000000000000" pitchFamily="2" charset="2"/>
              <a:buChar char="à"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627413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40386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수정을 위한 타입 추가 및 </a:t>
            </a:r>
            <a:r>
              <a:rPr lang="en-US" altLang="ko-KR" b="1" dirty="0">
                <a:latin typeface="+mn-ea"/>
              </a:rPr>
              <a:t>API </a:t>
            </a:r>
            <a:r>
              <a:rPr lang="ko-KR" altLang="en-US" b="1" dirty="0">
                <a:latin typeface="+mn-ea"/>
              </a:rPr>
              <a:t>호출 함수 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 err="1"/>
              <a:t>todo.d.ts</a:t>
            </a:r>
            <a:r>
              <a:rPr lang="ko-KR" altLang="en-US" sz="1800" dirty="0"/>
              <a:t>에 타입 추가 </a:t>
            </a:r>
            <a:r>
              <a:rPr lang="en-US" altLang="ko-KR" sz="1800" dirty="0"/>
              <a:t>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 err="1"/>
              <a:t>todoApi.tsx</a:t>
            </a:r>
            <a:r>
              <a:rPr lang="ko-KR" altLang="en-US" sz="1800" dirty="0"/>
              <a:t>에 수정</a:t>
            </a:r>
            <a:r>
              <a:rPr lang="en-US" altLang="ko-KR" sz="1800" dirty="0"/>
              <a:t>/</a:t>
            </a:r>
            <a:r>
              <a:rPr lang="ko-KR" altLang="en-US" sz="1800" dirty="0"/>
              <a:t>삭제 함수를</a:t>
            </a:r>
            <a:r>
              <a:rPr lang="en-US" altLang="ko-KR" sz="1800" dirty="0"/>
              <a:t> </a:t>
            </a:r>
            <a:r>
              <a:rPr lang="ko-KR" altLang="en-US" sz="1800" dirty="0"/>
              <a:t>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3E6520-B091-873A-686C-B4FF24539F36}"/>
              </a:ext>
            </a:extLst>
          </p:cNvPr>
          <p:cNvSpPr txBox="1"/>
          <p:nvPr/>
        </p:nvSpPr>
        <p:spPr>
          <a:xfrm>
            <a:off x="288341" y="3620821"/>
            <a:ext cx="2027998" cy="16232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tno: number,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title: string,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 | null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complete: boolean</a:t>
            </a: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ECFBA68-728E-5244-0C36-332B7144F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917" y="2557412"/>
            <a:ext cx="1590897" cy="714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FF55A3-2954-DB61-E31D-E9F6B06C3134}"/>
              </a:ext>
            </a:extLst>
          </p:cNvPr>
          <p:cNvSpPr txBox="1"/>
          <p:nvPr/>
        </p:nvSpPr>
        <p:spPr>
          <a:xfrm>
            <a:off x="4803812" y="2557412"/>
            <a:ext cx="6095046" cy="31361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(tno: number)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axios.delete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(todo: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todo)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res.data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A4E247-621C-8988-C3AF-1E8D43BEC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1" y="2457667"/>
            <a:ext cx="1914792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05351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409575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삭제를 위한 컴포넌트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ModifyComponent</a:t>
            </a:r>
            <a:r>
              <a:rPr lang="ko-KR" altLang="en-US" sz="1800" dirty="0"/>
              <a:t>를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0ED456-EA4C-0707-3495-A3985A77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00" y="2233453"/>
            <a:ext cx="2200582" cy="22767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3CE303-60C1-1262-AC00-A7A16B732A99}"/>
              </a:ext>
            </a:extLst>
          </p:cNvPr>
          <p:cNvSpPr txBox="1"/>
          <p:nvPr/>
        </p:nvSpPr>
        <p:spPr>
          <a:xfrm>
            <a:off x="3423007" y="2233453"/>
            <a:ext cx="7178317" cy="38410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useEffect, useState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 tno:</a:t>
            </a:r>
            <a:r>
              <a:rPr lang="en-US" altLang="ko-KR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title: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writer: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complete: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({tno}:{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useEffect(()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 },[tno])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justify-end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"inline-block rounded p-4 m-2 text-xl w-32  text-white bg-red-500"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Delete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p-4 m-2 text-xl w-32 text-white bg-blue-500"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Modify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208996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삭제를 위한 컴포넌트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ModifyPage</a:t>
            </a:r>
            <a:r>
              <a:rPr lang="ko-KR" altLang="en-US" sz="1800" dirty="0"/>
              <a:t>에 </a:t>
            </a:r>
            <a:r>
              <a:rPr lang="en-US" altLang="ko-KR" sz="1800" dirty="0"/>
              <a:t>ModifyComponent</a:t>
            </a:r>
            <a:r>
              <a:rPr lang="ko-KR" altLang="en-US" sz="1800" dirty="0"/>
              <a:t>를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A69019C-8F53-E94F-9074-74802B74C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014" y="2634998"/>
            <a:ext cx="1895740" cy="1514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8534F2-87CB-BA94-FA3A-98746CB0AEEC}"/>
              </a:ext>
            </a:extLst>
          </p:cNvPr>
          <p:cNvSpPr txBox="1"/>
          <p:nvPr/>
        </p:nvSpPr>
        <p:spPr>
          <a:xfrm>
            <a:off x="3485345" y="2665953"/>
            <a:ext cx="6094926" cy="26580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"../../components/todo/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{tno}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"p-4 w-full 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"text-3xl font-extrabold"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Todo Modify Page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Number(tno)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95933719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조회 </a:t>
            </a:r>
            <a:r>
              <a:rPr lang="en-US" altLang="ko-KR" dirty="0"/>
              <a:t>-&gt; 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5FCF73-1F96-CD79-EE1A-16120DA05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2" y="887599"/>
            <a:ext cx="5742949" cy="44976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9EBF58-6049-EEFF-D74F-095C10835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1" y="1524071"/>
            <a:ext cx="5682455" cy="322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8081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서버 데이터 출력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ModifyComponent</a:t>
            </a:r>
            <a:r>
              <a:rPr lang="ko-KR" altLang="en-US" sz="1800" dirty="0"/>
              <a:t>에 기능 구성 필요</a:t>
            </a:r>
            <a:r>
              <a:rPr lang="en-US" altLang="ko-KR" sz="1800" dirty="0"/>
              <a:t> : </a:t>
            </a:r>
            <a:r>
              <a:rPr lang="ko-KR" altLang="en-US" sz="1800" dirty="0"/>
              <a:t>데이터 출력</a:t>
            </a:r>
            <a:r>
              <a:rPr lang="en-US" altLang="ko-KR" sz="1800" dirty="0"/>
              <a:t>/</a:t>
            </a:r>
            <a:r>
              <a:rPr lang="ko-KR" altLang="en-US" sz="1800" dirty="0"/>
              <a:t>변경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E8E45-AACC-9EC2-B876-16BF8A786A3B}"/>
              </a:ext>
            </a:extLst>
          </p:cNvPr>
          <p:cNvSpPr txBox="1"/>
          <p:nvPr/>
        </p:nvSpPr>
        <p:spPr>
          <a:xfrm>
            <a:off x="1583577" y="2448478"/>
            <a:ext cx="6095046" cy="40302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({tno}:{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tno:number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[todo,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useState&lt;Todo&gt;({...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000"/>
              </a:lnSpc>
            </a:pPr>
            <a:endParaRPr lang="en-US" altLang="ko-KR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[result,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useState&lt;string | null &gt;(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useEffect(()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(tno)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(data)) 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},[tno])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e:ChangeEvent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HTMLInputElement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name, value 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name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사용하여 동적으로 상태를 업데이트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...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[name]: value,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name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키로 사용하여 값 업데이트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}));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handleChangeTodoComplete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e:ChangeEvent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HTMLSelectElement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todo.complete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(value ===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setTodo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({...todo})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2219315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서버 데이터 출력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ModifyComponent</a:t>
            </a:r>
            <a:r>
              <a:rPr lang="ko-KR" altLang="en-US" sz="1800" dirty="0"/>
              <a:t>에 기능 구성 필요</a:t>
            </a:r>
            <a:r>
              <a:rPr lang="en-US" altLang="ko-KR" sz="1800" dirty="0"/>
              <a:t> : </a:t>
            </a:r>
            <a:r>
              <a:rPr lang="ko-KR" altLang="en-US" sz="1800" dirty="0"/>
              <a:t>데이터 출력</a:t>
            </a:r>
            <a:r>
              <a:rPr lang="en-US" altLang="ko-KR" sz="1800" dirty="0"/>
              <a:t>/</a:t>
            </a:r>
            <a:r>
              <a:rPr lang="ko-KR" altLang="en-US" sz="1800" dirty="0"/>
              <a:t>변경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830252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FD7BC-5A15-F034-EC5B-5D9C725A94DB}"/>
              </a:ext>
            </a:extLst>
          </p:cNvPr>
          <p:cNvSpPr txBox="1"/>
          <p:nvPr/>
        </p:nvSpPr>
        <p:spPr>
          <a:xfrm>
            <a:off x="18416" y="888400"/>
            <a:ext cx="6465094" cy="52868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 mt-10"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shadow-md bg-gray-100"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shadow-md bg-gray-100"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todo.writer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border-neutral-300 shadow-md"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"title"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'text'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todo.title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&lt;/input&gt;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p-6 rounded-r border border-solid border-neutral-300 shadow-md"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todo.dueDate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&lt;/input&gt;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00E7D-9075-D11E-5FD8-127FD411321F}"/>
              </a:ext>
            </a:extLst>
          </p:cNvPr>
          <p:cNvSpPr txBox="1"/>
          <p:nvPr/>
        </p:nvSpPr>
        <p:spPr>
          <a:xfrm>
            <a:off x="6297799" y="2853750"/>
            <a:ext cx="5894201" cy="37864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justify-center"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"relative mb-4 flex w-full flex-wrap items-stretch"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"w-1/5 p-6 text-right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"border-solid border-2 rounded m-1 p-2"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handleChangeTodoComplete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todo.complete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Completed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Yet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justify-end p-4"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"inline-block rounded p-4 m-2 text-xl w-32 text-white bg-red-500"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Delete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p-4 m-2 text-xl w-32 text-white bg-blue-500"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Modify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>
              <a:lnSpc>
                <a:spcPts val="900"/>
              </a:lnSpc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ModifyComponent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900"/>
              </a:lnSpc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17412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506082" y="727493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ModifyComponent</a:t>
            </a:r>
            <a:r>
              <a:rPr lang="ko-KR" altLang="en-US" b="1" dirty="0"/>
              <a:t>의 출력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31F22E-57D9-A165-06DF-B1D20AAA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21" y="1339126"/>
            <a:ext cx="4493782" cy="491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84191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396562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삭제와 </a:t>
            </a:r>
            <a:r>
              <a:rPr lang="ko-KR" altLang="en-US" b="1" dirty="0" err="1"/>
              <a:t>모달창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ModifyComponent</a:t>
            </a:r>
            <a:r>
              <a:rPr lang="ko-KR" altLang="en-US" sz="1800" dirty="0"/>
              <a:t>에 </a:t>
            </a:r>
            <a:r>
              <a:rPr lang="en-US" altLang="ko-KR" sz="1800" dirty="0"/>
              <a:t>handleClickModify( ), </a:t>
            </a:r>
            <a:r>
              <a:rPr lang="en-US" altLang="ko-KR" sz="1800" dirty="0" err="1"/>
              <a:t>handleClickDelete</a:t>
            </a:r>
            <a:r>
              <a:rPr lang="en-US" altLang="ko-KR" sz="1800" dirty="0"/>
              <a:t>( ) </a:t>
            </a:r>
            <a:r>
              <a:rPr lang="ko-KR" altLang="en-US" sz="1800" dirty="0"/>
              <a:t>함수 정의</a:t>
            </a:r>
            <a:r>
              <a:rPr lang="en-US" altLang="ko-KR" sz="1800" dirty="0"/>
              <a:t>, </a:t>
            </a:r>
            <a:r>
              <a:rPr lang="ko-KR" altLang="en-US" sz="1800" dirty="0"/>
              <a:t>버튼에 이벤트 처리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C5FB2B-2DEF-16B4-AEA6-DD0A293A0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98" y="1995002"/>
            <a:ext cx="1905266" cy="106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D064C7-B416-1F3D-60D9-F091507AC90D}"/>
              </a:ext>
            </a:extLst>
          </p:cNvPr>
          <p:cNvSpPr txBox="1"/>
          <p:nvPr/>
        </p:nvSpPr>
        <p:spPr>
          <a:xfrm>
            <a:off x="2966282" y="1995002"/>
            <a:ext cx="7356747" cy="2273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todoModify:TodoModify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{tno: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todo.tno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title:todo.title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todo.dueDate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complete: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todo.complete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"modify result: 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handleClickDelete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tno).then( 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"delete result: 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data)</a:t>
            </a:r>
          </a:p>
          <a:p>
            <a:pPr>
              <a:lnSpc>
                <a:spcPts val="100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0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6D8C39-54E2-D8D5-7CAA-5899D7715370}"/>
              </a:ext>
            </a:extLst>
          </p:cNvPr>
          <p:cNvSpPr txBox="1"/>
          <p:nvPr/>
        </p:nvSpPr>
        <p:spPr>
          <a:xfrm>
            <a:off x="5114587" y="4329817"/>
            <a:ext cx="6094926" cy="219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050" dirty="0"/>
              <a:t> &lt;</a:t>
            </a:r>
            <a:r>
              <a:rPr lang="ko-KR" altLang="en-US" sz="1050" dirty="0" err="1"/>
              <a:t>div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className</a:t>
            </a:r>
            <a:r>
              <a:rPr lang="ko-KR" altLang="en-US" sz="1050" dirty="0"/>
              <a:t>="</a:t>
            </a:r>
            <a:r>
              <a:rPr lang="ko-KR" altLang="en-US" sz="1050" dirty="0" err="1"/>
              <a:t>flex</a:t>
            </a:r>
            <a:r>
              <a:rPr lang="ko-KR" altLang="en-US" sz="1050" dirty="0"/>
              <a:t> </a:t>
            </a:r>
            <a:r>
              <a:rPr lang="ko-KR" altLang="en-US" sz="1050" dirty="0" err="1"/>
              <a:t>justify-end</a:t>
            </a:r>
            <a:r>
              <a:rPr lang="ko-KR" altLang="en-US" sz="1050" dirty="0"/>
              <a:t> p-4"&gt;</a:t>
            </a:r>
          </a:p>
          <a:p>
            <a:r>
              <a:rPr lang="ko-KR" altLang="en-US" sz="1050" dirty="0"/>
              <a:t>    &lt;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type</a:t>
            </a:r>
            <a:r>
              <a:rPr lang="ko-KR" altLang="en-US" sz="1050" dirty="0"/>
              <a:t>="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" 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className</a:t>
            </a:r>
            <a:r>
              <a:rPr lang="ko-KR" altLang="en-US" sz="1050" dirty="0"/>
              <a:t>="</a:t>
            </a:r>
            <a:r>
              <a:rPr lang="ko-KR" altLang="en-US" sz="1050" dirty="0" err="1"/>
              <a:t>inline-block</a:t>
            </a:r>
            <a:r>
              <a:rPr lang="ko-KR" altLang="en-US" sz="1050" dirty="0"/>
              <a:t> </a:t>
            </a:r>
            <a:r>
              <a:rPr lang="ko-KR" altLang="en-US" sz="1050" dirty="0" err="1"/>
              <a:t>rounded</a:t>
            </a:r>
            <a:r>
              <a:rPr lang="ko-KR" altLang="en-US" sz="1050" dirty="0"/>
              <a:t> p-4 m-2 </a:t>
            </a:r>
            <a:r>
              <a:rPr lang="ko-KR" altLang="en-US" sz="1050" dirty="0" err="1"/>
              <a:t>text-xl</a:t>
            </a:r>
            <a:r>
              <a:rPr lang="ko-KR" altLang="en-US" sz="1050" dirty="0"/>
              <a:t> w-32 </a:t>
            </a:r>
            <a:r>
              <a:rPr lang="ko-KR" altLang="en-US" sz="1050" dirty="0" err="1"/>
              <a:t>text-white</a:t>
            </a:r>
            <a:r>
              <a:rPr lang="ko-KR" altLang="en-US" sz="1050" dirty="0"/>
              <a:t> bg-red-500"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onClick</a:t>
            </a:r>
            <a:r>
              <a:rPr lang="ko-KR" altLang="en-US" sz="1050" dirty="0"/>
              <a:t>={</a:t>
            </a:r>
            <a:r>
              <a:rPr lang="ko-KR" altLang="en-US" sz="1050" dirty="0" err="1"/>
              <a:t>handleClickDelete</a:t>
            </a:r>
            <a:r>
              <a:rPr lang="ko-KR" altLang="en-US" sz="1050" dirty="0"/>
              <a:t>}</a:t>
            </a:r>
          </a:p>
          <a:p>
            <a:r>
              <a:rPr lang="ko-KR" altLang="en-US" sz="1050" dirty="0"/>
              <a:t>    &gt;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Delete</a:t>
            </a:r>
            <a:endParaRPr lang="ko-KR" altLang="en-US" sz="1050" dirty="0"/>
          </a:p>
          <a:p>
            <a:r>
              <a:rPr lang="ko-KR" altLang="en-US" sz="1050" dirty="0"/>
              <a:t>    &lt;/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&gt;</a:t>
            </a:r>
          </a:p>
          <a:p>
            <a:r>
              <a:rPr lang="ko-KR" altLang="en-US" sz="1050" dirty="0"/>
              <a:t>    &lt;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type</a:t>
            </a:r>
            <a:r>
              <a:rPr lang="ko-KR" altLang="en-US" sz="1050" dirty="0"/>
              <a:t>="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" 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className</a:t>
            </a:r>
            <a:r>
              <a:rPr lang="ko-KR" altLang="en-US" sz="1050" dirty="0"/>
              <a:t>="</a:t>
            </a:r>
            <a:r>
              <a:rPr lang="ko-KR" altLang="en-US" sz="1050" dirty="0" err="1"/>
              <a:t>rounded</a:t>
            </a:r>
            <a:r>
              <a:rPr lang="ko-KR" altLang="en-US" sz="1050" dirty="0"/>
              <a:t> p-4 m-2 </a:t>
            </a:r>
            <a:r>
              <a:rPr lang="ko-KR" altLang="en-US" sz="1050" dirty="0" err="1"/>
              <a:t>text-xl</a:t>
            </a:r>
            <a:r>
              <a:rPr lang="ko-KR" altLang="en-US" sz="1050" dirty="0"/>
              <a:t> w-32 </a:t>
            </a:r>
            <a:r>
              <a:rPr lang="ko-KR" altLang="en-US" sz="1050" dirty="0" err="1"/>
              <a:t>text-white</a:t>
            </a:r>
            <a:r>
              <a:rPr lang="ko-KR" altLang="en-US" sz="1050" dirty="0"/>
              <a:t> bg-blue-500"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onClick</a:t>
            </a:r>
            <a:r>
              <a:rPr lang="ko-KR" altLang="en-US" sz="1050" dirty="0"/>
              <a:t>={</a:t>
            </a:r>
            <a:r>
              <a:rPr lang="ko-KR" altLang="en-US" sz="1050" dirty="0" err="1"/>
              <a:t>handleClickModify</a:t>
            </a:r>
            <a:r>
              <a:rPr lang="ko-KR" altLang="en-US" sz="1050" dirty="0"/>
              <a:t>}</a:t>
            </a:r>
          </a:p>
          <a:p>
            <a:r>
              <a:rPr lang="ko-KR" altLang="en-US" sz="1050" dirty="0"/>
              <a:t>    &gt;</a:t>
            </a:r>
          </a:p>
          <a:p>
            <a:r>
              <a:rPr lang="ko-KR" altLang="en-US" sz="1050" dirty="0"/>
              <a:t>      </a:t>
            </a:r>
            <a:r>
              <a:rPr lang="ko-KR" altLang="en-US" sz="1050" dirty="0" err="1"/>
              <a:t>Modify</a:t>
            </a:r>
            <a:endParaRPr lang="ko-KR" altLang="en-US" sz="1050" dirty="0"/>
          </a:p>
          <a:p>
            <a:r>
              <a:rPr lang="ko-KR" altLang="en-US" sz="1050" dirty="0"/>
              <a:t>    &lt;/</a:t>
            </a:r>
            <a:r>
              <a:rPr lang="ko-KR" altLang="en-US" sz="1050" dirty="0" err="1"/>
              <a:t>button</a:t>
            </a:r>
            <a:r>
              <a:rPr lang="ko-KR" altLang="en-US" sz="1050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4254085621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삭제와 </a:t>
            </a:r>
            <a:r>
              <a:rPr lang="ko-KR" altLang="en-US" b="1" dirty="0" err="1"/>
              <a:t>모달창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sz="1800" dirty="0"/>
              <a:t> ModifyComponent</a:t>
            </a:r>
            <a:r>
              <a:rPr lang="ko-KR" altLang="en-US" sz="1800" dirty="0"/>
              <a:t>에 화면 이동에 필요한 기능을 가져오고 </a:t>
            </a:r>
            <a:r>
              <a:rPr lang="ko-KR" altLang="en-US" sz="1800" dirty="0" err="1"/>
              <a:t>모달창이</a:t>
            </a:r>
            <a:r>
              <a:rPr lang="ko-KR" altLang="en-US" sz="1800" dirty="0"/>
              <a:t> </a:t>
            </a:r>
            <a:r>
              <a:rPr lang="en-US" altLang="ko-KR" sz="1800" dirty="0"/>
              <a:t>close</a:t>
            </a:r>
            <a:r>
              <a:rPr lang="ko-KR" altLang="en-US" sz="1800" dirty="0"/>
              <a:t>될 때 호출하도록 변경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EB7736A-00FE-FD58-BD17-6322D9F2D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2492777"/>
            <a:ext cx="2667372" cy="1343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AD4B8-F3AA-EA70-D1D0-128A9A7AD039}"/>
              </a:ext>
            </a:extLst>
          </p:cNvPr>
          <p:cNvSpPr txBox="1"/>
          <p:nvPr/>
        </p:nvSpPr>
        <p:spPr>
          <a:xfrm>
            <a:off x="3829446" y="2492777"/>
            <a:ext cx="6094948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handleClickModify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(todo).then(data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'Modified'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handleClickDelete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 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deleteOne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(tno).then( data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setResult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'Deleted'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})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useCustomMove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모달 창이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ko-KR" alt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될때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(result ===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'Deleted'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moveToRead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(tno)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501177792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793D9B-BD6F-74D9-5963-02F9557F76D8}"/>
              </a:ext>
            </a:extLst>
          </p:cNvPr>
          <p:cNvSpPr txBox="1"/>
          <p:nvPr/>
        </p:nvSpPr>
        <p:spPr>
          <a:xfrm>
            <a:off x="592429" y="2917778"/>
            <a:ext cx="8319751" cy="31229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justify-end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"inline-block rounded p-4 m-2 text-xl w-32 text-white bg-red-500"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handleClickDelete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Delete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"rounded p-4 m-2 text-xl w-32 text-white bg-blue-500"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handleClickModify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Modify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56E7B-502F-BFF9-156C-AB8E7FFC0F46}"/>
              </a:ext>
            </a:extLst>
          </p:cNvPr>
          <p:cNvSpPr txBox="1"/>
          <p:nvPr/>
        </p:nvSpPr>
        <p:spPr>
          <a:xfrm>
            <a:off x="592429" y="1072835"/>
            <a:ext cx="8440491" cy="13788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 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"border-2 border-sky-200 mt-10 m-2 p-4"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 &amp;&amp;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처리결과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callbackFn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closeModal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ResultModal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33405783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처리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173965" y="761645"/>
            <a:ext cx="1119822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삭제와 모달창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21E805-8AF1-D3E0-F103-9CE2DBC2D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53" y="1482168"/>
            <a:ext cx="2723761" cy="47042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799700-5C11-C846-2EAA-CCDC691FC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12452"/>
            <a:ext cx="2331501" cy="2488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6BEC82-6BD9-D31F-616B-952C0F803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487" y="136527"/>
            <a:ext cx="2227139" cy="33098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57BC0E-617A-8648-01AA-D6D41BD67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882980"/>
            <a:ext cx="2359693" cy="214317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40FFE88-FB19-FFD2-0A07-047F7E260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6931" y="3882980"/>
            <a:ext cx="2233695" cy="253224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D2D2B10-3144-5F71-5C25-A724E867D1AE}"/>
              </a:ext>
            </a:extLst>
          </p:cNvPr>
          <p:cNvSpPr/>
          <p:nvPr/>
        </p:nvSpPr>
        <p:spPr>
          <a:xfrm>
            <a:off x="4784501" y="2421192"/>
            <a:ext cx="489398" cy="54094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64AABD7-E2EA-E3A2-9245-6AFD2C703855}"/>
              </a:ext>
            </a:extLst>
          </p:cNvPr>
          <p:cNvSpPr/>
          <p:nvPr/>
        </p:nvSpPr>
        <p:spPr>
          <a:xfrm>
            <a:off x="4784501" y="5149100"/>
            <a:ext cx="489398" cy="54094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42CCC79C-82F5-725A-8E3F-7D3F186AA4ED}"/>
              </a:ext>
            </a:extLst>
          </p:cNvPr>
          <p:cNvSpPr/>
          <p:nvPr/>
        </p:nvSpPr>
        <p:spPr>
          <a:xfrm>
            <a:off x="8030402" y="1876802"/>
            <a:ext cx="489398" cy="54094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4BCBA684-A543-5282-D730-BE178C87F706}"/>
              </a:ext>
            </a:extLst>
          </p:cNvPr>
          <p:cNvSpPr/>
          <p:nvPr/>
        </p:nvSpPr>
        <p:spPr>
          <a:xfrm>
            <a:off x="7986813" y="4858249"/>
            <a:ext cx="489398" cy="54094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962145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07CD24CB-ADB7-42D5-B7CA-D6B8E1847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7534439-A97B-B4DA-2F3B-8929FCB88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7" y="1716834"/>
            <a:ext cx="7414727" cy="2084068"/>
          </a:xfrm>
        </p:spPr>
        <p:txBody>
          <a:bodyPr>
            <a:normAutofit/>
          </a:bodyPr>
          <a:lstStyle/>
          <a:p>
            <a:r>
              <a:rPr lang="ko-KR" alt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감사합니다</a:t>
            </a:r>
            <a:r>
              <a:rPr lang="en-US" altLang="ko-KR" sz="44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4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BDFA11BA-59A2-6FCF-870A-850913B58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8836" y="4220626"/>
            <a:ext cx="6074328" cy="1019427"/>
          </a:xfrm>
        </p:spPr>
        <p:txBody>
          <a:bodyPr>
            <a:normAutofit/>
          </a:bodyPr>
          <a:lstStyle/>
          <a:p>
            <a:endParaRPr lang="ko-KR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: Shape 45">
            <a:extLst>
              <a:ext uri="{FF2B5EF4-FFF2-40B4-BE49-F238E27FC236}">
                <a16:creationId xmlns:a16="http://schemas.microsoft.com/office/drawing/2014/main" id="{3D916803-DB5B-41EA-A592-86425F415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0501"/>
            <a:ext cx="12192000" cy="1157500"/>
          </a:xfrm>
          <a:custGeom>
            <a:avLst/>
            <a:gdLst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05350 w 12192000"/>
              <a:gd name="connsiteY91" fmla="*/ 106344 h 1163932"/>
              <a:gd name="connsiteX92" fmla="*/ 8228227 w 12192000"/>
              <a:gd name="connsiteY92" fmla="*/ 112404 h 1163932"/>
              <a:gd name="connsiteX93" fmla="*/ 8229109 w 12192000"/>
              <a:gd name="connsiteY93" fmla="*/ 109777 h 1163932"/>
              <a:gd name="connsiteX94" fmla="*/ 8237963 w 12192000"/>
              <a:gd name="connsiteY94" fmla="*/ 113428 h 1163932"/>
              <a:gd name="connsiteX95" fmla="*/ 8248358 w 12192000"/>
              <a:gd name="connsiteY95" fmla="*/ 112494 h 1163932"/>
              <a:gd name="connsiteX96" fmla="*/ 8249309 w 12192000"/>
              <a:gd name="connsiteY96" fmla="*/ 113130 h 1163932"/>
              <a:gd name="connsiteX97" fmla="*/ 8249997 w 12192000"/>
              <a:gd name="connsiteY97" fmla="*/ 112347 h 1163932"/>
              <a:gd name="connsiteX98" fmla="*/ 8272162 w 12192000"/>
              <a:gd name="connsiteY98" fmla="*/ 110356 h 1163932"/>
              <a:gd name="connsiteX99" fmla="*/ 8292349 w 12192000"/>
              <a:gd name="connsiteY99" fmla="*/ 103912 h 1163932"/>
              <a:gd name="connsiteX100" fmla="*/ 8292491 w 12192000"/>
              <a:gd name="connsiteY100" fmla="*/ 103935 h 1163932"/>
              <a:gd name="connsiteX101" fmla="*/ 8307239 w 12192000"/>
              <a:gd name="connsiteY101" fmla="*/ 101023 h 1163932"/>
              <a:gd name="connsiteX102" fmla="*/ 8339282 w 12192000"/>
              <a:gd name="connsiteY102" fmla="*/ 115374 h 1163932"/>
              <a:gd name="connsiteX103" fmla="*/ 8346156 w 12192000"/>
              <a:gd name="connsiteY103" fmla="*/ 117659 h 1163932"/>
              <a:gd name="connsiteX104" fmla="*/ 8346467 w 12192000"/>
              <a:gd name="connsiteY104" fmla="*/ 117456 h 1163932"/>
              <a:gd name="connsiteX105" fmla="*/ 8354069 w 12192000"/>
              <a:gd name="connsiteY105" fmla="*/ 119374 h 1163932"/>
              <a:gd name="connsiteX106" fmla="*/ 8358687 w 12192000"/>
              <a:gd name="connsiteY106" fmla="*/ 121825 h 1163932"/>
              <a:gd name="connsiteX107" fmla="*/ 8433385 w 12192000"/>
              <a:gd name="connsiteY107" fmla="*/ 106101 h 1163932"/>
              <a:gd name="connsiteX108" fmla="*/ 8533779 w 12192000"/>
              <a:gd name="connsiteY108" fmla="*/ 104806 h 1163932"/>
              <a:gd name="connsiteX109" fmla="*/ 8632833 w 12192000"/>
              <a:gd name="connsiteY109" fmla="*/ 106964 h 1163932"/>
              <a:gd name="connsiteX110" fmla="*/ 8668523 w 12192000"/>
              <a:gd name="connsiteY110" fmla="*/ 109411 h 1163932"/>
              <a:gd name="connsiteX111" fmla="*/ 8732893 w 12192000"/>
              <a:gd name="connsiteY111" fmla="*/ 106423 h 1163932"/>
              <a:gd name="connsiteX112" fmla="*/ 8764071 w 12192000"/>
              <a:gd name="connsiteY112" fmla="*/ 101019 h 1163932"/>
              <a:gd name="connsiteX113" fmla="*/ 8767004 w 12192000"/>
              <a:gd name="connsiteY113" fmla="*/ 97951 h 1163932"/>
              <a:gd name="connsiteX114" fmla="*/ 8772553 w 12192000"/>
              <a:gd name="connsiteY114" fmla="*/ 96746 h 1163932"/>
              <a:gd name="connsiteX115" fmla="*/ 8787201 w 12192000"/>
              <a:gd name="connsiteY115" fmla="*/ 98465 h 1163932"/>
              <a:gd name="connsiteX116" fmla="*/ 8792624 w 12192000"/>
              <a:gd name="connsiteY116" fmla="*/ 99935 h 1163932"/>
              <a:gd name="connsiteX117" fmla="*/ 8800741 w 12192000"/>
              <a:gd name="connsiteY117" fmla="*/ 100329 h 1163932"/>
              <a:gd name="connsiteX118" fmla="*/ 8800966 w 12192000"/>
              <a:gd name="connsiteY118" fmla="*/ 100077 h 1163932"/>
              <a:gd name="connsiteX119" fmla="*/ 8808513 w 12192000"/>
              <a:gd name="connsiteY119" fmla="*/ 100962 h 1163932"/>
              <a:gd name="connsiteX120" fmla="*/ 8845110 w 12192000"/>
              <a:gd name="connsiteY120" fmla="*/ 108611 h 1163932"/>
              <a:gd name="connsiteX121" fmla="*/ 8896773 w 12192000"/>
              <a:gd name="connsiteY121" fmla="*/ 86101 h 1163932"/>
              <a:gd name="connsiteX122" fmla="*/ 8917529 w 12192000"/>
              <a:gd name="connsiteY122" fmla="*/ 82805 h 1163932"/>
              <a:gd name="connsiteX123" fmla="*/ 8929546 w 12192000"/>
              <a:gd name="connsiteY123" fmla="*/ 78543 h 1163932"/>
              <a:gd name="connsiteX124" fmla="*/ 9026654 w 12192000"/>
              <a:gd name="connsiteY124" fmla="*/ 99852 h 1163932"/>
              <a:gd name="connsiteX125" fmla="*/ 9040737 w 12192000"/>
              <a:gd name="connsiteY125" fmla="*/ 105786 h 1163932"/>
              <a:gd name="connsiteX126" fmla="*/ 9052026 w 12192000"/>
              <a:gd name="connsiteY126" fmla="*/ 115808 h 1163932"/>
              <a:gd name="connsiteX127" fmla="*/ 9203241 w 12192000"/>
              <a:gd name="connsiteY127" fmla="*/ 118145 h 1163932"/>
              <a:gd name="connsiteX128" fmla="*/ 9415584 w 12192000"/>
              <a:gd name="connsiteY128" fmla="*/ 163588 h 1163932"/>
              <a:gd name="connsiteX129" fmla="*/ 9505102 w 12192000"/>
              <a:gd name="connsiteY129" fmla="*/ 147474 h 1163932"/>
              <a:gd name="connsiteX130" fmla="*/ 9643040 w 12192000"/>
              <a:gd name="connsiteY130" fmla="*/ 164665 h 1163932"/>
              <a:gd name="connsiteX131" fmla="*/ 9762999 w 12192000"/>
              <a:gd name="connsiteY131" fmla="*/ 169055 h 1163932"/>
              <a:gd name="connsiteX132" fmla="*/ 9776183 w 12192000"/>
              <a:gd name="connsiteY132" fmla="*/ 168623 h 1163932"/>
              <a:gd name="connsiteX133" fmla="*/ 9780532 w 12192000"/>
              <a:gd name="connsiteY133" fmla="*/ 162255 h 1163932"/>
              <a:gd name="connsiteX134" fmla="*/ 9824924 w 12192000"/>
              <a:gd name="connsiteY134" fmla="*/ 158079 h 1163932"/>
              <a:gd name="connsiteX135" fmla="*/ 9910588 w 12192000"/>
              <a:gd name="connsiteY135" fmla="*/ 160759 h 1163932"/>
              <a:gd name="connsiteX136" fmla="*/ 9924173 w 12192000"/>
              <a:gd name="connsiteY136" fmla="*/ 165023 h 1163932"/>
              <a:gd name="connsiteX137" fmla="*/ 10010969 w 12192000"/>
              <a:gd name="connsiteY137" fmla="*/ 162234 h 1163932"/>
              <a:gd name="connsiteX138" fmla="*/ 10070699 w 12192000"/>
              <a:gd name="connsiteY138" fmla="*/ 164286 h 1163932"/>
              <a:gd name="connsiteX139" fmla="*/ 10083825 w 12192000"/>
              <a:gd name="connsiteY139" fmla="*/ 168444 h 1163932"/>
              <a:gd name="connsiteX140" fmla="*/ 10097932 w 12192000"/>
              <a:gd name="connsiteY140" fmla="*/ 161160 h 1163932"/>
              <a:gd name="connsiteX141" fmla="*/ 10101779 w 12192000"/>
              <a:gd name="connsiteY141" fmla="*/ 155488 h 1163932"/>
              <a:gd name="connsiteX142" fmla="*/ 10149437 w 12192000"/>
              <a:gd name="connsiteY142" fmla="*/ 158598 h 1163932"/>
              <a:gd name="connsiteX143" fmla="*/ 10155104 w 12192000"/>
              <a:gd name="connsiteY143" fmla="*/ 158045 h 1163932"/>
              <a:gd name="connsiteX144" fmla="*/ 10250982 w 12192000"/>
              <a:gd name="connsiteY144" fmla="*/ 135074 h 1163932"/>
              <a:gd name="connsiteX145" fmla="*/ 10343301 w 12192000"/>
              <a:gd name="connsiteY145" fmla="*/ 97316 h 1163932"/>
              <a:gd name="connsiteX146" fmla="*/ 10366625 w 12192000"/>
              <a:gd name="connsiteY146" fmla="*/ 85860 h 1163932"/>
              <a:gd name="connsiteX147" fmla="*/ 10433505 w 12192000"/>
              <a:gd name="connsiteY147" fmla="*/ 71432 h 1163932"/>
              <a:gd name="connsiteX148" fmla="*/ 10547510 w 12192000"/>
              <a:gd name="connsiteY148" fmla="*/ 53678 h 1163932"/>
              <a:gd name="connsiteX149" fmla="*/ 10588150 w 12192000"/>
              <a:gd name="connsiteY149" fmla="*/ 38719 h 1163932"/>
              <a:gd name="connsiteX150" fmla="*/ 10589457 w 12192000"/>
              <a:gd name="connsiteY150" fmla="*/ 31728 h 1163932"/>
              <a:gd name="connsiteX151" fmla="*/ 10699976 w 12192000"/>
              <a:gd name="connsiteY151" fmla="*/ 49777 h 1163932"/>
              <a:gd name="connsiteX152" fmla="*/ 10812237 w 12192000"/>
              <a:gd name="connsiteY152" fmla="*/ 52759 h 1163932"/>
              <a:gd name="connsiteX153" fmla="*/ 10869837 w 12192000"/>
              <a:gd name="connsiteY153" fmla="*/ 72227 h 1163932"/>
              <a:gd name="connsiteX154" fmla="*/ 10881770 w 12192000"/>
              <a:gd name="connsiteY154" fmla="*/ 80104 h 1163932"/>
              <a:gd name="connsiteX155" fmla="*/ 10896899 w 12192000"/>
              <a:gd name="connsiteY155" fmla="*/ 77163 h 1163932"/>
              <a:gd name="connsiteX156" fmla="*/ 10901748 w 12192000"/>
              <a:gd name="connsiteY156" fmla="*/ 72784 h 1163932"/>
              <a:gd name="connsiteX157" fmla="*/ 10947419 w 12192000"/>
              <a:gd name="connsiteY157" fmla="*/ 89748 h 1163932"/>
              <a:gd name="connsiteX158" fmla="*/ 10953034 w 12192000"/>
              <a:gd name="connsiteY158" fmla="*/ 90870 h 1163932"/>
              <a:gd name="connsiteX159" fmla="*/ 10992070 w 12192000"/>
              <a:gd name="connsiteY159" fmla="*/ 95273 h 1163932"/>
              <a:gd name="connsiteX160" fmla="*/ 11112372 w 12192000"/>
              <a:gd name="connsiteY160" fmla="*/ 88679 h 1163932"/>
              <a:gd name="connsiteX161" fmla="*/ 11147719 w 12192000"/>
              <a:gd name="connsiteY161" fmla="*/ 86992 h 1163932"/>
              <a:gd name="connsiteX162" fmla="*/ 11172617 w 12192000"/>
              <a:gd name="connsiteY162" fmla="*/ 82697 h 1163932"/>
              <a:gd name="connsiteX163" fmla="*/ 11240397 w 12192000"/>
              <a:gd name="connsiteY163" fmla="*/ 88262 h 1163932"/>
              <a:gd name="connsiteX164" fmla="*/ 11270034 w 12192000"/>
              <a:gd name="connsiteY164" fmla="*/ 98379 h 1163932"/>
              <a:gd name="connsiteX165" fmla="*/ 11293091 w 12192000"/>
              <a:gd name="connsiteY165" fmla="*/ 98474 h 1163932"/>
              <a:gd name="connsiteX166" fmla="*/ 11310949 w 12192000"/>
              <a:gd name="connsiteY166" fmla="*/ 104274 h 1163932"/>
              <a:gd name="connsiteX167" fmla="*/ 11345279 w 12192000"/>
              <a:gd name="connsiteY167" fmla="*/ 101883 h 1163932"/>
              <a:gd name="connsiteX168" fmla="*/ 11354597 w 12192000"/>
              <a:gd name="connsiteY168" fmla="*/ 104385 h 1163932"/>
              <a:gd name="connsiteX169" fmla="*/ 11367725 w 12192000"/>
              <a:gd name="connsiteY169" fmla="*/ 104431 h 1163932"/>
              <a:gd name="connsiteX170" fmla="*/ 11399832 w 12192000"/>
              <a:gd name="connsiteY170" fmla="*/ 117048 h 1163932"/>
              <a:gd name="connsiteX171" fmla="*/ 11487595 w 12192000"/>
              <a:gd name="connsiteY171" fmla="*/ 158754 h 1163932"/>
              <a:gd name="connsiteX172" fmla="*/ 11590850 w 12192000"/>
              <a:gd name="connsiteY172" fmla="*/ 244984 h 1163932"/>
              <a:gd name="connsiteX173" fmla="*/ 11736204 w 12192000"/>
              <a:gd name="connsiteY173" fmla="*/ 283941 h 1163932"/>
              <a:gd name="connsiteX174" fmla="*/ 11760331 w 12192000"/>
              <a:gd name="connsiteY174" fmla="*/ 298368 h 1163932"/>
              <a:gd name="connsiteX175" fmla="*/ 11819139 w 12192000"/>
              <a:gd name="connsiteY175" fmla="*/ 310575 h 1163932"/>
              <a:gd name="connsiteX176" fmla="*/ 11821967 w 12192000"/>
              <a:gd name="connsiteY176" fmla="*/ 312222 h 1163932"/>
              <a:gd name="connsiteX177" fmla="*/ 11847125 w 12192000"/>
              <a:gd name="connsiteY177" fmla="*/ 303833 h 1163932"/>
              <a:gd name="connsiteX178" fmla="*/ 11980134 w 12192000"/>
              <a:gd name="connsiteY178" fmla="*/ 328343 h 1163932"/>
              <a:gd name="connsiteX179" fmla="*/ 12174576 w 12192000"/>
              <a:gd name="connsiteY179" fmla="*/ 382540 h 1163932"/>
              <a:gd name="connsiteX180" fmla="*/ 12192000 w 12192000"/>
              <a:gd name="connsiteY180" fmla="*/ 385665 h 1163932"/>
              <a:gd name="connsiteX181" fmla="*/ 12192000 w 12192000"/>
              <a:gd name="connsiteY181" fmla="*/ 1163932 h 1163932"/>
              <a:gd name="connsiteX182" fmla="*/ 0 w 12192000"/>
              <a:gd name="connsiteY182" fmla="*/ 1163932 h 1163932"/>
              <a:gd name="connsiteX183" fmla="*/ 0 w 12192000"/>
              <a:gd name="connsiteY183" fmla="*/ 489977 h 1163932"/>
              <a:gd name="connsiteX184" fmla="*/ 5331 w 12192000"/>
              <a:gd name="connsiteY184" fmla="*/ 489229 h 1163932"/>
              <a:gd name="connsiteX185" fmla="*/ 39902 w 12192000"/>
              <a:gd name="connsiteY185" fmla="*/ 478716 h 1163932"/>
              <a:gd name="connsiteX186" fmla="*/ 117880 w 12192000"/>
              <a:gd name="connsiteY186" fmla="*/ 427388 h 1163932"/>
              <a:gd name="connsiteX187" fmla="*/ 238140 w 12192000"/>
              <a:gd name="connsiteY187" fmla="*/ 385729 h 1163932"/>
              <a:gd name="connsiteX188" fmla="*/ 249589 w 12192000"/>
              <a:gd name="connsiteY188" fmla="*/ 385949 h 1163932"/>
              <a:gd name="connsiteX189" fmla="*/ 296963 w 12192000"/>
              <a:gd name="connsiteY189" fmla="*/ 362534 h 1163932"/>
              <a:gd name="connsiteX190" fmla="*/ 339235 w 12192000"/>
              <a:gd name="connsiteY190" fmla="*/ 330857 h 1163932"/>
              <a:gd name="connsiteX191" fmla="*/ 447152 w 12192000"/>
              <a:gd name="connsiteY191" fmla="*/ 333855 h 1163932"/>
              <a:gd name="connsiteX192" fmla="*/ 475247 w 12192000"/>
              <a:gd name="connsiteY192" fmla="*/ 343146 h 1163932"/>
              <a:gd name="connsiteX193" fmla="*/ 477967 w 12192000"/>
              <a:gd name="connsiteY193" fmla="*/ 344392 h 1163932"/>
              <a:gd name="connsiteX194" fmla="*/ 527683 w 12192000"/>
              <a:gd name="connsiteY194" fmla="*/ 339655 h 1163932"/>
              <a:gd name="connsiteX195" fmla="*/ 703732 w 12192000"/>
              <a:gd name="connsiteY195" fmla="*/ 323031 h 1163932"/>
              <a:gd name="connsiteX196" fmla="*/ 853391 w 12192000"/>
              <a:gd name="connsiteY196" fmla="*/ 310023 h 1163932"/>
              <a:gd name="connsiteX197" fmla="*/ 925332 w 12192000"/>
              <a:gd name="connsiteY197" fmla="*/ 305118 h 1163932"/>
              <a:gd name="connsiteX198" fmla="*/ 941286 w 12192000"/>
              <a:gd name="connsiteY198" fmla="*/ 295364 h 1163932"/>
              <a:gd name="connsiteX199" fmla="*/ 950845 w 12192000"/>
              <a:gd name="connsiteY199" fmla="*/ 293027 h 1163932"/>
              <a:gd name="connsiteX200" fmla="*/ 953292 w 12192000"/>
              <a:gd name="connsiteY200" fmla="*/ 287324 h 1163932"/>
              <a:gd name="connsiteX201" fmla="*/ 967499 w 12192000"/>
              <a:gd name="connsiteY201" fmla="*/ 280192 h 1163932"/>
              <a:gd name="connsiteX202" fmla="*/ 985161 w 12192000"/>
              <a:gd name="connsiteY202" fmla="*/ 277297 h 1163932"/>
              <a:gd name="connsiteX203" fmla="*/ 1069267 w 12192000"/>
              <a:gd name="connsiteY203" fmla="*/ 269198 h 1163932"/>
              <a:gd name="connsiteX204" fmla="*/ 1138407 w 12192000"/>
              <a:gd name="connsiteY204" fmla="*/ 252999 h 1163932"/>
              <a:gd name="connsiteX205" fmla="*/ 1164931 w 12192000"/>
              <a:gd name="connsiteY205" fmla="*/ 245054 h 1163932"/>
              <a:gd name="connsiteX206" fmla="*/ 1211622 w 12192000"/>
              <a:gd name="connsiteY206" fmla="*/ 227108 h 1163932"/>
              <a:gd name="connsiteX207" fmla="*/ 1274567 w 12192000"/>
              <a:gd name="connsiteY207" fmla="*/ 209812 h 1163932"/>
              <a:gd name="connsiteX208" fmla="*/ 1325029 w 12192000"/>
              <a:gd name="connsiteY208" fmla="*/ 214369 h 1163932"/>
              <a:gd name="connsiteX209" fmla="*/ 1356805 w 12192000"/>
              <a:gd name="connsiteY209" fmla="*/ 210054 h 1163932"/>
              <a:gd name="connsiteX210" fmla="*/ 1468752 w 12192000"/>
              <a:gd name="connsiteY210" fmla="*/ 221036 h 1163932"/>
              <a:gd name="connsiteX211" fmla="*/ 1650750 w 12192000"/>
              <a:gd name="connsiteY211" fmla="*/ 171522 h 1163932"/>
              <a:gd name="connsiteX212" fmla="*/ 1655056 w 12192000"/>
              <a:gd name="connsiteY212" fmla="*/ 178538 h 1163932"/>
              <a:gd name="connsiteX213" fmla="*/ 1683220 w 12192000"/>
              <a:gd name="connsiteY213" fmla="*/ 176084 h 1163932"/>
              <a:gd name="connsiteX214" fmla="*/ 1685599 w 12192000"/>
              <a:gd name="connsiteY214" fmla="*/ 171820 h 1163932"/>
              <a:gd name="connsiteX215" fmla="*/ 1689230 w 12192000"/>
              <a:gd name="connsiteY215" fmla="*/ 171091 h 1163932"/>
              <a:gd name="connsiteX216" fmla="*/ 1691052 w 12192000"/>
              <a:gd name="connsiteY216" fmla="*/ 175010 h 1163932"/>
              <a:gd name="connsiteX217" fmla="*/ 1735783 w 12192000"/>
              <a:gd name="connsiteY217" fmla="*/ 183832 h 1163932"/>
              <a:gd name="connsiteX218" fmla="*/ 1797102 w 12192000"/>
              <a:gd name="connsiteY218" fmla="*/ 188721 h 1163932"/>
              <a:gd name="connsiteX219" fmla="*/ 1845638 w 12192000"/>
              <a:gd name="connsiteY219" fmla="*/ 170206 h 1163932"/>
              <a:gd name="connsiteX220" fmla="*/ 1848980 w 12192000"/>
              <a:gd name="connsiteY220" fmla="*/ 173948 h 1163932"/>
              <a:gd name="connsiteX221" fmla="*/ 1880587 w 12192000"/>
              <a:gd name="connsiteY221" fmla="*/ 171938 h 1163932"/>
              <a:gd name="connsiteX222" fmla="*/ 1995803 w 12192000"/>
              <a:gd name="connsiteY222" fmla="*/ 138279 h 1163932"/>
              <a:gd name="connsiteX223" fmla="*/ 2057448 w 12192000"/>
              <a:gd name="connsiteY223" fmla="*/ 135082 h 1163932"/>
              <a:gd name="connsiteX224" fmla="*/ 2119088 w 12192000"/>
              <a:gd name="connsiteY224" fmla="*/ 119940 h 1163932"/>
              <a:gd name="connsiteX225" fmla="*/ 2138831 w 12192000"/>
              <a:gd name="connsiteY225" fmla="*/ 122626 h 1163932"/>
              <a:gd name="connsiteX226" fmla="*/ 2174180 w 12192000"/>
              <a:gd name="connsiteY226" fmla="*/ 117121 h 1163932"/>
              <a:gd name="connsiteX227" fmla="*/ 2214259 w 12192000"/>
              <a:gd name="connsiteY227" fmla="*/ 116974 h 1163932"/>
              <a:gd name="connsiteX228" fmla="*/ 2264911 w 12192000"/>
              <a:gd name="connsiteY228" fmla="*/ 108071 h 1163932"/>
              <a:gd name="connsiteX229" fmla="*/ 2298963 w 12192000"/>
              <a:gd name="connsiteY229" fmla="*/ 107788 h 1163932"/>
              <a:gd name="connsiteX230" fmla="*/ 2454058 w 12192000"/>
              <a:gd name="connsiteY230" fmla="*/ 73698 h 1163932"/>
              <a:gd name="connsiteX231" fmla="*/ 2534188 w 12192000"/>
              <a:gd name="connsiteY231" fmla="*/ 70162 h 1163932"/>
              <a:gd name="connsiteX232" fmla="*/ 2616912 w 12192000"/>
              <a:gd name="connsiteY232" fmla="*/ 51189 h 1163932"/>
              <a:gd name="connsiteX233" fmla="*/ 2698592 w 12192000"/>
              <a:gd name="connsiteY233" fmla="*/ 42305 h 1163932"/>
              <a:gd name="connsiteX234" fmla="*/ 2891953 w 12192000"/>
              <a:gd name="connsiteY234" fmla="*/ 34973 h 1163932"/>
              <a:gd name="connsiteX235" fmla="*/ 2955508 w 12192000"/>
              <a:gd name="connsiteY235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29109 w 12192000"/>
              <a:gd name="connsiteY92" fmla="*/ 109777 h 1163932"/>
              <a:gd name="connsiteX93" fmla="*/ 8237963 w 12192000"/>
              <a:gd name="connsiteY93" fmla="*/ 113428 h 1163932"/>
              <a:gd name="connsiteX94" fmla="*/ 8248358 w 12192000"/>
              <a:gd name="connsiteY94" fmla="*/ 112494 h 1163932"/>
              <a:gd name="connsiteX95" fmla="*/ 8249309 w 12192000"/>
              <a:gd name="connsiteY95" fmla="*/ 113130 h 1163932"/>
              <a:gd name="connsiteX96" fmla="*/ 8249997 w 12192000"/>
              <a:gd name="connsiteY96" fmla="*/ 112347 h 1163932"/>
              <a:gd name="connsiteX97" fmla="*/ 8272162 w 12192000"/>
              <a:gd name="connsiteY97" fmla="*/ 110356 h 1163932"/>
              <a:gd name="connsiteX98" fmla="*/ 8292349 w 12192000"/>
              <a:gd name="connsiteY98" fmla="*/ 103912 h 1163932"/>
              <a:gd name="connsiteX99" fmla="*/ 8292491 w 12192000"/>
              <a:gd name="connsiteY99" fmla="*/ 103935 h 1163932"/>
              <a:gd name="connsiteX100" fmla="*/ 8307239 w 12192000"/>
              <a:gd name="connsiteY100" fmla="*/ 101023 h 1163932"/>
              <a:gd name="connsiteX101" fmla="*/ 8339282 w 12192000"/>
              <a:gd name="connsiteY101" fmla="*/ 115374 h 1163932"/>
              <a:gd name="connsiteX102" fmla="*/ 8346156 w 12192000"/>
              <a:gd name="connsiteY102" fmla="*/ 117659 h 1163932"/>
              <a:gd name="connsiteX103" fmla="*/ 8346467 w 12192000"/>
              <a:gd name="connsiteY103" fmla="*/ 117456 h 1163932"/>
              <a:gd name="connsiteX104" fmla="*/ 8354069 w 12192000"/>
              <a:gd name="connsiteY104" fmla="*/ 119374 h 1163932"/>
              <a:gd name="connsiteX105" fmla="*/ 8358687 w 12192000"/>
              <a:gd name="connsiteY105" fmla="*/ 121825 h 1163932"/>
              <a:gd name="connsiteX106" fmla="*/ 8433385 w 12192000"/>
              <a:gd name="connsiteY106" fmla="*/ 106101 h 1163932"/>
              <a:gd name="connsiteX107" fmla="*/ 8533779 w 12192000"/>
              <a:gd name="connsiteY107" fmla="*/ 104806 h 1163932"/>
              <a:gd name="connsiteX108" fmla="*/ 8632833 w 12192000"/>
              <a:gd name="connsiteY108" fmla="*/ 106964 h 1163932"/>
              <a:gd name="connsiteX109" fmla="*/ 8668523 w 12192000"/>
              <a:gd name="connsiteY109" fmla="*/ 109411 h 1163932"/>
              <a:gd name="connsiteX110" fmla="*/ 8732893 w 12192000"/>
              <a:gd name="connsiteY110" fmla="*/ 106423 h 1163932"/>
              <a:gd name="connsiteX111" fmla="*/ 8764071 w 12192000"/>
              <a:gd name="connsiteY111" fmla="*/ 101019 h 1163932"/>
              <a:gd name="connsiteX112" fmla="*/ 8767004 w 12192000"/>
              <a:gd name="connsiteY112" fmla="*/ 97951 h 1163932"/>
              <a:gd name="connsiteX113" fmla="*/ 8772553 w 12192000"/>
              <a:gd name="connsiteY113" fmla="*/ 96746 h 1163932"/>
              <a:gd name="connsiteX114" fmla="*/ 8787201 w 12192000"/>
              <a:gd name="connsiteY114" fmla="*/ 98465 h 1163932"/>
              <a:gd name="connsiteX115" fmla="*/ 8792624 w 12192000"/>
              <a:gd name="connsiteY115" fmla="*/ 99935 h 1163932"/>
              <a:gd name="connsiteX116" fmla="*/ 8800741 w 12192000"/>
              <a:gd name="connsiteY116" fmla="*/ 100329 h 1163932"/>
              <a:gd name="connsiteX117" fmla="*/ 8800966 w 12192000"/>
              <a:gd name="connsiteY117" fmla="*/ 100077 h 1163932"/>
              <a:gd name="connsiteX118" fmla="*/ 8808513 w 12192000"/>
              <a:gd name="connsiteY118" fmla="*/ 100962 h 1163932"/>
              <a:gd name="connsiteX119" fmla="*/ 8845110 w 12192000"/>
              <a:gd name="connsiteY119" fmla="*/ 108611 h 1163932"/>
              <a:gd name="connsiteX120" fmla="*/ 8896773 w 12192000"/>
              <a:gd name="connsiteY120" fmla="*/ 86101 h 1163932"/>
              <a:gd name="connsiteX121" fmla="*/ 8917529 w 12192000"/>
              <a:gd name="connsiteY121" fmla="*/ 82805 h 1163932"/>
              <a:gd name="connsiteX122" fmla="*/ 8929546 w 12192000"/>
              <a:gd name="connsiteY122" fmla="*/ 78543 h 1163932"/>
              <a:gd name="connsiteX123" fmla="*/ 9026654 w 12192000"/>
              <a:gd name="connsiteY123" fmla="*/ 99852 h 1163932"/>
              <a:gd name="connsiteX124" fmla="*/ 9040737 w 12192000"/>
              <a:gd name="connsiteY124" fmla="*/ 105786 h 1163932"/>
              <a:gd name="connsiteX125" fmla="*/ 9052026 w 12192000"/>
              <a:gd name="connsiteY125" fmla="*/ 115808 h 1163932"/>
              <a:gd name="connsiteX126" fmla="*/ 9203241 w 12192000"/>
              <a:gd name="connsiteY126" fmla="*/ 118145 h 1163932"/>
              <a:gd name="connsiteX127" fmla="*/ 9415584 w 12192000"/>
              <a:gd name="connsiteY127" fmla="*/ 163588 h 1163932"/>
              <a:gd name="connsiteX128" fmla="*/ 9505102 w 12192000"/>
              <a:gd name="connsiteY128" fmla="*/ 147474 h 1163932"/>
              <a:gd name="connsiteX129" fmla="*/ 9643040 w 12192000"/>
              <a:gd name="connsiteY129" fmla="*/ 164665 h 1163932"/>
              <a:gd name="connsiteX130" fmla="*/ 9762999 w 12192000"/>
              <a:gd name="connsiteY130" fmla="*/ 169055 h 1163932"/>
              <a:gd name="connsiteX131" fmla="*/ 9776183 w 12192000"/>
              <a:gd name="connsiteY131" fmla="*/ 168623 h 1163932"/>
              <a:gd name="connsiteX132" fmla="*/ 9780532 w 12192000"/>
              <a:gd name="connsiteY132" fmla="*/ 162255 h 1163932"/>
              <a:gd name="connsiteX133" fmla="*/ 9824924 w 12192000"/>
              <a:gd name="connsiteY133" fmla="*/ 158079 h 1163932"/>
              <a:gd name="connsiteX134" fmla="*/ 9910588 w 12192000"/>
              <a:gd name="connsiteY134" fmla="*/ 160759 h 1163932"/>
              <a:gd name="connsiteX135" fmla="*/ 9924173 w 12192000"/>
              <a:gd name="connsiteY135" fmla="*/ 165023 h 1163932"/>
              <a:gd name="connsiteX136" fmla="*/ 10010969 w 12192000"/>
              <a:gd name="connsiteY136" fmla="*/ 162234 h 1163932"/>
              <a:gd name="connsiteX137" fmla="*/ 10070699 w 12192000"/>
              <a:gd name="connsiteY137" fmla="*/ 164286 h 1163932"/>
              <a:gd name="connsiteX138" fmla="*/ 10083825 w 12192000"/>
              <a:gd name="connsiteY138" fmla="*/ 168444 h 1163932"/>
              <a:gd name="connsiteX139" fmla="*/ 10097932 w 12192000"/>
              <a:gd name="connsiteY139" fmla="*/ 161160 h 1163932"/>
              <a:gd name="connsiteX140" fmla="*/ 10101779 w 12192000"/>
              <a:gd name="connsiteY140" fmla="*/ 155488 h 1163932"/>
              <a:gd name="connsiteX141" fmla="*/ 10149437 w 12192000"/>
              <a:gd name="connsiteY141" fmla="*/ 158598 h 1163932"/>
              <a:gd name="connsiteX142" fmla="*/ 10155104 w 12192000"/>
              <a:gd name="connsiteY142" fmla="*/ 158045 h 1163932"/>
              <a:gd name="connsiteX143" fmla="*/ 10250982 w 12192000"/>
              <a:gd name="connsiteY143" fmla="*/ 135074 h 1163932"/>
              <a:gd name="connsiteX144" fmla="*/ 10343301 w 12192000"/>
              <a:gd name="connsiteY144" fmla="*/ 97316 h 1163932"/>
              <a:gd name="connsiteX145" fmla="*/ 10366625 w 12192000"/>
              <a:gd name="connsiteY145" fmla="*/ 85860 h 1163932"/>
              <a:gd name="connsiteX146" fmla="*/ 10433505 w 12192000"/>
              <a:gd name="connsiteY146" fmla="*/ 71432 h 1163932"/>
              <a:gd name="connsiteX147" fmla="*/ 10547510 w 12192000"/>
              <a:gd name="connsiteY147" fmla="*/ 53678 h 1163932"/>
              <a:gd name="connsiteX148" fmla="*/ 10588150 w 12192000"/>
              <a:gd name="connsiteY148" fmla="*/ 38719 h 1163932"/>
              <a:gd name="connsiteX149" fmla="*/ 10589457 w 12192000"/>
              <a:gd name="connsiteY149" fmla="*/ 31728 h 1163932"/>
              <a:gd name="connsiteX150" fmla="*/ 10699976 w 12192000"/>
              <a:gd name="connsiteY150" fmla="*/ 49777 h 1163932"/>
              <a:gd name="connsiteX151" fmla="*/ 10812237 w 12192000"/>
              <a:gd name="connsiteY151" fmla="*/ 52759 h 1163932"/>
              <a:gd name="connsiteX152" fmla="*/ 10869837 w 12192000"/>
              <a:gd name="connsiteY152" fmla="*/ 72227 h 1163932"/>
              <a:gd name="connsiteX153" fmla="*/ 10881770 w 12192000"/>
              <a:gd name="connsiteY153" fmla="*/ 80104 h 1163932"/>
              <a:gd name="connsiteX154" fmla="*/ 10896899 w 12192000"/>
              <a:gd name="connsiteY154" fmla="*/ 77163 h 1163932"/>
              <a:gd name="connsiteX155" fmla="*/ 10901748 w 12192000"/>
              <a:gd name="connsiteY155" fmla="*/ 72784 h 1163932"/>
              <a:gd name="connsiteX156" fmla="*/ 10947419 w 12192000"/>
              <a:gd name="connsiteY156" fmla="*/ 89748 h 1163932"/>
              <a:gd name="connsiteX157" fmla="*/ 10953034 w 12192000"/>
              <a:gd name="connsiteY157" fmla="*/ 90870 h 1163932"/>
              <a:gd name="connsiteX158" fmla="*/ 10992070 w 12192000"/>
              <a:gd name="connsiteY158" fmla="*/ 95273 h 1163932"/>
              <a:gd name="connsiteX159" fmla="*/ 11112372 w 12192000"/>
              <a:gd name="connsiteY159" fmla="*/ 88679 h 1163932"/>
              <a:gd name="connsiteX160" fmla="*/ 11147719 w 12192000"/>
              <a:gd name="connsiteY160" fmla="*/ 86992 h 1163932"/>
              <a:gd name="connsiteX161" fmla="*/ 11172617 w 12192000"/>
              <a:gd name="connsiteY161" fmla="*/ 82697 h 1163932"/>
              <a:gd name="connsiteX162" fmla="*/ 11240397 w 12192000"/>
              <a:gd name="connsiteY162" fmla="*/ 88262 h 1163932"/>
              <a:gd name="connsiteX163" fmla="*/ 11270034 w 12192000"/>
              <a:gd name="connsiteY163" fmla="*/ 98379 h 1163932"/>
              <a:gd name="connsiteX164" fmla="*/ 11293091 w 12192000"/>
              <a:gd name="connsiteY164" fmla="*/ 98474 h 1163932"/>
              <a:gd name="connsiteX165" fmla="*/ 11310949 w 12192000"/>
              <a:gd name="connsiteY165" fmla="*/ 104274 h 1163932"/>
              <a:gd name="connsiteX166" fmla="*/ 11345279 w 12192000"/>
              <a:gd name="connsiteY166" fmla="*/ 101883 h 1163932"/>
              <a:gd name="connsiteX167" fmla="*/ 11354597 w 12192000"/>
              <a:gd name="connsiteY167" fmla="*/ 104385 h 1163932"/>
              <a:gd name="connsiteX168" fmla="*/ 11367725 w 12192000"/>
              <a:gd name="connsiteY168" fmla="*/ 104431 h 1163932"/>
              <a:gd name="connsiteX169" fmla="*/ 11399832 w 12192000"/>
              <a:gd name="connsiteY169" fmla="*/ 117048 h 1163932"/>
              <a:gd name="connsiteX170" fmla="*/ 11487595 w 12192000"/>
              <a:gd name="connsiteY170" fmla="*/ 158754 h 1163932"/>
              <a:gd name="connsiteX171" fmla="*/ 11590850 w 12192000"/>
              <a:gd name="connsiteY171" fmla="*/ 244984 h 1163932"/>
              <a:gd name="connsiteX172" fmla="*/ 11736204 w 12192000"/>
              <a:gd name="connsiteY172" fmla="*/ 283941 h 1163932"/>
              <a:gd name="connsiteX173" fmla="*/ 11760331 w 12192000"/>
              <a:gd name="connsiteY173" fmla="*/ 298368 h 1163932"/>
              <a:gd name="connsiteX174" fmla="*/ 11819139 w 12192000"/>
              <a:gd name="connsiteY174" fmla="*/ 310575 h 1163932"/>
              <a:gd name="connsiteX175" fmla="*/ 11821967 w 12192000"/>
              <a:gd name="connsiteY175" fmla="*/ 312222 h 1163932"/>
              <a:gd name="connsiteX176" fmla="*/ 11847125 w 12192000"/>
              <a:gd name="connsiteY176" fmla="*/ 303833 h 1163932"/>
              <a:gd name="connsiteX177" fmla="*/ 11980134 w 12192000"/>
              <a:gd name="connsiteY177" fmla="*/ 328343 h 1163932"/>
              <a:gd name="connsiteX178" fmla="*/ 12174576 w 12192000"/>
              <a:gd name="connsiteY178" fmla="*/ 382540 h 1163932"/>
              <a:gd name="connsiteX179" fmla="*/ 12192000 w 12192000"/>
              <a:gd name="connsiteY179" fmla="*/ 385665 h 1163932"/>
              <a:gd name="connsiteX180" fmla="*/ 12192000 w 12192000"/>
              <a:gd name="connsiteY180" fmla="*/ 1163932 h 1163932"/>
              <a:gd name="connsiteX181" fmla="*/ 0 w 12192000"/>
              <a:gd name="connsiteY181" fmla="*/ 1163932 h 1163932"/>
              <a:gd name="connsiteX182" fmla="*/ 0 w 12192000"/>
              <a:gd name="connsiteY182" fmla="*/ 489977 h 1163932"/>
              <a:gd name="connsiteX183" fmla="*/ 5331 w 12192000"/>
              <a:gd name="connsiteY183" fmla="*/ 489229 h 1163932"/>
              <a:gd name="connsiteX184" fmla="*/ 39902 w 12192000"/>
              <a:gd name="connsiteY184" fmla="*/ 478716 h 1163932"/>
              <a:gd name="connsiteX185" fmla="*/ 117880 w 12192000"/>
              <a:gd name="connsiteY185" fmla="*/ 427388 h 1163932"/>
              <a:gd name="connsiteX186" fmla="*/ 238140 w 12192000"/>
              <a:gd name="connsiteY186" fmla="*/ 385729 h 1163932"/>
              <a:gd name="connsiteX187" fmla="*/ 249589 w 12192000"/>
              <a:gd name="connsiteY187" fmla="*/ 385949 h 1163932"/>
              <a:gd name="connsiteX188" fmla="*/ 296963 w 12192000"/>
              <a:gd name="connsiteY188" fmla="*/ 362534 h 1163932"/>
              <a:gd name="connsiteX189" fmla="*/ 339235 w 12192000"/>
              <a:gd name="connsiteY189" fmla="*/ 330857 h 1163932"/>
              <a:gd name="connsiteX190" fmla="*/ 447152 w 12192000"/>
              <a:gd name="connsiteY190" fmla="*/ 333855 h 1163932"/>
              <a:gd name="connsiteX191" fmla="*/ 475247 w 12192000"/>
              <a:gd name="connsiteY191" fmla="*/ 343146 h 1163932"/>
              <a:gd name="connsiteX192" fmla="*/ 477967 w 12192000"/>
              <a:gd name="connsiteY192" fmla="*/ 344392 h 1163932"/>
              <a:gd name="connsiteX193" fmla="*/ 527683 w 12192000"/>
              <a:gd name="connsiteY193" fmla="*/ 339655 h 1163932"/>
              <a:gd name="connsiteX194" fmla="*/ 703732 w 12192000"/>
              <a:gd name="connsiteY194" fmla="*/ 323031 h 1163932"/>
              <a:gd name="connsiteX195" fmla="*/ 853391 w 12192000"/>
              <a:gd name="connsiteY195" fmla="*/ 310023 h 1163932"/>
              <a:gd name="connsiteX196" fmla="*/ 925332 w 12192000"/>
              <a:gd name="connsiteY196" fmla="*/ 305118 h 1163932"/>
              <a:gd name="connsiteX197" fmla="*/ 941286 w 12192000"/>
              <a:gd name="connsiteY197" fmla="*/ 295364 h 1163932"/>
              <a:gd name="connsiteX198" fmla="*/ 950845 w 12192000"/>
              <a:gd name="connsiteY198" fmla="*/ 293027 h 1163932"/>
              <a:gd name="connsiteX199" fmla="*/ 953292 w 12192000"/>
              <a:gd name="connsiteY199" fmla="*/ 287324 h 1163932"/>
              <a:gd name="connsiteX200" fmla="*/ 967499 w 12192000"/>
              <a:gd name="connsiteY200" fmla="*/ 280192 h 1163932"/>
              <a:gd name="connsiteX201" fmla="*/ 985161 w 12192000"/>
              <a:gd name="connsiteY201" fmla="*/ 277297 h 1163932"/>
              <a:gd name="connsiteX202" fmla="*/ 1069267 w 12192000"/>
              <a:gd name="connsiteY202" fmla="*/ 269198 h 1163932"/>
              <a:gd name="connsiteX203" fmla="*/ 1138407 w 12192000"/>
              <a:gd name="connsiteY203" fmla="*/ 252999 h 1163932"/>
              <a:gd name="connsiteX204" fmla="*/ 1164931 w 12192000"/>
              <a:gd name="connsiteY204" fmla="*/ 245054 h 1163932"/>
              <a:gd name="connsiteX205" fmla="*/ 1211622 w 12192000"/>
              <a:gd name="connsiteY205" fmla="*/ 227108 h 1163932"/>
              <a:gd name="connsiteX206" fmla="*/ 1274567 w 12192000"/>
              <a:gd name="connsiteY206" fmla="*/ 209812 h 1163932"/>
              <a:gd name="connsiteX207" fmla="*/ 1325029 w 12192000"/>
              <a:gd name="connsiteY207" fmla="*/ 214369 h 1163932"/>
              <a:gd name="connsiteX208" fmla="*/ 1356805 w 12192000"/>
              <a:gd name="connsiteY208" fmla="*/ 210054 h 1163932"/>
              <a:gd name="connsiteX209" fmla="*/ 1468752 w 12192000"/>
              <a:gd name="connsiteY209" fmla="*/ 221036 h 1163932"/>
              <a:gd name="connsiteX210" fmla="*/ 1650750 w 12192000"/>
              <a:gd name="connsiteY210" fmla="*/ 171522 h 1163932"/>
              <a:gd name="connsiteX211" fmla="*/ 1655056 w 12192000"/>
              <a:gd name="connsiteY211" fmla="*/ 178538 h 1163932"/>
              <a:gd name="connsiteX212" fmla="*/ 1683220 w 12192000"/>
              <a:gd name="connsiteY212" fmla="*/ 176084 h 1163932"/>
              <a:gd name="connsiteX213" fmla="*/ 1685599 w 12192000"/>
              <a:gd name="connsiteY213" fmla="*/ 171820 h 1163932"/>
              <a:gd name="connsiteX214" fmla="*/ 1689230 w 12192000"/>
              <a:gd name="connsiteY214" fmla="*/ 171091 h 1163932"/>
              <a:gd name="connsiteX215" fmla="*/ 1691052 w 12192000"/>
              <a:gd name="connsiteY215" fmla="*/ 175010 h 1163932"/>
              <a:gd name="connsiteX216" fmla="*/ 1735783 w 12192000"/>
              <a:gd name="connsiteY216" fmla="*/ 183832 h 1163932"/>
              <a:gd name="connsiteX217" fmla="*/ 1797102 w 12192000"/>
              <a:gd name="connsiteY217" fmla="*/ 188721 h 1163932"/>
              <a:gd name="connsiteX218" fmla="*/ 1845638 w 12192000"/>
              <a:gd name="connsiteY218" fmla="*/ 170206 h 1163932"/>
              <a:gd name="connsiteX219" fmla="*/ 1848980 w 12192000"/>
              <a:gd name="connsiteY219" fmla="*/ 173948 h 1163932"/>
              <a:gd name="connsiteX220" fmla="*/ 1880587 w 12192000"/>
              <a:gd name="connsiteY220" fmla="*/ 171938 h 1163932"/>
              <a:gd name="connsiteX221" fmla="*/ 1995803 w 12192000"/>
              <a:gd name="connsiteY221" fmla="*/ 138279 h 1163932"/>
              <a:gd name="connsiteX222" fmla="*/ 2057448 w 12192000"/>
              <a:gd name="connsiteY222" fmla="*/ 135082 h 1163932"/>
              <a:gd name="connsiteX223" fmla="*/ 2119088 w 12192000"/>
              <a:gd name="connsiteY223" fmla="*/ 119940 h 1163932"/>
              <a:gd name="connsiteX224" fmla="*/ 2138831 w 12192000"/>
              <a:gd name="connsiteY224" fmla="*/ 122626 h 1163932"/>
              <a:gd name="connsiteX225" fmla="*/ 2174180 w 12192000"/>
              <a:gd name="connsiteY225" fmla="*/ 117121 h 1163932"/>
              <a:gd name="connsiteX226" fmla="*/ 2214259 w 12192000"/>
              <a:gd name="connsiteY226" fmla="*/ 116974 h 1163932"/>
              <a:gd name="connsiteX227" fmla="*/ 2264911 w 12192000"/>
              <a:gd name="connsiteY227" fmla="*/ 108071 h 1163932"/>
              <a:gd name="connsiteX228" fmla="*/ 2298963 w 12192000"/>
              <a:gd name="connsiteY228" fmla="*/ 107788 h 1163932"/>
              <a:gd name="connsiteX229" fmla="*/ 2454058 w 12192000"/>
              <a:gd name="connsiteY229" fmla="*/ 73698 h 1163932"/>
              <a:gd name="connsiteX230" fmla="*/ 2534188 w 12192000"/>
              <a:gd name="connsiteY230" fmla="*/ 70162 h 1163932"/>
              <a:gd name="connsiteX231" fmla="*/ 2616912 w 12192000"/>
              <a:gd name="connsiteY231" fmla="*/ 51189 h 1163932"/>
              <a:gd name="connsiteX232" fmla="*/ 2698592 w 12192000"/>
              <a:gd name="connsiteY232" fmla="*/ 42305 h 1163932"/>
              <a:gd name="connsiteX233" fmla="*/ 2891953 w 12192000"/>
              <a:gd name="connsiteY233" fmla="*/ 34973 h 1163932"/>
              <a:gd name="connsiteX234" fmla="*/ 2955508 w 12192000"/>
              <a:gd name="connsiteY234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052026 w 12192000"/>
              <a:gd name="connsiteY123" fmla="*/ 115808 h 1163932"/>
              <a:gd name="connsiteX124" fmla="*/ 9203241 w 12192000"/>
              <a:gd name="connsiteY124" fmla="*/ 118145 h 1163932"/>
              <a:gd name="connsiteX125" fmla="*/ 9415584 w 12192000"/>
              <a:gd name="connsiteY125" fmla="*/ 163588 h 1163932"/>
              <a:gd name="connsiteX126" fmla="*/ 9505102 w 12192000"/>
              <a:gd name="connsiteY126" fmla="*/ 147474 h 1163932"/>
              <a:gd name="connsiteX127" fmla="*/ 9643040 w 12192000"/>
              <a:gd name="connsiteY127" fmla="*/ 164665 h 1163932"/>
              <a:gd name="connsiteX128" fmla="*/ 9762999 w 12192000"/>
              <a:gd name="connsiteY128" fmla="*/ 169055 h 1163932"/>
              <a:gd name="connsiteX129" fmla="*/ 9776183 w 12192000"/>
              <a:gd name="connsiteY129" fmla="*/ 168623 h 1163932"/>
              <a:gd name="connsiteX130" fmla="*/ 9780532 w 12192000"/>
              <a:gd name="connsiteY130" fmla="*/ 162255 h 1163932"/>
              <a:gd name="connsiteX131" fmla="*/ 9824924 w 12192000"/>
              <a:gd name="connsiteY131" fmla="*/ 158079 h 1163932"/>
              <a:gd name="connsiteX132" fmla="*/ 9910588 w 12192000"/>
              <a:gd name="connsiteY132" fmla="*/ 160759 h 1163932"/>
              <a:gd name="connsiteX133" fmla="*/ 9924173 w 12192000"/>
              <a:gd name="connsiteY133" fmla="*/ 165023 h 1163932"/>
              <a:gd name="connsiteX134" fmla="*/ 10010969 w 12192000"/>
              <a:gd name="connsiteY134" fmla="*/ 162234 h 1163932"/>
              <a:gd name="connsiteX135" fmla="*/ 10070699 w 12192000"/>
              <a:gd name="connsiteY135" fmla="*/ 164286 h 1163932"/>
              <a:gd name="connsiteX136" fmla="*/ 10083825 w 12192000"/>
              <a:gd name="connsiteY136" fmla="*/ 168444 h 1163932"/>
              <a:gd name="connsiteX137" fmla="*/ 10097932 w 12192000"/>
              <a:gd name="connsiteY137" fmla="*/ 161160 h 1163932"/>
              <a:gd name="connsiteX138" fmla="*/ 10101779 w 12192000"/>
              <a:gd name="connsiteY138" fmla="*/ 155488 h 1163932"/>
              <a:gd name="connsiteX139" fmla="*/ 10149437 w 12192000"/>
              <a:gd name="connsiteY139" fmla="*/ 158598 h 1163932"/>
              <a:gd name="connsiteX140" fmla="*/ 10155104 w 12192000"/>
              <a:gd name="connsiteY140" fmla="*/ 158045 h 1163932"/>
              <a:gd name="connsiteX141" fmla="*/ 10250982 w 12192000"/>
              <a:gd name="connsiteY141" fmla="*/ 135074 h 1163932"/>
              <a:gd name="connsiteX142" fmla="*/ 10343301 w 12192000"/>
              <a:gd name="connsiteY142" fmla="*/ 97316 h 1163932"/>
              <a:gd name="connsiteX143" fmla="*/ 10366625 w 12192000"/>
              <a:gd name="connsiteY143" fmla="*/ 85860 h 1163932"/>
              <a:gd name="connsiteX144" fmla="*/ 10433505 w 12192000"/>
              <a:gd name="connsiteY144" fmla="*/ 71432 h 1163932"/>
              <a:gd name="connsiteX145" fmla="*/ 10547510 w 12192000"/>
              <a:gd name="connsiteY145" fmla="*/ 53678 h 1163932"/>
              <a:gd name="connsiteX146" fmla="*/ 10588150 w 12192000"/>
              <a:gd name="connsiteY146" fmla="*/ 38719 h 1163932"/>
              <a:gd name="connsiteX147" fmla="*/ 10589457 w 12192000"/>
              <a:gd name="connsiteY147" fmla="*/ 31728 h 1163932"/>
              <a:gd name="connsiteX148" fmla="*/ 10699976 w 12192000"/>
              <a:gd name="connsiteY148" fmla="*/ 49777 h 1163932"/>
              <a:gd name="connsiteX149" fmla="*/ 10812237 w 12192000"/>
              <a:gd name="connsiteY149" fmla="*/ 52759 h 1163932"/>
              <a:gd name="connsiteX150" fmla="*/ 10869837 w 12192000"/>
              <a:gd name="connsiteY150" fmla="*/ 72227 h 1163932"/>
              <a:gd name="connsiteX151" fmla="*/ 10881770 w 12192000"/>
              <a:gd name="connsiteY151" fmla="*/ 80104 h 1163932"/>
              <a:gd name="connsiteX152" fmla="*/ 10896899 w 12192000"/>
              <a:gd name="connsiteY152" fmla="*/ 77163 h 1163932"/>
              <a:gd name="connsiteX153" fmla="*/ 10901748 w 12192000"/>
              <a:gd name="connsiteY153" fmla="*/ 72784 h 1163932"/>
              <a:gd name="connsiteX154" fmla="*/ 10947419 w 12192000"/>
              <a:gd name="connsiteY154" fmla="*/ 89748 h 1163932"/>
              <a:gd name="connsiteX155" fmla="*/ 10953034 w 12192000"/>
              <a:gd name="connsiteY155" fmla="*/ 90870 h 1163932"/>
              <a:gd name="connsiteX156" fmla="*/ 10992070 w 12192000"/>
              <a:gd name="connsiteY156" fmla="*/ 95273 h 1163932"/>
              <a:gd name="connsiteX157" fmla="*/ 11112372 w 12192000"/>
              <a:gd name="connsiteY157" fmla="*/ 88679 h 1163932"/>
              <a:gd name="connsiteX158" fmla="*/ 11147719 w 12192000"/>
              <a:gd name="connsiteY158" fmla="*/ 86992 h 1163932"/>
              <a:gd name="connsiteX159" fmla="*/ 11172617 w 12192000"/>
              <a:gd name="connsiteY159" fmla="*/ 82697 h 1163932"/>
              <a:gd name="connsiteX160" fmla="*/ 11240397 w 12192000"/>
              <a:gd name="connsiteY160" fmla="*/ 88262 h 1163932"/>
              <a:gd name="connsiteX161" fmla="*/ 11270034 w 12192000"/>
              <a:gd name="connsiteY161" fmla="*/ 98379 h 1163932"/>
              <a:gd name="connsiteX162" fmla="*/ 11293091 w 12192000"/>
              <a:gd name="connsiteY162" fmla="*/ 98474 h 1163932"/>
              <a:gd name="connsiteX163" fmla="*/ 11310949 w 12192000"/>
              <a:gd name="connsiteY163" fmla="*/ 104274 h 1163932"/>
              <a:gd name="connsiteX164" fmla="*/ 11345279 w 12192000"/>
              <a:gd name="connsiteY164" fmla="*/ 101883 h 1163932"/>
              <a:gd name="connsiteX165" fmla="*/ 11354597 w 12192000"/>
              <a:gd name="connsiteY165" fmla="*/ 104385 h 1163932"/>
              <a:gd name="connsiteX166" fmla="*/ 11367725 w 12192000"/>
              <a:gd name="connsiteY166" fmla="*/ 104431 h 1163932"/>
              <a:gd name="connsiteX167" fmla="*/ 11399832 w 12192000"/>
              <a:gd name="connsiteY167" fmla="*/ 117048 h 1163932"/>
              <a:gd name="connsiteX168" fmla="*/ 11487595 w 12192000"/>
              <a:gd name="connsiteY168" fmla="*/ 158754 h 1163932"/>
              <a:gd name="connsiteX169" fmla="*/ 11590850 w 12192000"/>
              <a:gd name="connsiteY169" fmla="*/ 244984 h 1163932"/>
              <a:gd name="connsiteX170" fmla="*/ 11736204 w 12192000"/>
              <a:gd name="connsiteY170" fmla="*/ 283941 h 1163932"/>
              <a:gd name="connsiteX171" fmla="*/ 11760331 w 12192000"/>
              <a:gd name="connsiteY171" fmla="*/ 298368 h 1163932"/>
              <a:gd name="connsiteX172" fmla="*/ 11819139 w 12192000"/>
              <a:gd name="connsiteY172" fmla="*/ 310575 h 1163932"/>
              <a:gd name="connsiteX173" fmla="*/ 11821967 w 12192000"/>
              <a:gd name="connsiteY173" fmla="*/ 312222 h 1163932"/>
              <a:gd name="connsiteX174" fmla="*/ 11847125 w 12192000"/>
              <a:gd name="connsiteY174" fmla="*/ 303833 h 1163932"/>
              <a:gd name="connsiteX175" fmla="*/ 11980134 w 12192000"/>
              <a:gd name="connsiteY175" fmla="*/ 328343 h 1163932"/>
              <a:gd name="connsiteX176" fmla="*/ 12174576 w 12192000"/>
              <a:gd name="connsiteY176" fmla="*/ 382540 h 1163932"/>
              <a:gd name="connsiteX177" fmla="*/ 12192000 w 12192000"/>
              <a:gd name="connsiteY177" fmla="*/ 385665 h 1163932"/>
              <a:gd name="connsiteX178" fmla="*/ 12192000 w 12192000"/>
              <a:gd name="connsiteY178" fmla="*/ 1163932 h 1163932"/>
              <a:gd name="connsiteX179" fmla="*/ 0 w 12192000"/>
              <a:gd name="connsiteY179" fmla="*/ 1163932 h 1163932"/>
              <a:gd name="connsiteX180" fmla="*/ 0 w 12192000"/>
              <a:gd name="connsiteY180" fmla="*/ 489977 h 1163932"/>
              <a:gd name="connsiteX181" fmla="*/ 5331 w 12192000"/>
              <a:gd name="connsiteY181" fmla="*/ 489229 h 1163932"/>
              <a:gd name="connsiteX182" fmla="*/ 39902 w 12192000"/>
              <a:gd name="connsiteY182" fmla="*/ 478716 h 1163932"/>
              <a:gd name="connsiteX183" fmla="*/ 117880 w 12192000"/>
              <a:gd name="connsiteY183" fmla="*/ 427388 h 1163932"/>
              <a:gd name="connsiteX184" fmla="*/ 238140 w 12192000"/>
              <a:gd name="connsiteY184" fmla="*/ 385729 h 1163932"/>
              <a:gd name="connsiteX185" fmla="*/ 249589 w 12192000"/>
              <a:gd name="connsiteY185" fmla="*/ 385949 h 1163932"/>
              <a:gd name="connsiteX186" fmla="*/ 296963 w 12192000"/>
              <a:gd name="connsiteY186" fmla="*/ 362534 h 1163932"/>
              <a:gd name="connsiteX187" fmla="*/ 339235 w 12192000"/>
              <a:gd name="connsiteY187" fmla="*/ 330857 h 1163932"/>
              <a:gd name="connsiteX188" fmla="*/ 447152 w 12192000"/>
              <a:gd name="connsiteY188" fmla="*/ 333855 h 1163932"/>
              <a:gd name="connsiteX189" fmla="*/ 475247 w 12192000"/>
              <a:gd name="connsiteY189" fmla="*/ 343146 h 1163932"/>
              <a:gd name="connsiteX190" fmla="*/ 477967 w 12192000"/>
              <a:gd name="connsiteY190" fmla="*/ 344392 h 1163932"/>
              <a:gd name="connsiteX191" fmla="*/ 527683 w 12192000"/>
              <a:gd name="connsiteY191" fmla="*/ 339655 h 1163932"/>
              <a:gd name="connsiteX192" fmla="*/ 703732 w 12192000"/>
              <a:gd name="connsiteY192" fmla="*/ 323031 h 1163932"/>
              <a:gd name="connsiteX193" fmla="*/ 853391 w 12192000"/>
              <a:gd name="connsiteY193" fmla="*/ 310023 h 1163932"/>
              <a:gd name="connsiteX194" fmla="*/ 925332 w 12192000"/>
              <a:gd name="connsiteY194" fmla="*/ 305118 h 1163932"/>
              <a:gd name="connsiteX195" fmla="*/ 941286 w 12192000"/>
              <a:gd name="connsiteY195" fmla="*/ 295364 h 1163932"/>
              <a:gd name="connsiteX196" fmla="*/ 950845 w 12192000"/>
              <a:gd name="connsiteY196" fmla="*/ 293027 h 1163932"/>
              <a:gd name="connsiteX197" fmla="*/ 953292 w 12192000"/>
              <a:gd name="connsiteY197" fmla="*/ 287324 h 1163932"/>
              <a:gd name="connsiteX198" fmla="*/ 967499 w 12192000"/>
              <a:gd name="connsiteY198" fmla="*/ 280192 h 1163932"/>
              <a:gd name="connsiteX199" fmla="*/ 985161 w 12192000"/>
              <a:gd name="connsiteY199" fmla="*/ 277297 h 1163932"/>
              <a:gd name="connsiteX200" fmla="*/ 1069267 w 12192000"/>
              <a:gd name="connsiteY200" fmla="*/ 269198 h 1163932"/>
              <a:gd name="connsiteX201" fmla="*/ 1138407 w 12192000"/>
              <a:gd name="connsiteY201" fmla="*/ 252999 h 1163932"/>
              <a:gd name="connsiteX202" fmla="*/ 1164931 w 12192000"/>
              <a:gd name="connsiteY202" fmla="*/ 245054 h 1163932"/>
              <a:gd name="connsiteX203" fmla="*/ 1211622 w 12192000"/>
              <a:gd name="connsiteY203" fmla="*/ 227108 h 1163932"/>
              <a:gd name="connsiteX204" fmla="*/ 1274567 w 12192000"/>
              <a:gd name="connsiteY204" fmla="*/ 209812 h 1163932"/>
              <a:gd name="connsiteX205" fmla="*/ 1325029 w 12192000"/>
              <a:gd name="connsiteY205" fmla="*/ 214369 h 1163932"/>
              <a:gd name="connsiteX206" fmla="*/ 1356805 w 12192000"/>
              <a:gd name="connsiteY206" fmla="*/ 210054 h 1163932"/>
              <a:gd name="connsiteX207" fmla="*/ 1468752 w 12192000"/>
              <a:gd name="connsiteY207" fmla="*/ 221036 h 1163932"/>
              <a:gd name="connsiteX208" fmla="*/ 1650750 w 12192000"/>
              <a:gd name="connsiteY208" fmla="*/ 171522 h 1163932"/>
              <a:gd name="connsiteX209" fmla="*/ 1655056 w 12192000"/>
              <a:gd name="connsiteY209" fmla="*/ 178538 h 1163932"/>
              <a:gd name="connsiteX210" fmla="*/ 1683220 w 12192000"/>
              <a:gd name="connsiteY210" fmla="*/ 176084 h 1163932"/>
              <a:gd name="connsiteX211" fmla="*/ 1685599 w 12192000"/>
              <a:gd name="connsiteY211" fmla="*/ 171820 h 1163932"/>
              <a:gd name="connsiteX212" fmla="*/ 1689230 w 12192000"/>
              <a:gd name="connsiteY212" fmla="*/ 171091 h 1163932"/>
              <a:gd name="connsiteX213" fmla="*/ 1691052 w 12192000"/>
              <a:gd name="connsiteY213" fmla="*/ 175010 h 1163932"/>
              <a:gd name="connsiteX214" fmla="*/ 1735783 w 12192000"/>
              <a:gd name="connsiteY214" fmla="*/ 183832 h 1163932"/>
              <a:gd name="connsiteX215" fmla="*/ 1797102 w 12192000"/>
              <a:gd name="connsiteY215" fmla="*/ 188721 h 1163932"/>
              <a:gd name="connsiteX216" fmla="*/ 1845638 w 12192000"/>
              <a:gd name="connsiteY216" fmla="*/ 170206 h 1163932"/>
              <a:gd name="connsiteX217" fmla="*/ 1848980 w 12192000"/>
              <a:gd name="connsiteY217" fmla="*/ 173948 h 1163932"/>
              <a:gd name="connsiteX218" fmla="*/ 1880587 w 12192000"/>
              <a:gd name="connsiteY218" fmla="*/ 171938 h 1163932"/>
              <a:gd name="connsiteX219" fmla="*/ 1995803 w 12192000"/>
              <a:gd name="connsiteY219" fmla="*/ 138279 h 1163932"/>
              <a:gd name="connsiteX220" fmla="*/ 2057448 w 12192000"/>
              <a:gd name="connsiteY220" fmla="*/ 135082 h 1163932"/>
              <a:gd name="connsiteX221" fmla="*/ 2119088 w 12192000"/>
              <a:gd name="connsiteY221" fmla="*/ 119940 h 1163932"/>
              <a:gd name="connsiteX222" fmla="*/ 2138831 w 12192000"/>
              <a:gd name="connsiteY222" fmla="*/ 122626 h 1163932"/>
              <a:gd name="connsiteX223" fmla="*/ 2174180 w 12192000"/>
              <a:gd name="connsiteY223" fmla="*/ 117121 h 1163932"/>
              <a:gd name="connsiteX224" fmla="*/ 2214259 w 12192000"/>
              <a:gd name="connsiteY224" fmla="*/ 116974 h 1163932"/>
              <a:gd name="connsiteX225" fmla="*/ 2264911 w 12192000"/>
              <a:gd name="connsiteY225" fmla="*/ 108071 h 1163932"/>
              <a:gd name="connsiteX226" fmla="*/ 2298963 w 12192000"/>
              <a:gd name="connsiteY226" fmla="*/ 107788 h 1163932"/>
              <a:gd name="connsiteX227" fmla="*/ 2454058 w 12192000"/>
              <a:gd name="connsiteY227" fmla="*/ 73698 h 1163932"/>
              <a:gd name="connsiteX228" fmla="*/ 2534188 w 12192000"/>
              <a:gd name="connsiteY228" fmla="*/ 70162 h 1163932"/>
              <a:gd name="connsiteX229" fmla="*/ 2616912 w 12192000"/>
              <a:gd name="connsiteY229" fmla="*/ 51189 h 1163932"/>
              <a:gd name="connsiteX230" fmla="*/ 2698592 w 12192000"/>
              <a:gd name="connsiteY230" fmla="*/ 42305 h 1163932"/>
              <a:gd name="connsiteX231" fmla="*/ 2891953 w 12192000"/>
              <a:gd name="connsiteY231" fmla="*/ 34973 h 1163932"/>
              <a:gd name="connsiteX232" fmla="*/ 2955508 w 12192000"/>
              <a:gd name="connsiteY232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88505 w 12192000"/>
              <a:gd name="connsiteY122" fmla="*/ 119434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917529 w 12192000"/>
              <a:gd name="connsiteY119" fmla="*/ 82805 h 1163932"/>
              <a:gd name="connsiteX120" fmla="*/ 9026654 w 12192000"/>
              <a:gd name="connsiteY120" fmla="*/ 99852 h 1163932"/>
              <a:gd name="connsiteX121" fmla="*/ 9088505 w 12192000"/>
              <a:gd name="connsiteY121" fmla="*/ 119434 h 1163932"/>
              <a:gd name="connsiteX122" fmla="*/ 9203241 w 12192000"/>
              <a:gd name="connsiteY122" fmla="*/ 118145 h 1163932"/>
              <a:gd name="connsiteX123" fmla="*/ 9415584 w 12192000"/>
              <a:gd name="connsiteY123" fmla="*/ 163588 h 1163932"/>
              <a:gd name="connsiteX124" fmla="*/ 9505102 w 12192000"/>
              <a:gd name="connsiteY124" fmla="*/ 147474 h 1163932"/>
              <a:gd name="connsiteX125" fmla="*/ 9643040 w 12192000"/>
              <a:gd name="connsiteY125" fmla="*/ 164665 h 1163932"/>
              <a:gd name="connsiteX126" fmla="*/ 9762999 w 12192000"/>
              <a:gd name="connsiteY126" fmla="*/ 169055 h 1163932"/>
              <a:gd name="connsiteX127" fmla="*/ 9776183 w 12192000"/>
              <a:gd name="connsiteY127" fmla="*/ 168623 h 1163932"/>
              <a:gd name="connsiteX128" fmla="*/ 9780532 w 12192000"/>
              <a:gd name="connsiteY128" fmla="*/ 162255 h 1163932"/>
              <a:gd name="connsiteX129" fmla="*/ 9824924 w 12192000"/>
              <a:gd name="connsiteY129" fmla="*/ 158079 h 1163932"/>
              <a:gd name="connsiteX130" fmla="*/ 9910588 w 12192000"/>
              <a:gd name="connsiteY130" fmla="*/ 160759 h 1163932"/>
              <a:gd name="connsiteX131" fmla="*/ 9924173 w 12192000"/>
              <a:gd name="connsiteY131" fmla="*/ 165023 h 1163932"/>
              <a:gd name="connsiteX132" fmla="*/ 10010969 w 12192000"/>
              <a:gd name="connsiteY132" fmla="*/ 162234 h 1163932"/>
              <a:gd name="connsiteX133" fmla="*/ 10070699 w 12192000"/>
              <a:gd name="connsiteY133" fmla="*/ 164286 h 1163932"/>
              <a:gd name="connsiteX134" fmla="*/ 10083825 w 12192000"/>
              <a:gd name="connsiteY134" fmla="*/ 168444 h 1163932"/>
              <a:gd name="connsiteX135" fmla="*/ 10097932 w 12192000"/>
              <a:gd name="connsiteY135" fmla="*/ 161160 h 1163932"/>
              <a:gd name="connsiteX136" fmla="*/ 10101779 w 12192000"/>
              <a:gd name="connsiteY136" fmla="*/ 155488 h 1163932"/>
              <a:gd name="connsiteX137" fmla="*/ 10149437 w 12192000"/>
              <a:gd name="connsiteY137" fmla="*/ 158598 h 1163932"/>
              <a:gd name="connsiteX138" fmla="*/ 10155104 w 12192000"/>
              <a:gd name="connsiteY138" fmla="*/ 158045 h 1163932"/>
              <a:gd name="connsiteX139" fmla="*/ 10250982 w 12192000"/>
              <a:gd name="connsiteY139" fmla="*/ 135074 h 1163932"/>
              <a:gd name="connsiteX140" fmla="*/ 10343301 w 12192000"/>
              <a:gd name="connsiteY140" fmla="*/ 97316 h 1163932"/>
              <a:gd name="connsiteX141" fmla="*/ 10366625 w 12192000"/>
              <a:gd name="connsiteY141" fmla="*/ 85860 h 1163932"/>
              <a:gd name="connsiteX142" fmla="*/ 10433505 w 12192000"/>
              <a:gd name="connsiteY142" fmla="*/ 71432 h 1163932"/>
              <a:gd name="connsiteX143" fmla="*/ 10547510 w 12192000"/>
              <a:gd name="connsiteY143" fmla="*/ 53678 h 1163932"/>
              <a:gd name="connsiteX144" fmla="*/ 10588150 w 12192000"/>
              <a:gd name="connsiteY144" fmla="*/ 38719 h 1163932"/>
              <a:gd name="connsiteX145" fmla="*/ 10589457 w 12192000"/>
              <a:gd name="connsiteY145" fmla="*/ 31728 h 1163932"/>
              <a:gd name="connsiteX146" fmla="*/ 10699976 w 12192000"/>
              <a:gd name="connsiteY146" fmla="*/ 49777 h 1163932"/>
              <a:gd name="connsiteX147" fmla="*/ 10812237 w 12192000"/>
              <a:gd name="connsiteY147" fmla="*/ 52759 h 1163932"/>
              <a:gd name="connsiteX148" fmla="*/ 10869837 w 12192000"/>
              <a:gd name="connsiteY148" fmla="*/ 72227 h 1163932"/>
              <a:gd name="connsiteX149" fmla="*/ 10881770 w 12192000"/>
              <a:gd name="connsiteY149" fmla="*/ 80104 h 1163932"/>
              <a:gd name="connsiteX150" fmla="*/ 10896899 w 12192000"/>
              <a:gd name="connsiteY150" fmla="*/ 77163 h 1163932"/>
              <a:gd name="connsiteX151" fmla="*/ 10901748 w 12192000"/>
              <a:gd name="connsiteY151" fmla="*/ 72784 h 1163932"/>
              <a:gd name="connsiteX152" fmla="*/ 10947419 w 12192000"/>
              <a:gd name="connsiteY152" fmla="*/ 89748 h 1163932"/>
              <a:gd name="connsiteX153" fmla="*/ 10953034 w 12192000"/>
              <a:gd name="connsiteY153" fmla="*/ 90870 h 1163932"/>
              <a:gd name="connsiteX154" fmla="*/ 10992070 w 12192000"/>
              <a:gd name="connsiteY154" fmla="*/ 95273 h 1163932"/>
              <a:gd name="connsiteX155" fmla="*/ 11112372 w 12192000"/>
              <a:gd name="connsiteY155" fmla="*/ 88679 h 1163932"/>
              <a:gd name="connsiteX156" fmla="*/ 11147719 w 12192000"/>
              <a:gd name="connsiteY156" fmla="*/ 86992 h 1163932"/>
              <a:gd name="connsiteX157" fmla="*/ 11172617 w 12192000"/>
              <a:gd name="connsiteY157" fmla="*/ 82697 h 1163932"/>
              <a:gd name="connsiteX158" fmla="*/ 11240397 w 12192000"/>
              <a:gd name="connsiteY158" fmla="*/ 88262 h 1163932"/>
              <a:gd name="connsiteX159" fmla="*/ 11270034 w 12192000"/>
              <a:gd name="connsiteY159" fmla="*/ 98379 h 1163932"/>
              <a:gd name="connsiteX160" fmla="*/ 11293091 w 12192000"/>
              <a:gd name="connsiteY160" fmla="*/ 98474 h 1163932"/>
              <a:gd name="connsiteX161" fmla="*/ 11310949 w 12192000"/>
              <a:gd name="connsiteY161" fmla="*/ 104274 h 1163932"/>
              <a:gd name="connsiteX162" fmla="*/ 11345279 w 12192000"/>
              <a:gd name="connsiteY162" fmla="*/ 101883 h 1163932"/>
              <a:gd name="connsiteX163" fmla="*/ 11354597 w 12192000"/>
              <a:gd name="connsiteY163" fmla="*/ 104385 h 1163932"/>
              <a:gd name="connsiteX164" fmla="*/ 11367725 w 12192000"/>
              <a:gd name="connsiteY164" fmla="*/ 104431 h 1163932"/>
              <a:gd name="connsiteX165" fmla="*/ 11399832 w 12192000"/>
              <a:gd name="connsiteY165" fmla="*/ 117048 h 1163932"/>
              <a:gd name="connsiteX166" fmla="*/ 11487595 w 12192000"/>
              <a:gd name="connsiteY166" fmla="*/ 158754 h 1163932"/>
              <a:gd name="connsiteX167" fmla="*/ 11590850 w 12192000"/>
              <a:gd name="connsiteY167" fmla="*/ 244984 h 1163932"/>
              <a:gd name="connsiteX168" fmla="*/ 11736204 w 12192000"/>
              <a:gd name="connsiteY168" fmla="*/ 283941 h 1163932"/>
              <a:gd name="connsiteX169" fmla="*/ 11760331 w 12192000"/>
              <a:gd name="connsiteY169" fmla="*/ 298368 h 1163932"/>
              <a:gd name="connsiteX170" fmla="*/ 11819139 w 12192000"/>
              <a:gd name="connsiteY170" fmla="*/ 310575 h 1163932"/>
              <a:gd name="connsiteX171" fmla="*/ 11821967 w 12192000"/>
              <a:gd name="connsiteY171" fmla="*/ 312222 h 1163932"/>
              <a:gd name="connsiteX172" fmla="*/ 11847125 w 12192000"/>
              <a:gd name="connsiteY172" fmla="*/ 303833 h 1163932"/>
              <a:gd name="connsiteX173" fmla="*/ 11980134 w 12192000"/>
              <a:gd name="connsiteY173" fmla="*/ 328343 h 1163932"/>
              <a:gd name="connsiteX174" fmla="*/ 12174576 w 12192000"/>
              <a:gd name="connsiteY174" fmla="*/ 382540 h 1163932"/>
              <a:gd name="connsiteX175" fmla="*/ 12192000 w 12192000"/>
              <a:gd name="connsiteY175" fmla="*/ 385665 h 1163932"/>
              <a:gd name="connsiteX176" fmla="*/ 12192000 w 12192000"/>
              <a:gd name="connsiteY176" fmla="*/ 1163932 h 1163932"/>
              <a:gd name="connsiteX177" fmla="*/ 0 w 12192000"/>
              <a:gd name="connsiteY177" fmla="*/ 1163932 h 1163932"/>
              <a:gd name="connsiteX178" fmla="*/ 0 w 12192000"/>
              <a:gd name="connsiteY178" fmla="*/ 489977 h 1163932"/>
              <a:gd name="connsiteX179" fmla="*/ 5331 w 12192000"/>
              <a:gd name="connsiteY179" fmla="*/ 489229 h 1163932"/>
              <a:gd name="connsiteX180" fmla="*/ 39902 w 12192000"/>
              <a:gd name="connsiteY180" fmla="*/ 478716 h 1163932"/>
              <a:gd name="connsiteX181" fmla="*/ 117880 w 12192000"/>
              <a:gd name="connsiteY181" fmla="*/ 427388 h 1163932"/>
              <a:gd name="connsiteX182" fmla="*/ 238140 w 12192000"/>
              <a:gd name="connsiteY182" fmla="*/ 385729 h 1163932"/>
              <a:gd name="connsiteX183" fmla="*/ 249589 w 12192000"/>
              <a:gd name="connsiteY183" fmla="*/ 385949 h 1163932"/>
              <a:gd name="connsiteX184" fmla="*/ 296963 w 12192000"/>
              <a:gd name="connsiteY184" fmla="*/ 362534 h 1163932"/>
              <a:gd name="connsiteX185" fmla="*/ 339235 w 12192000"/>
              <a:gd name="connsiteY185" fmla="*/ 330857 h 1163932"/>
              <a:gd name="connsiteX186" fmla="*/ 447152 w 12192000"/>
              <a:gd name="connsiteY186" fmla="*/ 333855 h 1163932"/>
              <a:gd name="connsiteX187" fmla="*/ 475247 w 12192000"/>
              <a:gd name="connsiteY187" fmla="*/ 343146 h 1163932"/>
              <a:gd name="connsiteX188" fmla="*/ 477967 w 12192000"/>
              <a:gd name="connsiteY188" fmla="*/ 344392 h 1163932"/>
              <a:gd name="connsiteX189" fmla="*/ 527683 w 12192000"/>
              <a:gd name="connsiteY189" fmla="*/ 339655 h 1163932"/>
              <a:gd name="connsiteX190" fmla="*/ 703732 w 12192000"/>
              <a:gd name="connsiteY190" fmla="*/ 323031 h 1163932"/>
              <a:gd name="connsiteX191" fmla="*/ 853391 w 12192000"/>
              <a:gd name="connsiteY191" fmla="*/ 310023 h 1163932"/>
              <a:gd name="connsiteX192" fmla="*/ 925332 w 12192000"/>
              <a:gd name="connsiteY192" fmla="*/ 305118 h 1163932"/>
              <a:gd name="connsiteX193" fmla="*/ 941286 w 12192000"/>
              <a:gd name="connsiteY193" fmla="*/ 295364 h 1163932"/>
              <a:gd name="connsiteX194" fmla="*/ 950845 w 12192000"/>
              <a:gd name="connsiteY194" fmla="*/ 293027 h 1163932"/>
              <a:gd name="connsiteX195" fmla="*/ 953292 w 12192000"/>
              <a:gd name="connsiteY195" fmla="*/ 287324 h 1163932"/>
              <a:gd name="connsiteX196" fmla="*/ 967499 w 12192000"/>
              <a:gd name="connsiteY196" fmla="*/ 280192 h 1163932"/>
              <a:gd name="connsiteX197" fmla="*/ 985161 w 12192000"/>
              <a:gd name="connsiteY197" fmla="*/ 277297 h 1163932"/>
              <a:gd name="connsiteX198" fmla="*/ 1069267 w 12192000"/>
              <a:gd name="connsiteY198" fmla="*/ 269198 h 1163932"/>
              <a:gd name="connsiteX199" fmla="*/ 1138407 w 12192000"/>
              <a:gd name="connsiteY199" fmla="*/ 252999 h 1163932"/>
              <a:gd name="connsiteX200" fmla="*/ 1164931 w 12192000"/>
              <a:gd name="connsiteY200" fmla="*/ 245054 h 1163932"/>
              <a:gd name="connsiteX201" fmla="*/ 1211622 w 12192000"/>
              <a:gd name="connsiteY201" fmla="*/ 227108 h 1163932"/>
              <a:gd name="connsiteX202" fmla="*/ 1274567 w 12192000"/>
              <a:gd name="connsiteY202" fmla="*/ 209812 h 1163932"/>
              <a:gd name="connsiteX203" fmla="*/ 1325029 w 12192000"/>
              <a:gd name="connsiteY203" fmla="*/ 214369 h 1163932"/>
              <a:gd name="connsiteX204" fmla="*/ 1356805 w 12192000"/>
              <a:gd name="connsiteY204" fmla="*/ 210054 h 1163932"/>
              <a:gd name="connsiteX205" fmla="*/ 1468752 w 12192000"/>
              <a:gd name="connsiteY205" fmla="*/ 221036 h 1163932"/>
              <a:gd name="connsiteX206" fmla="*/ 1650750 w 12192000"/>
              <a:gd name="connsiteY206" fmla="*/ 171522 h 1163932"/>
              <a:gd name="connsiteX207" fmla="*/ 1655056 w 12192000"/>
              <a:gd name="connsiteY207" fmla="*/ 178538 h 1163932"/>
              <a:gd name="connsiteX208" fmla="*/ 1683220 w 12192000"/>
              <a:gd name="connsiteY208" fmla="*/ 176084 h 1163932"/>
              <a:gd name="connsiteX209" fmla="*/ 1685599 w 12192000"/>
              <a:gd name="connsiteY209" fmla="*/ 171820 h 1163932"/>
              <a:gd name="connsiteX210" fmla="*/ 1689230 w 12192000"/>
              <a:gd name="connsiteY210" fmla="*/ 171091 h 1163932"/>
              <a:gd name="connsiteX211" fmla="*/ 1691052 w 12192000"/>
              <a:gd name="connsiteY211" fmla="*/ 175010 h 1163932"/>
              <a:gd name="connsiteX212" fmla="*/ 1735783 w 12192000"/>
              <a:gd name="connsiteY212" fmla="*/ 183832 h 1163932"/>
              <a:gd name="connsiteX213" fmla="*/ 1797102 w 12192000"/>
              <a:gd name="connsiteY213" fmla="*/ 188721 h 1163932"/>
              <a:gd name="connsiteX214" fmla="*/ 1845638 w 12192000"/>
              <a:gd name="connsiteY214" fmla="*/ 170206 h 1163932"/>
              <a:gd name="connsiteX215" fmla="*/ 1848980 w 12192000"/>
              <a:gd name="connsiteY215" fmla="*/ 173948 h 1163932"/>
              <a:gd name="connsiteX216" fmla="*/ 1880587 w 12192000"/>
              <a:gd name="connsiteY216" fmla="*/ 171938 h 1163932"/>
              <a:gd name="connsiteX217" fmla="*/ 1995803 w 12192000"/>
              <a:gd name="connsiteY217" fmla="*/ 138279 h 1163932"/>
              <a:gd name="connsiteX218" fmla="*/ 2057448 w 12192000"/>
              <a:gd name="connsiteY218" fmla="*/ 135082 h 1163932"/>
              <a:gd name="connsiteX219" fmla="*/ 2119088 w 12192000"/>
              <a:gd name="connsiteY219" fmla="*/ 119940 h 1163932"/>
              <a:gd name="connsiteX220" fmla="*/ 2138831 w 12192000"/>
              <a:gd name="connsiteY220" fmla="*/ 122626 h 1163932"/>
              <a:gd name="connsiteX221" fmla="*/ 2174180 w 12192000"/>
              <a:gd name="connsiteY221" fmla="*/ 117121 h 1163932"/>
              <a:gd name="connsiteX222" fmla="*/ 2214259 w 12192000"/>
              <a:gd name="connsiteY222" fmla="*/ 116974 h 1163932"/>
              <a:gd name="connsiteX223" fmla="*/ 2264911 w 12192000"/>
              <a:gd name="connsiteY223" fmla="*/ 108071 h 1163932"/>
              <a:gd name="connsiteX224" fmla="*/ 2298963 w 12192000"/>
              <a:gd name="connsiteY224" fmla="*/ 107788 h 1163932"/>
              <a:gd name="connsiteX225" fmla="*/ 2454058 w 12192000"/>
              <a:gd name="connsiteY225" fmla="*/ 73698 h 1163932"/>
              <a:gd name="connsiteX226" fmla="*/ 2534188 w 12192000"/>
              <a:gd name="connsiteY226" fmla="*/ 70162 h 1163932"/>
              <a:gd name="connsiteX227" fmla="*/ 2616912 w 12192000"/>
              <a:gd name="connsiteY227" fmla="*/ 51189 h 1163932"/>
              <a:gd name="connsiteX228" fmla="*/ 2698592 w 12192000"/>
              <a:gd name="connsiteY228" fmla="*/ 42305 h 1163932"/>
              <a:gd name="connsiteX229" fmla="*/ 2891953 w 12192000"/>
              <a:gd name="connsiteY229" fmla="*/ 34973 h 1163932"/>
              <a:gd name="connsiteX230" fmla="*/ 2955508 w 12192000"/>
              <a:gd name="connsiteY230" fmla="*/ 929 h 1163932"/>
              <a:gd name="connsiteX0" fmla="*/ 2891953 w 12192000"/>
              <a:gd name="connsiteY0" fmla="*/ 33056 h 1162015"/>
              <a:gd name="connsiteX1" fmla="*/ 2973472 w 12192000"/>
              <a:gd name="connsiteY1" fmla="*/ 452 h 1162015"/>
              <a:gd name="connsiteX2" fmla="*/ 3052621 w 12192000"/>
              <a:gd name="connsiteY2" fmla="*/ 12113 h 1162015"/>
              <a:gd name="connsiteX3" fmla="*/ 3145220 w 12192000"/>
              <a:gd name="connsiteY3" fmla="*/ 14360 h 1162015"/>
              <a:gd name="connsiteX4" fmla="*/ 3233309 w 12192000"/>
              <a:gd name="connsiteY4" fmla="*/ 7051 h 1162015"/>
              <a:gd name="connsiteX5" fmla="*/ 3320851 w 12192000"/>
              <a:gd name="connsiteY5" fmla="*/ 16985 h 1162015"/>
              <a:gd name="connsiteX6" fmla="*/ 3394552 w 12192000"/>
              <a:gd name="connsiteY6" fmla="*/ 36362 h 1162015"/>
              <a:gd name="connsiteX7" fmla="*/ 3462252 w 12192000"/>
              <a:gd name="connsiteY7" fmla="*/ 66729 h 1162015"/>
              <a:gd name="connsiteX8" fmla="*/ 3504799 w 12192000"/>
              <a:gd name="connsiteY8" fmla="*/ 91446 h 1162015"/>
              <a:gd name="connsiteX9" fmla="*/ 3568807 w 12192000"/>
              <a:gd name="connsiteY9" fmla="*/ 82640 h 1162015"/>
              <a:gd name="connsiteX10" fmla="*/ 3571993 w 12192000"/>
              <a:gd name="connsiteY10" fmla="*/ 85188 h 1162015"/>
              <a:gd name="connsiteX11" fmla="*/ 3590879 w 12192000"/>
              <a:gd name="connsiteY11" fmla="*/ 98198 h 1162015"/>
              <a:gd name="connsiteX12" fmla="*/ 3623973 w 12192000"/>
              <a:gd name="connsiteY12" fmla="*/ 91167 h 1162015"/>
              <a:gd name="connsiteX13" fmla="*/ 3636728 w 12192000"/>
              <a:gd name="connsiteY13" fmla="*/ 96102 h 1162015"/>
              <a:gd name="connsiteX14" fmla="*/ 3676976 w 12192000"/>
              <a:gd name="connsiteY14" fmla="*/ 94683 h 1162015"/>
              <a:gd name="connsiteX15" fmla="*/ 3722653 w 12192000"/>
              <a:gd name="connsiteY15" fmla="*/ 113446 h 1162015"/>
              <a:gd name="connsiteX16" fmla="*/ 3775112 w 12192000"/>
              <a:gd name="connsiteY16" fmla="*/ 97053 h 1162015"/>
              <a:gd name="connsiteX17" fmla="*/ 3932956 w 12192000"/>
              <a:gd name="connsiteY17" fmla="*/ 120420 h 1162015"/>
              <a:gd name="connsiteX18" fmla="*/ 4100593 w 12192000"/>
              <a:gd name="connsiteY18" fmla="*/ 161917 h 1162015"/>
              <a:gd name="connsiteX19" fmla="*/ 4316364 w 12192000"/>
              <a:gd name="connsiteY19" fmla="*/ 175536 h 1162015"/>
              <a:gd name="connsiteX20" fmla="*/ 4387387 w 12192000"/>
              <a:gd name="connsiteY20" fmla="*/ 162443 h 1162015"/>
              <a:gd name="connsiteX21" fmla="*/ 4427957 w 12192000"/>
              <a:gd name="connsiteY21" fmla="*/ 175609 h 1162015"/>
              <a:gd name="connsiteX22" fmla="*/ 4502291 w 12192000"/>
              <a:gd name="connsiteY22" fmla="*/ 186280 h 1162015"/>
              <a:gd name="connsiteX23" fmla="*/ 4600771 w 12192000"/>
              <a:gd name="connsiteY23" fmla="*/ 210226 h 1162015"/>
              <a:gd name="connsiteX24" fmla="*/ 4644102 w 12192000"/>
              <a:gd name="connsiteY24" fmla="*/ 208446 h 1162015"/>
              <a:gd name="connsiteX25" fmla="*/ 4652752 w 12192000"/>
              <a:gd name="connsiteY25" fmla="*/ 208985 h 1162015"/>
              <a:gd name="connsiteX26" fmla="*/ 4652896 w 12192000"/>
              <a:gd name="connsiteY26" fmla="*/ 209369 h 1162015"/>
              <a:gd name="connsiteX27" fmla="*/ 4685303 w 12192000"/>
              <a:gd name="connsiteY27" fmla="*/ 211022 h 1162015"/>
              <a:gd name="connsiteX28" fmla="*/ 4690886 w 12192000"/>
              <a:gd name="connsiteY28" fmla="*/ 213850 h 1162015"/>
              <a:gd name="connsiteX29" fmla="*/ 4725430 w 12192000"/>
              <a:gd name="connsiteY29" fmla="*/ 236815 h 1162015"/>
              <a:gd name="connsiteX30" fmla="*/ 4800051 w 12192000"/>
              <a:gd name="connsiteY30" fmla="*/ 229182 h 1162015"/>
              <a:gd name="connsiteX31" fmla="*/ 4875115 w 12192000"/>
              <a:gd name="connsiteY31" fmla="*/ 262433 h 1162015"/>
              <a:gd name="connsiteX32" fmla="*/ 4936450 w 12192000"/>
              <a:gd name="connsiteY32" fmla="*/ 278985 h 1162015"/>
              <a:gd name="connsiteX33" fmla="*/ 5030961 w 12192000"/>
              <a:gd name="connsiteY33" fmla="*/ 303995 h 1162015"/>
              <a:gd name="connsiteX34" fmla="*/ 5082734 w 12192000"/>
              <a:gd name="connsiteY34" fmla="*/ 306664 h 1162015"/>
              <a:gd name="connsiteX35" fmla="*/ 5138799 w 12192000"/>
              <a:gd name="connsiteY35" fmla="*/ 301883 h 1162015"/>
              <a:gd name="connsiteX36" fmla="*/ 5259695 w 12192000"/>
              <a:gd name="connsiteY36" fmla="*/ 328559 h 1162015"/>
              <a:gd name="connsiteX37" fmla="*/ 5359642 w 12192000"/>
              <a:gd name="connsiteY37" fmla="*/ 338658 h 1162015"/>
              <a:gd name="connsiteX38" fmla="*/ 5372918 w 12192000"/>
              <a:gd name="connsiteY38" fmla="*/ 334917 h 1162015"/>
              <a:gd name="connsiteX39" fmla="*/ 5396084 w 12192000"/>
              <a:gd name="connsiteY39" fmla="*/ 326351 h 1162015"/>
              <a:gd name="connsiteX40" fmla="*/ 5414292 w 12192000"/>
              <a:gd name="connsiteY40" fmla="*/ 318946 h 1162015"/>
              <a:gd name="connsiteX41" fmla="*/ 5487276 w 12192000"/>
              <a:gd name="connsiteY41" fmla="*/ 305433 h 1162015"/>
              <a:gd name="connsiteX42" fmla="*/ 5612716 w 12192000"/>
              <a:gd name="connsiteY42" fmla="*/ 306201 h 1162015"/>
              <a:gd name="connsiteX43" fmla="*/ 5864813 w 12192000"/>
              <a:gd name="connsiteY43" fmla="*/ 255935 h 1162015"/>
              <a:gd name="connsiteX44" fmla="*/ 6151392 w 12192000"/>
              <a:gd name="connsiteY44" fmla="*/ 223815 h 1162015"/>
              <a:gd name="connsiteX45" fmla="*/ 6209396 w 12192000"/>
              <a:gd name="connsiteY45" fmla="*/ 218552 h 1162015"/>
              <a:gd name="connsiteX46" fmla="*/ 6269898 w 12192000"/>
              <a:gd name="connsiteY46" fmla="*/ 224383 h 1162015"/>
              <a:gd name="connsiteX47" fmla="*/ 6297029 w 12192000"/>
              <a:gd name="connsiteY47" fmla="*/ 222313 h 1162015"/>
              <a:gd name="connsiteX48" fmla="*/ 6352373 w 12192000"/>
              <a:gd name="connsiteY48" fmla="*/ 207244 h 1162015"/>
              <a:gd name="connsiteX49" fmla="*/ 6353759 w 12192000"/>
              <a:gd name="connsiteY49" fmla="*/ 207218 h 1162015"/>
              <a:gd name="connsiteX50" fmla="*/ 6363346 w 12192000"/>
              <a:gd name="connsiteY50" fmla="*/ 194783 h 1162015"/>
              <a:gd name="connsiteX51" fmla="*/ 6400681 w 12192000"/>
              <a:gd name="connsiteY51" fmla="*/ 202485 h 1162015"/>
              <a:gd name="connsiteX52" fmla="*/ 6402041 w 12192000"/>
              <a:gd name="connsiteY52" fmla="*/ 205156 h 1162015"/>
              <a:gd name="connsiteX53" fmla="*/ 6424912 w 12192000"/>
              <a:gd name="connsiteY53" fmla="*/ 203023 h 1162015"/>
              <a:gd name="connsiteX54" fmla="*/ 6502019 w 12192000"/>
              <a:gd name="connsiteY54" fmla="*/ 196871 h 1162015"/>
              <a:gd name="connsiteX55" fmla="*/ 6518229 w 12192000"/>
              <a:gd name="connsiteY55" fmla="*/ 195922 h 1162015"/>
              <a:gd name="connsiteX56" fmla="*/ 6519089 w 12192000"/>
              <a:gd name="connsiteY56" fmla="*/ 196357 h 1162015"/>
              <a:gd name="connsiteX57" fmla="*/ 6561047 w 12192000"/>
              <a:gd name="connsiteY57" fmla="*/ 180359 h 1162015"/>
              <a:gd name="connsiteX58" fmla="*/ 6595639 w 12192000"/>
              <a:gd name="connsiteY58" fmla="*/ 172679 h 1162015"/>
              <a:gd name="connsiteX59" fmla="*/ 6692265 w 12192000"/>
              <a:gd name="connsiteY59" fmla="*/ 169344 h 1162015"/>
              <a:gd name="connsiteX60" fmla="*/ 6697219 w 12192000"/>
              <a:gd name="connsiteY60" fmla="*/ 169816 h 1162015"/>
              <a:gd name="connsiteX61" fmla="*/ 6713656 w 12192000"/>
              <a:gd name="connsiteY61" fmla="*/ 158115 h 1162015"/>
              <a:gd name="connsiteX62" fmla="*/ 6714383 w 12192000"/>
              <a:gd name="connsiteY62" fmla="*/ 154940 h 1162015"/>
              <a:gd name="connsiteX63" fmla="*/ 6774793 w 12192000"/>
              <a:gd name="connsiteY63" fmla="*/ 164228 h 1162015"/>
              <a:gd name="connsiteX64" fmla="*/ 6782112 w 12192000"/>
              <a:gd name="connsiteY64" fmla="*/ 159770 h 1162015"/>
              <a:gd name="connsiteX65" fmla="*/ 6822392 w 12192000"/>
              <a:gd name="connsiteY65" fmla="*/ 173103 h 1162015"/>
              <a:gd name="connsiteX66" fmla="*/ 6842719 w 12192000"/>
              <a:gd name="connsiteY66" fmla="*/ 176108 h 1162015"/>
              <a:gd name="connsiteX67" fmla="*/ 6878958 w 12192000"/>
              <a:gd name="connsiteY67" fmla="*/ 185339 h 1162015"/>
              <a:gd name="connsiteX68" fmla="*/ 6881972 w 12192000"/>
              <a:gd name="connsiteY68" fmla="*/ 182360 h 1162015"/>
              <a:gd name="connsiteX69" fmla="*/ 6889133 w 12192000"/>
              <a:gd name="connsiteY69" fmla="*/ 185575 h 1162015"/>
              <a:gd name="connsiteX70" fmla="*/ 6894439 w 12192000"/>
              <a:gd name="connsiteY70" fmla="*/ 182157 h 1162015"/>
              <a:gd name="connsiteX71" fmla="*/ 6900419 w 12192000"/>
              <a:gd name="connsiteY71" fmla="*/ 183425 h 1162015"/>
              <a:gd name="connsiteX72" fmla="*/ 6963220 w 12192000"/>
              <a:gd name="connsiteY72" fmla="*/ 171819 h 1162015"/>
              <a:gd name="connsiteX73" fmla="*/ 6976706 w 12192000"/>
              <a:gd name="connsiteY73" fmla="*/ 175409 h 1162015"/>
              <a:gd name="connsiteX74" fmla="*/ 6987064 w 12192000"/>
              <a:gd name="connsiteY74" fmla="*/ 164917 h 1162015"/>
              <a:gd name="connsiteX75" fmla="*/ 7030230 w 12192000"/>
              <a:gd name="connsiteY75" fmla="*/ 164230 h 1162015"/>
              <a:gd name="connsiteX76" fmla="*/ 7045014 w 12192000"/>
              <a:gd name="connsiteY76" fmla="*/ 173616 h 1162015"/>
              <a:gd name="connsiteX77" fmla="*/ 7058714 w 12192000"/>
              <a:gd name="connsiteY77" fmla="*/ 180507 h 1162015"/>
              <a:gd name="connsiteX78" fmla="*/ 7060499 w 12192000"/>
              <a:gd name="connsiteY78" fmla="*/ 180578 h 1162015"/>
              <a:gd name="connsiteX79" fmla="*/ 7078430 w 12192000"/>
              <a:gd name="connsiteY79" fmla="*/ 181308 h 1162015"/>
              <a:gd name="connsiteX80" fmla="*/ 7176563 w 12192000"/>
              <a:gd name="connsiteY80" fmla="*/ 177759 h 1162015"/>
              <a:gd name="connsiteX81" fmla="*/ 7205529 w 12192000"/>
              <a:gd name="connsiteY81" fmla="*/ 185526 h 1162015"/>
              <a:gd name="connsiteX82" fmla="*/ 7310118 w 12192000"/>
              <a:gd name="connsiteY82" fmla="*/ 167120 h 1162015"/>
              <a:gd name="connsiteX83" fmla="*/ 7673859 w 12192000"/>
              <a:gd name="connsiteY83" fmla="*/ 154851 h 1162015"/>
              <a:gd name="connsiteX84" fmla="*/ 7692748 w 12192000"/>
              <a:gd name="connsiteY84" fmla="*/ 166052 h 1162015"/>
              <a:gd name="connsiteX85" fmla="*/ 7756672 w 12192000"/>
              <a:gd name="connsiteY85" fmla="*/ 161887 h 1162015"/>
              <a:gd name="connsiteX86" fmla="*/ 7974189 w 12192000"/>
              <a:gd name="connsiteY86" fmla="*/ 159334 h 1162015"/>
              <a:gd name="connsiteX87" fmla="*/ 8101969 w 12192000"/>
              <a:gd name="connsiteY87" fmla="*/ 149010 h 1162015"/>
              <a:gd name="connsiteX88" fmla="*/ 8106826 w 12192000"/>
              <a:gd name="connsiteY88" fmla="*/ 144368 h 1162015"/>
              <a:gd name="connsiteX89" fmla="*/ 8162058 w 12192000"/>
              <a:gd name="connsiteY89" fmla="*/ 101219 h 1162015"/>
              <a:gd name="connsiteX90" fmla="*/ 8184568 w 12192000"/>
              <a:gd name="connsiteY90" fmla="*/ 98505 h 1162015"/>
              <a:gd name="connsiteX91" fmla="*/ 8228227 w 12192000"/>
              <a:gd name="connsiteY91" fmla="*/ 110487 h 1162015"/>
              <a:gd name="connsiteX92" fmla="*/ 8237963 w 12192000"/>
              <a:gd name="connsiteY92" fmla="*/ 111511 h 1162015"/>
              <a:gd name="connsiteX93" fmla="*/ 8248358 w 12192000"/>
              <a:gd name="connsiteY93" fmla="*/ 110577 h 1162015"/>
              <a:gd name="connsiteX94" fmla="*/ 8249309 w 12192000"/>
              <a:gd name="connsiteY94" fmla="*/ 111213 h 1162015"/>
              <a:gd name="connsiteX95" fmla="*/ 8249997 w 12192000"/>
              <a:gd name="connsiteY95" fmla="*/ 110430 h 1162015"/>
              <a:gd name="connsiteX96" fmla="*/ 8272162 w 12192000"/>
              <a:gd name="connsiteY96" fmla="*/ 108439 h 1162015"/>
              <a:gd name="connsiteX97" fmla="*/ 8292349 w 12192000"/>
              <a:gd name="connsiteY97" fmla="*/ 101995 h 1162015"/>
              <a:gd name="connsiteX98" fmla="*/ 8292491 w 12192000"/>
              <a:gd name="connsiteY98" fmla="*/ 102018 h 1162015"/>
              <a:gd name="connsiteX99" fmla="*/ 8307239 w 12192000"/>
              <a:gd name="connsiteY99" fmla="*/ 99106 h 1162015"/>
              <a:gd name="connsiteX100" fmla="*/ 8339282 w 12192000"/>
              <a:gd name="connsiteY100" fmla="*/ 113457 h 1162015"/>
              <a:gd name="connsiteX101" fmla="*/ 8346156 w 12192000"/>
              <a:gd name="connsiteY101" fmla="*/ 115742 h 1162015"/>
              <a:gd name="connsiteX102" fmla="*/ 8346467 w 12192000"/>
              <a:gd name="connsiteY102" fmla="*/ 115539 h 1162015"/>
              <a:gd name="connsiteX103" fmla="*/ 8354069 w 12192000"/>
              <a:gd name="connsiteY103" fmla="*/ 117457 h 1162015"/>
              <a:gd name="connsiteX104" fmla="*/ 8358687 w 12192000"/>
              <a:gd name="connsiteY104" fmla="*/ 119908 h 1162015"/>
              <a:gd name="connsiteX105" fmla="*/ 8433385 w 12192000"/>
              <a:gd name="connsiteY105" fmla="*/ 104184 h 1162015"/>
              <a:gd name="connsiteX106" fmla="*/ 8533779 w 12192000"/>
              <a:gd name="connsiteY106" fmla="*/ 102889 h 1162015"/>
              <a:gd name="connsiteX107" fmla="*/ 8632833 w 12192000"/>
              <a:gd name="connsiteY107" fmla="*/ 105047 h 1162015"/>
              <a:gd name="connsiteX108" fmla="*/ 8668523 w 12192000"/>
              <a:gd name="connsiteY108" fmla="*/ 107494 h 1162015"/>
              <a:gd name="connsiteX109" fmla="*/ 8732893 w 12192000"/>
              <a:gd name="connsiteY109" fmla="*/ 104506 h 1162015"/>
              <a:gd name="connsiteX110" fmla="*/ 8764071 w 12192000"/>
              <a:gd name="connsiteY110" fmla="*/ 99102 h 1162015"/>
              <a:gd name="connsiteX111" fmla="*/ 8767004 w 12192000"/>
              <a:gd name="connsiteY111" fmla="*/ 96034 h 1162015"/>
              <a:gd name="connsiteX112" fmla="*/ 8772553 w 12192000"/>
              <a:gd name="connsiteY112" fmla="*/ 94829 h 1162015"/>
              <a:gd name="connsiteX113" fmla="*/ 8787201 w 12192000"/>
              <a:gd name="connsiteY113" fmla="*/ 96548 h 1162015"/>
              <a:gd name="connsiteX114" fmla="*/ 8792624 w 12192000"/>
              <a:gd name="connsiteY114" fmla="*/ 98018 h 1162015"/>
              <a:gd name="connsiteX115" fmla="*/ 8800741 w 12192000"/>
              <a:gd name="connsiteY115" fmla="*/ 98412 h 1162015"/>
              <a:gd name="connsiteX116" fmla="*/ 8800966 w 12192000"/>
              <a:gd name="connsiteY116" fmla="*/ 98160 h 1162015"/>
              <a:gd name="connsiteX117" fmla="*/ 8808513 w 12192000"/>
              <a:gd name="connsiteY117" fmla="*/ 99045 h 1162015"/>
              <a:gd name="connsiteX118" fmla="*/ 8845110 w 12192000"/>
              <a:gd name="connsiteY118" fmla="*/ 106694 h 1162015"/>
              <a:gd name="connsiteX119" fmla="*/ 8917529 w 12192000"/>
              <a:gd name="connsiteY119" fmla="*/ 80888 h 1162015"/>
              <a:gd name="connsiteX120" fmla="*/ 9026654 w 12192000"/>
              <a:gd name="connsiteY120" fmla="*/ 97935 h 1162015"/>
              <a:gd name="connsiteX121" fmla="*/ 9088505 w 12192000"/>
              <a:gd name="connsiteY121" fmla="*/ 117517 h 1162015"/>
              <a:gd name="connsiteX122" fmla="*/ 9203241 w 12192000"/>
              <a:gd name="connsiteY122" fmla="*/ 116228 h 1162015"/>
              <a:gd name="connsiteX123" fmla="*/ 9415584 w 12192000"/>
              <a:gd name="connsiteY123" fmla="*/ 161671 h 1162015"/>
              <a:gd name="connsiteX124" fmla="*/ 9505102 w 12192000"/>
              <a:gd name="connsiteY124" fmla="*/ 145557 h 1162015"/>
              <a:gd name="connsiteX125" fmla="*/ 9643040 w 12192000"/>
              <a:gd name="connsiteY125" fmla="*/ 162748 h 1162015"/>
              <a:gd name="connsiteX126" fmla="*/ 9762999 w 12192000"/>
              <a:gd name="connsiteY126" fmla="*/ 167138 h 1162015"/>
              <a:gd name="connsiteX127" fmla="*/ 9776183 w 12192000"/>
              <a:gd name="connsiteY127" fmla="*/ 166706 h 1162015"/>
              <a:gd name="connsiteX128" fmla="*/ 9780532 w 12192000"/>
              <a:gd name="connsiteY128" fmla="*/ 160338 h 1162015"/>
              <a:gd name="connsiteX129" fmla="*/ 9824924 w 12192000"/>
              <a:gd name="connsiteY129" fmla="*/ 156162 h 1162015"/>
              <a:gd name="connsiteX130" fmla="*/ 9910588 w 12192000"/>
              <a:gd name="connsiteY130" fmla="*/ 158842 h 1162015"/>
              <a:gd name="connsiteX131" fmla="*/ 9924173 w 12192000"/>
              <a:gd name="connsiteY131" fmla="*/ 163106 h 1162015"/>
              <a:gd name="connsiteX132" fmla="*/ 10010969 w 12192000"/>
              <a:gd name="connsiteY132" fmla="*/ 160317 h 1162015"/>
              <a:gd name="connsiteX133" fmla="*/ 10070699 w 12192000"/>
              <a:gd name="connsiteY133" fmla="*/ 162369 h 1162015"/>
              <a:gd name="connsiteX134" fmla="*/ 10083825 w 12192000"/>
              <a:gd name="connsiteY134" fmla="*/ 166527 h 1162015"/>
              <a:gd name="connsiteX135" fmla="*/ 10097932 w 12192000"/>
              <a:gd name="connsiteY135" fmla="*/ 159243 h 1162015"/>
              <a:gd name="connsiteX136" fmla="*/ 10101779 w 12192000"/>
              <a:gd name="connsiteY136" fmla="*/ 153571 h 1162015"/>
              <a:gd name="connsiteX137" fmla="*/ 10149437 w 12192000"/>
              <a:gd name="connsiteY137" fmla="*/ 156681 h 1162015"/>
              <a:gd name="connsiteX138" fmla="*/ 10155104 w 12192000"/>
              <a:gd name="connsiteY138" fmla="*/ 156128 h 1162015"/>
              <a:gd name="connsiteX139" fmla="*/ 10250982 w 12192000"/>
              <a:gd name="connsiteY139" fmla="*/ 133157 h 1162015"/>
              <a:gd name="connsiteX140" fmla="*/ 10343301 w 12192000"/>
              <a:gd name="connsiteY140" fmla="*/ 95399 h 1162015"/>
              <a:gd name="connsiteX141" fmla="*/ 10366625 w 12192000"/>
              <a:gd name="connsiteY141" fmla="*/ 83943 h 1162015"/>
              <a:gd name="connsiteX142" fmla="*/ 10433505 w 12192000"/>
              <a:gd name="connsiteY142" fmla="*/ 69515 h 1162015"/>
              <a:gd name="connsiteX143" fmla="*/ 10547510 w 12192000"/>
              <a:gd name="connsiteY143" fmla="*/ 51761 h 1162015"/>
              <a:gd name="connsiteX144" fmla="*/ 10588150 w 12192000"/>
              <a:gd name="connsiteY144" fmla="*/ 36802 h 1162015"/>
              <a:gd name="connsiteX145" fmla="*/ 10589457 w 12192000"/>
              <a:gd name="connsiteY145" fmla="*/ 29811 h 1162015"/>
              <a:gd name="connsiteX146" fmla="*/ 10699976 w 12192000"/>
              <a:gd name="connsiteY146" fmla="*/ 47860 h 1162015"/>
              <a:gd name="connsiteX147" fmla="*/ 10812237 w 12192000"/>
              <a:gd name="connsiteY147" fmla="*/ 50842 h 1162015"/>
              <a:gd name="connsiteX148" fmla="*/ 10869837 w 12192000"/>
              <a:gd name="connsiteY148" fmla="*/ 70310 h 1162015"/>
              <a:gd name="connsiteX149" fmla="*/ 10881770 w 12192000"/>
              <a:gd name="connsiteY149" fmla="*/ 78187 h 1162015"/>
              <a:gd name="connsiteX150" fmla="*/ 10896899 w 12192000"/>
              <a:gd name="connsiteY150" fmla="*/ 75246 h 1162015"/>
              <a:gd name="connsiteX151" fmla="*/ 10901748 w 12192000"/>
              <a:gd name="connsiteY151" fmla="*/ 70867 h 1162015"/>
              <a:gd name="connsiteX152" fmla="*/ 10947419 w 12192000"/>
              <a:gd name="connsiteY152" fmla="*/ 87831 h 1162015"/>
              <a:gd name="connsiteX153" fmla="*/ 10953034 w 12192000"/>
              <a:gd name="connsiteY153" fmla="*/ 88953 h 1162015"/>
              <a:gd name="connsiteX154" fmla="*/ 10992070 w 12192000"/>
              <a:gd name="connsiteY154" fmla="*/ 93356 h 1162015"/>
              <a:gd name="connsiteX155" fmla="*/ 11112372 w 12192000"/>
              <a:gd name="connsiteY155" fmla="*/ 86762 h 1162015"/>
              <a:gd name="connsiteX156" fmla="*/ 11147719 w 12192000"/>
              <a:gd name="connsiteY156" fmla="*/ 85075 h 1162015"/>
              <a:gd name="connsiteX157" fmla="*/ 11172617 w 12192000"/>
              <a:gd name="connsiteY157" fmla="*/ 80780 h 1162015"/>
              <a:gd name="connsiteX158" fmla="*/ 11240397 w 12192000"/>
              <a:gd name="connsiteY158" fmla="*/ 86345 h 1162015"/>
              <a:gd name="connsiteX159" fmla="*/ 11270034 w 12192000"/>
              <a:gd name="connsiteY159" fmla="*/ 96462 h 1162015"/>
              <a:gd name="connsiteX160" fmla="*/ 11293091 w 12192000"/>
              <a:gd name="connsiteY160" fmla="*/ 96557 h 1162015"/>
              <a:gd name="connsiteX161" fmla="*/ 11310949 w 12192000"/>
              <a:gd name="connsiteY161" fmla="*/ 102357 h 1162015"/>
              <a:gd name="connsiteX162" fmla="*/ 11345279 w 12192000"/>
              <a:gd name="connsiteY162" fmla="*/ 99966 h 1162015"/>
              <a:gd name="connsiteX163" fmla="*/ 11354597 w 12192000"/>
              <a:gd name="connsiteY163" fmla="*/ 102468 h 1162015"/>
              <a:gd name="connsiteX164" fmla="*/ 11367725 w 12192000"/>
              <a:gd name="connsiteY164" fmla="*/ 102514 h 1162015"/>
              <a:gd name="connsiteX165" fmla="*/ 11399832 w 12192000"/>
              <a:gd name="connsiteY165" fmla="*/ 115131 h 1162015"/>
              <a:gd name="connsiteX166" fmla="*/ 11487595 w 12192000"/>
              <a:gd name="connsiteY166" fmla="*/ 156837 h 1162015"/>
              <a:gd name="connsiteX167" fmla="*/ 11590850 w 12192000"/>
              <a:gd name="connsiteY167" fmla="*/ 243067 h 1162015"/>
              <a:gd name="connsiteX168" fmla="*/ 11736204 w 12192000"/>
              <a:gd name="connsiteY168" fmla="*/ 282024 h 1162015"/>
              <a:gd name="connsiteX169" fmla="*/ 11760331 w 12192000"/>
              <a:gd name="connsiteY169" fmla="*/ 296451 h 1162015"/>
              <a:gd name="connsiteX170" fmla="*/ 11819139 w 12192000"/>
              <a:gd name="connsiteY170" fmla="*/ 308658 h 1162015"/>
              <a:gd name="connsiteX171" fmla="*/ 11821967 w 12192000"/>
              <a:gd name="connsiteY171" fmla="*/ 310305 h 1162015"/>
              <a:gd name="connsiteX172" fmla="*/ 11847125 w 12192000"/>
              <a:gd name="connsiteY172" fmla="*/ 301916 h 1162015"/>
              <a:gd name="connsiteX173" fmla="*/ 11980134 w 12192000"/>
              <a:gd name="connsiteY173" fmla="*/ 326426 h 1162015"/>
              <a:gd name="connsiteX174" fmla="*/ 12174576 w 12192000"/>
              <a:gd name="connsiteY174" fmla="*/ 380623 h 1162015"/>
              <a:gd name="connsiteX175" fmla="*/ 12192000 w 12192000"/>
              <a:gd name="connsiteY175" fmla="*/ 383748 h 1162015"/>
              <a:gd name="connsiteX176" fmla="*/ 12192000 w 12192000"/>
              <a:gd name="connsiteY176" fmla="*/ 1162015 h 1162015"/>
              <a:gd name="connsiteX177" fmla="*/ 0 w 12192000"/>
              <a:gd name="connsiteY177" fmla="*/ 1162015 h 1162015"/>
              <a:gd name="connsiteX178" fmla="*/ 0 w 12192000"/>
              <a:gd name="connsiteY178" fmla="*/ 488060 h 1162015"/>
              <a:gd name="connsiteX179" fmla="*/ 5331 w 12192000"/>
              <a:gd name="connsiteY179" fmla="*/ 487312 h 1162015"/>
              <a:gd name="connsiteX180" fmla="*/ 39902 w 12192000"/>
              <a:gd name="connsiteY180" fmla="*/ 476799 h 1162015"/>
              <a:gd name="connsiteX181" fmla="*/ 117880 w 12192000"/>
              <a:gd name="connsiteY181" fmla="*/ 425471 h 1162015"/>
              <a:gd name="connsiteX182" fmla="*/ 238140 w 12192000"/>
              <a:gd name="connsiteY182" fmla="*/ 383812 h 1162015"/>
              <a:gd name="connsiteX183" fmla="*/ 249589 w 12192000"/>
              <a:gd name="connsiteY183" fmla="*/ 384032 h 1162015"/>
              <a:gd name="connsiteX184" fmla="*/ 296963 w 12192000"/>
              <a:gd name="connsiteY184" fmla="*/ 360617 h 1162015"/>
              <a:gd name="connsiteX185" fmla="*/ 339235 w 12192000"/>
              <a:gd name="connsiteY185" fmla="*/ 328940 h 1162015"/>
              <a:gd name="connsiteX186" fmla="*/ 447152 w 12192000"/>
              <a:gd name="connsiteY186" fmla="*/ 331938 h 1162015"/>
              <a:gd name="connsiteX187" fmla="*/ 475247 w 12192000"/>
              <a:gd name="connsiteY187" fmla="*/ 341229 h 1162015"/>
              <a:gd name="connsiteX188" fmla="*/ 477967 w 12192000"/>
              <a:gd name="connsiteY188" fmla="*/ 342475 h 1162015"/>
              <a:gd name="connsiteX189" fmla="*/ 527683 w 12192000"/>
              <a:gd name="connsiteY189" fmla="*/ 337738 h 1162015"/>
              <a:gd name="connsiteX190" fmla="*/ 703732 w 12192000"/>
              <a:gd name="connsiteY190" fmla="*/ 321114 h 1162015"/>
              <a:gd name="connsiteX191" fmla="*/ 853391 w 12192000"/>
              <a:gd name="connsiteY191" fmla="*/ 308106 h 1162015"/>
              <a:gd name="connsiteX192" fmla="*/ 925332 w 12192000"/>
              <a:gd name="connsiteY192" fmla="*/ 303201 h 1162015"/>
              <a:gd name="connsiteX193" fmla="*/ 941286 w 12192000"/>
              <a:gd name="connsiteY193" fmla="*/ 293447 h 1162015"/>
              <a:gd name="connsiteX194" fmla="*/ 950845 w 12192000"/>
              <a:gd name="connsiteY194" fmla="*/ 291110 h 1162015"/>
              <a:gd name="connsiteX195" fmla="*/ 953292 w 12192000"/>
              <a:gd name="connsiteY195" fmla="*/ 285407 h 1162015"/>
              <a:gd name="connsiteX196" fmla="*/ 967499 w 12192000"/>
              <a:gd name="connsiteY196" fmla="*/ 278275 h 1162015"/>
              <a:gd name="connsiteX197" fmla="*/ 985161 w 12192000"/>
              <a:gd name="connsiteY197" fmla="*/ 275380 h 1162015"/>
              <a:gd name="connsiteX198" fmla="*/ 1069267 w 12192000"/>
              <a:gd name="connsiteY198" fmla="*/ 267281 h 1162015"/>
              <a:gd name="connsiteX199" fmla="*/ 1138407 w 12192000"/>
              <a:gd name="connsiteY199" fmla="*/ 251082 h 1162015"/>
              <a:gd name="connsiteX200" fmla="*/ 1164931 w 12192000"/>
              <a:gd name="connsiteY200" fmla="*/ 243137 h 1162015"/>
              <a:gd name="connsiteX201" fmla="*/ 1211622 w 12192000"/>
              <a:gd name="connsiteY201" fmla="*/ 225191 h 1162015"/>
              <a:gd name="connsiteX202" fmla="*/ 1274567 w 12192000"/>
              <a:gd name="connsiteY202" fmla="*/ 207895 h 1162015"/>
              <a:gd name="connsiteX203" fmla="*/ 1325029 w 12192000"/>
              <a:gd name="connsiteY203" fmla="*/ 212452 h 1162015"/>
              <a:gd name="connsiteX204" fmla="*/ 1356805 w 12192000"/>
              <a:gd name="connsiteY204" fmla="*/ 208137 h 1162015"/>
              <a:gd name="connsiteX205" fmla="*/ 1468752 w 12192000"/>
              <a:gd name="connsiteY205" fmla="*/ 219119 h 1162015"/>
              <a:gd name="connsiteX206" fmla="*/ 1650750 w 12192000"/>
              <a:gd name="connsiteY206" fmla="*/ 169605 h 1162015"/>
              <a:gd name="connsiteX207" fmla="*/ 1655056 w 12192000"/>
              <a:gd name="connsiteY207" fmla="*/ 176621 h 1162015"/>
              <a:gd name="connsiteX208" fmla="*/ 1683220 w 12192000"/>
              <a:gd name="connsiteY208" fmla="*/ 174167 h 1162015"/>
              <a:gd name="connsiteX209" fmla="*/ 1685599 w 12192000"/>
              <a:gd name="connsiteY209" fmla="*/ 169903 h 1162015"/>
              <a:gd name="connsiteX210" fmla="*/ 1689230 w 12192000"/>
              <a:gd name="connsiteY210" fmla="*/ 169174 h 1162015"/>
              <a:gd name="connsiteX211" fmla="*/ 1691052 w 12192000"/>
              <a:gd name="connsiteY211" fmla="*/ 173093 h 1162015"/>
              <a:gd name="connsiteX212" fmla="*/ 1735783 w 12192000"/>
              <a:gd name="connsiteY212" fmla="*/ 181915 h 1162015"/>
              <a:gd name="connsiteX213" fmla="*/ 1797102 w 12192000"/>
              <a:gd name="connsiteY213" fmla="*/ 186804 h 1162015"/>
              <a:gd name="connsiteX214" fmla="*/ 1845638 w 12192000"/>
              <a:gd name="connsiteY214" fmla="*/ 168289 h 1162015"/>
              <a:gd name="connsiteX215" fmla="*/ 1848980 w 12192000"/>
              <a:gd name="connsiteY215" fmla="*/ 172031 h 1162015"/>
              <a:gd name="connsiteX216" fmla="*/ 1880587 w 12192000"/>
              <a:gd name="connsiteY216" fmla="*/ 170021 h 1162015"/>
              <a:gd name="connsiteX217" fmla="*/ 1995803 w 12192000"/>
              <a:gd name="connsiteY217" fmla="*/ 136362 h 1162015"/>
              <a:gd name="connsiteX218" fmla="*/ 2057448 w 12192000"/>
              <a:gd name="connsiteY218" fmla="*/ 133165 h 1162015"/>
              <a:gd name="connsiteX219" fmla="*/ 2119088 w 12192000"/>
              <a:gd name="connsiteY219" fmla="*/ 118023 h 1162015"/>
              <a:gd name="connsiteX220" fmla="*/ 2138831 w 12192000"/>
              <a:gd name="connsiteY220" fmla="*/ 120709 h 1162015"/>
              <a:gd name="connsiteX221" fmla="*/ 2174180 w 12192000"/>
              <a:gd name="connsiteY221" fmla="*/ 115204 h 1162015"/>
              <a:gd name="connsiteX222" fmla="*/ 2214259 w 12192000"/>
              <a:gd name="connsiteY222" fmla="*/ 115057 h 1162015"/>
              <a:gd name="connsiteX223" fmla="*/ 2264911 w 12192000"/>
              <a:gd name="connsiteY223" fmla="*/ 106154 h 1162015"/>
              <a:gd name="connsiteX224" fmla="*/ 2298963 w 12192000"/>
              <a:gd name="connsiteY224" fmla="*/ 105871 h 1162015"/>
              <a:gd name="connsiteX225" fmla="*/ 2454058 w 12192000"/>
              <a:gd name="connsiteY225" fmla="*/ 71781 h 1162015"/>
              <a:gd name="connsiteX226" fmla="*/ 2534188 w 12192000"/>
              <a:gd name="connsiteY226" fmla="*/ 68245 h 1162015"/>
              <a:gd name="connsiteX227" fmla="*/ 2616912 w 12192000"/>
              <a:gd name="connsiteY227" fmla="*/ 49272 h 1162015"/>
              <a:gd name="connsiteX228" fmla="*/ 2698592 w 12192000"/>
              <a:gd name="connsiteY228" fmla="*/ 40388 h 1162015"/>
              <a:gd name="connsiteX229" fmla="*/ 2891953 w 12192000"/>
              <a:gd name="connsiteY229" fmla="*/ 33056 h 1162015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174180 w 12192000"/>
              <a:gd name="connsiteY220" fmla="*/ 110689 h 1157500"/>
              <a:gd name="connsiteX221" fmla="*/ 2214259 w 12192000"/>
              <a:gd name="connsiteY221" fmla="*/ 110542 h 1157500"/>
              <a:gd name="connsiteX222" fmla="*/ 2264911 w 12192000"/>
              <a:gd name="connsiteY222" fmla="*/ 101639 h 1157500"/>
              <a:gd name="connsiteX223" fmla="*/ 2298963 w 12192000"/>
              <a:gd name="connsiteY223" fmla="*/ 101356 h 1157500"/>
              <a:gd name="connsiteX224" fmla="*/ 2454058 w 12192000"/>
              <a:gd name="connsiteY224" fmla="*/ 67266 h 1157500"/>
              <a:gd name="connsiteX225" fmla="*/ 2534188 w 12192000"/>
              <a:gd name="connsiteY225" fmla="*/ 63730 h 1157500"/>
              <a:gd name="connsiteX226" fmla="*/ 2616912 w 12192000"/>
              <a:gd name="connsiteY226" fmla="*/ 44757 h 1157500"/>
              <a:gd name="connsiteX227" fmla="*/ 2698592 w 12192000"/>
              <a:gd name="connsiteY227" fmla="*/ 35873 h 1157500"/>
              <a:gd name="connsiteX228" fmla="*/ 2891953 w 12192000"/>
              <a:gd name="connsiteY22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298963 w 12192000"/>
              <a:gd name="connsiteY222" fmla="*/ 101356 h 1157500"/>
              <a:gd name="connsiteX223" fmla="*/ 2454058 w 12192000"/>
              <a:gd name="connsiteY223" fmla="*/ 67266 h 1157500"/>
              <a:gd name="connsiteX224" fmla="*/ 2534188 w 12192000"/>
              <a:gd name="connsiteY224" fmla="*/ 63730 h 1157500"/>
              <a:gd name="connsiteX225" fmla="*/ 2616912 w 12192000"/>
              <a:gd name="connsiteY225" fmla="*/ 44757 h 1157500"/>
              <a:gd name="connsiteX226" fmla="*/ 2698592 w 12192000"/>
              <a:gd name="connsiteY226" fmla="*/ 35873 h 1157500"/>
              <a:gd name="connsiteX227" fmla="*/ 2891953 w 12192000"/>
              <a:gd name="connsiteY22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454058 w 12192000"/>
              <a:gd name="connsiteY222" fmla="*/ 67266 h 1157500"/>
              <a:gd name="connsiteX223" fmla="*/ 2534188 w 12192000"/>
              <a:gd name="connsiteY223" fmla="*/ 63730 h 1157500"/>
              <a:gd name="connsiteX224" fmla="*/ 2616912 w 12192000"/>
              <a:gd name="connsiteY224" fmla="*/ 44757 h 1157500"/>
              <a:gd name="connsiteX225" fmla="*/ 2698592 w 12192000"/>
              <a:gd name="connsiteY225" fmla="*/ 35873 h 1157500"/>
              <a:gd name="connsiteX226" fmla="*/ 2891953 w 12192000"/>
              <a:gd name="connsiteY22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735783 w 12192000"/>
              <a:gd name="connsiteY210" fmla="*/ 177400 h 1157500"/>
              <a:gd name="connsiteX211" fmla="*/ 1797102 w 12192000"/>
              <a:gd name="connsiteY211" fmla="*/ 182289 h 1157500"/>
              <a:gd name="connsiteX212" fmla="*/ 1845638 w 12192000"/>
              <a:gd name="connsiteY212" fmla="*/ 163774 h 1157500"/>
              <a:gd name="connsiteX213" fmla="*/ 1848980 w 12192000"/>
              <a:gd name="connsiteY213" fmla="*/ 167516 h 1157500"/>
              <a:gd name="connsiteX214" fmla="*/ 1880587 w 12192000"/>
              <a:gd name="connsiteY214" fmla="*/ 165506 h 1157500"/>
              <a:gd name="connsiteX215" fmla="*/ 1995803 w 12192000"/>
              <a:gd name="connsiteY215" fmla="*/ 131847 h 1157500"/>
              <a:gd name="connsiteX216" fmla="*/ 2057448 w 12192000"/>
              <a:gd name="connsiteY216" fmla="*/ 128650 h 1157500"/>
              <a:gd name="connsiteX217" fmla="*/ 2119088 w 12192000"/>
              <a:gd name="connsiteY217" fmla="*/ 113508 h 1157500"/>
              <a:gd name="connsiteX218" fmla="*/ 2138831 w 12192000"/>
              <a:gd name="connsiteY218" fmla="*/ 116194 h 1157500"/>
              <a:gd name="connsiteX219" fmla="*/ 2214259 w 12192000"/>
              <a:gd name="connsiteY219" fmla="*/ 110542 h 1157500"/>
              <a:gd name="connsiteX220" fmla="*/ 2264911 w 12192000"/>
              <a:gd name="connsiteY220" fmla="*/ 101639 h 1157500"/>
              <a:gd name="connsiteX221" fmla="*/ 2454058 w 12192000"/>
              <a:gd name="connsiteY221" fmla="*/ 67266 h 1157500"/>
              <a:gd name="connsiteX222" fmla="*/ 2534188 w 12192000"/>
              <a:gd name="connsiteY222" fmla="*/ 63730 h 1157500"/>
              <a:gd name="connsiteX223" fmla="*/ 2616912 w 12192000"/>
              <a:gd name="connsiteY223" fmla="*/ 44757 h 1157500"/>
              <a:gd name="connsiteX224" fmla="*/ 2698592 w 12192000"/>
              <a:gd name="connsiteY224" fmla="*/ 35873 h 1157500"/>
              <a:gd name="connsiteX225" fmla="*/ 2891953 w 12192000"/>
              <a:gd name="connsiteY22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735783 w 12192000"/>
              <a:gd name="connsiteY209" fmla="*/ 177400 h 1157500"/>
              <a:gd name="connsiteX210" fmla="*/ 1797102 w 12192000"/>
              <a:gd name="connsiteY210" fmla="*/ 182289 h 1157500"/>
              <a:gd name="connsiteX211" fmla="*/ 1845638 w 12192000"/>
              <a:gd name="connsiteY211" fmla="*/ 163774 h 1157500"/>
              <a:gd name="connsiteX212" fmla="*/ 1848980 w 12192000"/>
              <a:gd name="connsiteY212" fmla="*/ 167516 h 1157500"/>
              <a:gd name="connsiteX213" fmla="*/ 1880587 w 12192000"/>
              <a:gd name="connsiteY213" fmla="*/ 165506 h 1157500"/>
              <a:gd name="connsiteX214" fmla="*/ 1995803 w 12192000"/>
              <a:gd name="connsiteY214" fmla="*/ 131847 h 1157500"/>
              <a:gd name="connsiteX215" fmla="*/ 2057448 w 12192000"/>
              <a:gd name="connsiteY215" fmla="*/ 128650 h 1157500"/>
              <a:gd name="connsiteX216" fmla="*/ 2119088 w 12192000"/>
              <a:gd name="connsiteY216" fmla="*/ 113508 h 1157500"/>
              <a:gd name="connsiteX217" fmla="*/ 2138831 w 12192000"/>
              <a:gd name="connsiteY217" fmla="*/ 116194 h 1157500"/>
              <a:gd name="connsiteX218" fmla="*/ 2214259 w 12192000"/>
              <a:gd name="connsiteY218" fmla="*/ 110542 h 1157500"/>
              <a:gd name="connsiteX219" fmla="*/ 2264911 w 12192000"/>
              <a:gd name="connsiteY219" fmla="*/ 101639 h 1157500"/>
              <a:gd name="connsiteX220" fmla="*/ 2454058 w 12192000"/>
              <a:gd name="connsiteY220" fmla="*/ 67266 h 1157500"/>
              <a:gd name="connsiteX221" fmla="*/ 2534188 w 12192000"/>
              <a:gd name="connsiteY221" fmla="*/ 63730 h 1157500"/>
              <a:gd name="connsiteX222" fmla="*/ 2616912 w 12192000"/>
              <a:gd name="connsiteY222" fmla="*/ 44757 h 1157500"/>
              <a:gd name="connsiteX223" fmla="*/ 2698592 w 12192000"/>
              <a:gd name="connsiteY223" fmla="*/ 35873 h 1157500"/>
              <a:gd name="connsiteX224" fmla="*/ 2891953 w 12192000"/>
              <a:gd name="connsiteY22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1069267 w 12192000"/>
              <a:gd name="connsiteY196" fmla="*/ 262766 h 1157500"/>
              <a:gd name="connsiteX197" fmla="*/ 1138407 w 12192000"/>
              <a:gd name="connsiteY197" fmla="*/ 246567 h 1157500"/>
              <a:gd name="connsiteX198" fmla="*/ 1164931 w 12192000"/>
              <a:gd name="connsiteY198" fmla="*/ 238622 h 1157500"/>
              <a:gd name="connsiteX199" fmla="*/ 1211622 w 12192000"/>
              <a:gd name="connsiteY199" fmla="*/ 220676 h 1157500"/>
              <a:gd name="connsiteX200" fmla="*/ 1274567 w 12192000"/>
              <a:gd name="connsiteY200" fmla="*/ 203380 h 1157500"/>
              <a:gd name="connsiteX201" fmla="*/ 1325029 w 12192000"/>
              <a:gd name="connsiteY201" fmla="*/ 207937 h 1157500"/>
              <a:gd name="connsiteX202" fmla="*/ 1356805 w 12192000"/>
              <a:gd name="connsiteY202" fmla="*/ 203622 h 1157500"/>
              <a:gd name="connsiteX203" fmla="*/ 1468752 w 12192000"/>
              <a:gd name="connsiteY203" fmla="*/ 214604 h 1157500"/>
              <a:gd name="connsiteX204" fmla="*/ 1650750 w 12192000"/>
              <a:gd name="connsiteY204" fmla="*/ 165090 h 1157500"/>
              <a:gd name="connsiteX205" fmla="*/ 1655056 w 12192000"/>
              <a:gd name="connsiteY205" fmla="*/ 172106 h 1157500"/>
              <a:gd name="connsiteX206" fmla="*/ 1683220 w 12192000"/>
              <a:gd name="connsiteY206" fmla="*/ 169652 h 1157500"/>
              <a:gd name="connsiteX207" fmla="*/ 1685599 w 12192000"/>
              <a:gd name="connsiteY207" fmla="*/ 165388 h 1157500"/>
              <a:gd name="connsiteX208" fmla="*/ 1735783 w 12192000"/>
              <a:gd name="connsiteY208" fmla="*/ 177400 h 1157500"/>
              <a:gd name="connsiteX209" fmla="*/ 1797102 w 12192000"/>
              <a:gd name="connsiteY209" fmla="*/ 182289 h 1157500"/>
              <a:gd name="connsiteX210" fmla="*/ 1845638 w 12192000"/>
              <a:gd name="connsiteY210" fmla="*/ 163774 h 1157500"/>
              <a:gd name="connsiteX211" fmla="*/ 1848980 w 12192000"/>
              <a:gd name="connsiteY211" fmla="*/ 167516 h 1157500"/>
              <a:gd name="connsiteX212" fmla="*/ 1880587 w 12192000"/>
              <a:gd name="connsiteY212" fmla="*/ 165506 h 1157500"/>
              <a:gd name="connsiteX213" fmla="*/ 1995803 w 12192000"/>
              <a:gd name="connsiteY213" fmla="*/ 131847 h 1157500"/>
              <a:gd name="connsiteX214" fmla="*/ 2057448 w 12192000"/>
              <a:gd name="connsiteY214" fmla="*/ 128650 h 1157500"/>
              <a:gd name="connsiteX215" fmla="*/ 2119088 w 12192000"/>
              <a:gd name="connsiteY215" fmla="*/ 113508 h 1157500"/>
              <a:gd name="connsiteX216" fmla="*/ 2138831 w 12192000"/>
              <a:gd name="connsiteY216" fmla="*/ 116194 h 1157500"/>
              <a:gd name="connsiteX217" fmla="*/ 2214259 w 12192000"/>
              <a:gd name="connsiteY217" fmla="*/ 110542 h 1157500"/>
              <a:gd name="connsiteX218" fmla="*/ 2264911 w 12192000"/>
              <a:gd name="connsiteY218" fmla="*/ 101639 h 1157500"/>
              <a:gd name="connsiteX219" fmla="*/ 2454058 w 12192000"/>
              <a:gd name="connsiteY219" fmla="*/ 67266 h 1157500"/>
              <a:gd name="connsiteX220" fmla="*/ 2534188 w 12192000"/>
              <a:gd name="connsiteY220" fmla="*/ 63730 h 1157500"/>
              <a:gd name="connsiteX221" fmla="*/ 2616912 w 12192000"/>
              <a:gd name="connsiteY221" fmla="*/ 44757 h 1157500"/>
              <a:gd name="connsiteX222" fmla="*/ 2698592 w 12192000"/>
              <a:gd name="connsiteY222" fmla="*/ 35873 h 1157500"/>
              <a:gd name="connsiteX223" fmla="*/ 2891953 w 12192000"/>
              <a:gd name="connsiteY22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703732 w 12192000"/>
              <a:gd name="connsiteY188" fmla="*/ 316599 h 1157500"/>
              <a:gd name="connsiteX189" fmla="*/ 853391 w 12192000"/>
              <a:gd name="connsiteY189" fmla="*/ 303591 h 1157500"/>
              <a:gd name="connsiteX190" fmla="*/ 925332 w 12192000"/>
              <a:gd name="connsiteY190" fmla="*/ 298686 h 1157500"/>
              <a:gd name="connsiteX191" fmla="*/ 941286 w 12192000"/>
              <a:gd name="connsiteY191" fmla="*/ 288932 h 1157500"/>
              <a:gd name="connsiteX192" fmla="*/ 950845 w 12192000"/>
              <a:gd name="connsiteY192" fmla="*/ 286595 h 1157500"/>
              <a:gd name="connsiteX193" fmla="*/ 953292 w 12192000"/>
              <a:gd name="connsiteY193" fmla="*/ 280892 h 1157500"/>
              <a:gd name="connsiteX194" fmla="*/ 967499 w 12192000"/>
              <a:gd name="connsiteY194" fmla="*/ 273760 h 1157500"/>
              <a:gd name="connsiteX195" fmla="*/ 1069267 w 12192000"/>
              <a:gd name="connsiteY195" fmla="*/ 262766 h 1157500"/>
              <a:gd name="connsiteX196" fmla="*/ 1138407 w 12192000"/>
              <a:gd name="connsiteY196" fmla="*/ 246567 h 1157500"/>
              <a:gd name="connsiteX197" fmla="*/ 1164931 w 12192000"/>
              <a:gd name="connsiteY197" fmla="*/ 238622 h 1157500"/>
              <a:gd name="connsiteX198" fmla="*/ 1211622 w 12192000"/>
              <a:gd name="connsiteY198" fmla="*/ 220676 h 1157500"/>
              <a:gd name="connsiteX199" fmla="*/ 1274567 w 12192000"/>
              <a:gd name="connsiteY199" fmla="*/ 203380 h 1157500"/>
              <a:gd name="connsiteX200" fmla="*/ 1325029 w 12192000"/>
              <a:gd name="connsiteY200" fmla="*/ 207937 h 1157500"/>
              <a:gd name="connsiteX201" fmla="*/ 1356805 w 12192000"/>
              <a:gd name="connsiteY201" fmla="*/ 203622 h 1157500"/>
              <a:gd name="connsiteX202" fmla="*/ 1468752 w 12192000"/>
              <a:gd name="connsiteY202" fmla="*/ 214604 h 1157500"/>
              <a:gd name="connsiteX203" fmla="*/ 1650750 w 12192000"/>
              <a:gd name="connsiteY203" fmla="*/ 165090 h 1157500"/>
              <a:gd name="connsiteX204" fmla="*/ 1655056 w 12192000"/>
              <a:gd name="connsiteY204" fmla="*/ 172106 h 1157500"/>
              <a:gd name="connsiteX205" fmla="*/ 1683220 w 12192000"/>
              <a:gd name="connsiteY205" fmla="*/ 169652 h 1157500"/>
              <a:gd name="connsiteX206" fmla="*/ 1685599 w 12192000"/>
              <a:gd name="connsiteY206" fmla="*/ 165388 h 1157500"/>
              <a:gd name="connsiteX207" fmla="*/ 1735783 w 12192000"/>
              <a:gd name="connsiteY207" fmla="*/ 177400 h 1157500"/>
              <a:gd name="connsiteX208" fmla="*/ 1797102 w 12192000"/>
              <a:gd name="connsiteY208" fmla="*/ 182289 h 1157500"/>
              <a:gd name="connsiteX209" fmla="*/ 1845638 w 12192000"/>
              <a:gd name="connsiteY209" fmla="*/ 163774 h 1157500"/>
              <a:gd name="connsiteX210" fmla="*/ 1848980 w 12192000"/>
              <a:gd name="connsiteY210" fmla="*/ 167516 h 1157500"/>
              <a:gd name="connsiteX211" fmla="*/ 1880587 w 12192000"/>
              <a:gd name="connsiteY211" fmla="*/ 165506 h 1157500"/>
              <a:gd name="connsiteX212" fmla="*/ 1995803 w 12192000"/>
              <a:gd name="connsiteY212" fmla="*/ 131847 h 1157500"/>
              <a:gd name="connsiteX213" fmla="*/ 2057448 w 12192000"/>
              <a:gd name="connsiteY213" fmla="*/ 128650 h 1157500"/>
              <a:gd name="connsiteX214" fmla="*/ 2119088 w 12192000"/>
              <a:gd name="connsiteY214" fmla="*/ 113508 h 1157500"/>
              <a:gd name="connsiteX215" fmla="*/ 2138831 w 12192000"/>
              <a:gd name="connsiteY215" fmla="*/ 116194 h 1157500"/>
              <a:gd name="connsiteX216" fmla="*/ 2214259 w 12192000"/>
              <a:gd name="connsiteY216" fmla="*/ 110542 h 1157500"/>
              <a:gd name="connsiteX217" fmla="*/ 2264911 w 12192000"/>
              <a:gd name="connsiteY217" fmla="*/ 101639 h 1157500"/>
              <a:gd name="connsiteX218" fmla="*/ 2454058 w 12192000"/>
              <a:gd name="connsiteY218" fmla="*/ 67266 h 1157500"/>
              <a:gd name="connsiteX219" fmla="*/ 2534188 w 12192000"/>
              <a:gd name="connsiteY219" fmla="*/ 63730 h 1157500"/>
              <a:gd name="connsiteX220" fmla="*/ 2616912 w 12192000"/>
              <a:gd name="connsiteY220" fmla="*/ 44757 h 1157500"/>
              <a:gd name="connsiteX221" fmla="*/ 2698592 w 12192000"/>
              <a:gd name="connsiteY221" fmla="*/ 35873 h 1157500"/>
              <a:gd name="connsiteX222" fmla="*/ 2891953 w 12192000"/>
              <a:gd name="connsiteY22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49437 w 12192000"/>
              <a:gd name="connsiteY135" fmla="*/ 152166 h 1157500"/>
              <a:gd name="connsiteX136" fmla="*/ 10155104 w 12192000"/>
              <a:gd name="connsiteY136" fmla="*/ 151613 h 1157500"/>
              <a:gd name="connsiteX137" fmla="*/ 10250982 w 12192000"/>
              <a:gd name="connsiteY137" fmla="*/ 128642 h 1157500"/>
              <a:gd name="connsiteX138" fmla="*/ 10343301 w 12192000"/>
              <a:gd name="connsiteY138" fmla="*/ 90884 h 1157500"/>
              <a:gd name="connsiteX139" fmla="*/ 10366625 w 12192000"/>
              <a:gd name="connsiteY139" fmla="*/ 79428 h 1157500"/>
              <a:gd name="connsiteX140" fmla="*/ 10433505 w 12192000"/>
              <a:gd name="connsiteY140" fmla="*/ 65000 h 1157500"/>
              <a:gd name="connsiteX141" fmla="*/ 10547510 w 12192000"/>
              <a:gd name="connsiteY141" fmla="*/ 47246 h 1157500"/>
              <a:gd name="connsiteX142" fmla="*/ 10588150 w 12192000"/>
              <a:gd name="connsiteY142" fmla="*/ 32287 h 1157500"/>
              <a:gd name="connsiteX143" fmla="*/ 10589457 w 12192000"/>
              <a:gd name="connsiteY143" fmla="*/ 25296 h 1157500"/>
              <a:gd name="connsiteX144" fmla="*/ 10699976 w 12192000"/>
              <a:gd name="connsiteY144" fmla="*/ 43345 h 1157500"/>
              <a:gd name="connsiteX145" fmla="*/ 10812237 w 12192000"/>
              <a:gd name="connsiteY145" fmla="*/ 46327 h 1157500"/>
              <a:gd name="connsiteX146" fmla="*/ 10869837 w 12192000"/>
              <a:gd name="connsiteY146" fmla="*/ 65795 h 1157500"/>
              <a:gd name="connsiteX147" fmla="*/ 10881770 w 12192000"/>
              <a:gd name="connsiteY147" fmla="*/ 73672 h 1157500"/>
              <a:gd name="connsiteX148" fmla="*/ 10896899 w 12192000"/>
              <a:gd name="connsiteY148" fmla="*/ 70731 h 1157500"/>
              <a:gd name="connsiteX149" fmla="*/ 10901748 w 12192000"/>
              <a:gd name="connsiteY149" fmla="*/ 66352 h 1157500"/>
              <a:gd name="connsiteX150" fmla="*/ 10947419 w 12192000"/>
              <a:gd name="connsiteY150" fmla="*/ 83316 h 1157500"/>
              <a:gd name="connsiteX151" fmla="*/ 10953034 w 12192000"/>
              <a:gd name="connsiteY151" fmla="*/ 84438 h 1157500"/>
              <a:gd name="connsiteX152" fmla="*/ 10992070 w 12192000"/>
              <a:gd name="connsiteY152" fmla="*/ 88841 h 1157500"/>
              <a:gd name="connsiteX153" fmla="*/ 11112372 w 12192000"/>
              <a:gd name="connsiteY153" fmla="*/ 82247 h 1157500"/>
              <a:gd name="connsiteX154" fmla="*/ 11147719 w 12192000"/>
              <a:gd name="connsiteY154" fmla="*/ 80560 h 1157500"/>
              <a:gd name="connsiteX155" fmla="*/ 11172617 w 12192000"/>
              <a:gd name="connsiteY155" fmla="*/ 76265 h 1157500"/>
              <a:gd name="connsiteX156" fmla="*/ 11240397 w 12192000"/>
              <a:gd name="connsiteY156" fmla="*/ 81830 h 1157500"/>
              <a:gd name="connsiteX157" fmla="*/ 11270034 w 12192000"/>
              <a:gd name="connsiteY157" fmla="*/ 91947 h 1157500"/>
              <a:gd name="connsiteX158" fmla="*/ 11293091 w 12192000"/>
              <a:gd name="connsiteY158" fmla="*/ 92042 h 1157500"/>
              <a:gd name="connsiteX159" fmla="*/ 11310949 w 12192000"/>
              <a:gd name="connsiteY159" fmla="*/ 97842 h 1157500"/>
              <a:gd name="connsiteX160" fmla="*/ 11345279 w 12192000"/>
              <a:gd name="connsiteY160" fmla="*/ 95451 h 1157500"/>
              <a:gd name="connsiteX161" fmla="*/ 11354597 w 12192000"/>
              <a:gd name="connsiteY161" fmla="*/ 97953 h 1157500"/>
              <a:gd name="connsiteX162" fmla="*/ 11367725 w 12192000"/>
              <a:gd name="connsiteY162" fmla="*/ 97999 h 1157500"/>
              <a:gd name="connsiteX163" fmla="*/ 11399832 w 12192000"/>
              <a:gd name="connsiteY163" fmla="*/ 110616 h 1157500"/>
              <a:gd name="connsiteX164" fmla="*/ 11487595 w 12192000"/>
              <a:gd name="connsiteY164" fmla="*/ 152322 h 1157500"/>
              <a:gd name="connsiteX165" fmla="*/ 11590850 w 12192000"/>
              <a:gd name="connsiteY165" fmla="*/ 238552 h 1157500"/>
              <a:gd name="connsiteX166" fmla="*/ 11736204 w 12192000"/>
              <a:gd name="connsiteY166" fmla="*/ 277509 h 1157500"/>
              <a:gd name="connsiteX167" fmla="*/ 11760331 w 12192000"/>
              <a:gd name="connsiteY167" fmla="*/ 291936 h 1157500"/>
              <a:gd name="connsiteX168" fmla="*/ 11819139 w 12192000"/>
              <a:gd name="connsiteY168" fmla="*/ 304143 h 1157500"/>
              <a:gd name="connsiteX169" fmla="*/ 11821967 w 12192000"/>
              <a:gd name="connsiteY169" fmla="*/ 305790 h 1157500"/>
              <a:gd name="connsiteX170" fmla="*/ 11847125 w 12192000"/>
              <a:gd name="connsiteY170" fmla="*/ 297401 h 1157500"/>
              <a:gd name="connsiteX171" fmla="*/ 11980134 w 12192000"/>
              <a:gd name="connsiteY171" fmla="*/ 321911 h 1157500"/>
              <a:gd name="connsiteX172" fmla="*/ 12174576 w 12192000"/>
              <a:gd name="connsiteY172" fmla="*/ 376108 h 1157500"/>
              <a:gd name="connsiteX173" fmla="*/ 12192000 w 12192000"/>
              <a:gd name="connsiteY173" fmla="*/ 379233 h 1157500"/>
              <a:gd name="connsiteX174" fmla="*/ 12192000 w 12192000"/>
              <a:gd name="connsiteY174" fmla="*/ 1157500 h 1157500"/>
              <a:gd name="connsiteX175" fmla="*/ 0 w 12192000"/>
              <a:gd name="connsiteY175" fmla="*/ 1157500 h 1157500"/>
              <a:gd name="connsiteX176" fmla="*/ 0 w 12192000"/>
              <a:gd name="connsiteY176" fmla="*/ 483545 h 1157500"/>
              <a:gd name="connsiteX177" fmla="*/ 5331 w 12192000"/>
              <a:gd name="connsiteY177" fmla="*/ 482797 h 1157500"/>
              <a:gd name="connsiteX178" fmla="*/ 39902 w 12192000"/>
              <a:gd name="connsiteY178" fmla="*/ 472284 h 1157500"/>
              <a:gd name="connsiteX179" fmla="*/ 117880 w 12192000"/>
              <a:gd name="connsiteY179" fmla="*/ 420956 h 1157500"/>
              <a:gd name="connsiteX180" fmla="*/ 238140 w 12192000"/>
              <a:gd name="connsiteY180" fmla="*/ 379297 h 1157500"/>
              <a:gd name="connsiteX181" fmla="*/ 249589 w 12192000"/>
              <a:gd name="connsiteY181" fmla="*/ 379517 h 1157500"/>
              <a:gd name="connsiteX182" fmla="*/ 296963 w 12192000"/>
              <a:gd name="connsiteY182" fmla="*/ 356102 h 1157500"/>
              <a:gd name="connsiteX183" fmla="*/ 339235 w 12192000"/>
              <a:gd name="connsiteY183" fmla="*/ 324425 h 1157500"/>
              <a:gd name="connsiteX184" fmla="*/ 447152 w 12192000"/>
              <a:gd name="connsiteY184" fmla="*/ 327423 h 1157500"/>
              <a:gd name="connsiteX185" fmla="*/ 475247 w 12192000"/>
              <a:gd name="connsiteY185" fmla="*/ 336714 h 1157500"/>
              <a:gd name="connsiteX186" fmla="*/ 477967 w 12192000"/>
              <a:gd name="connsiteY186" fmla="*/ 337960 h 1157500"/>
              <a:gd name="connsiteX187" fmla="*/ 703732 w 12192000"/>
              <a:gd name="connsiteY187" fmla="*/ 316599 h 1157500"/>
              <a:gd name="connsiteX188" fmla="*/ 853391 w 12192000"/>
              <a:gd name="connsiteY188" fmla="*/ 303591 h 1157500"/>
              <a:gd name="connsiteX189" fmla="*/ 925332 w 12192000"/>
              <a:gd name="connsiteY189" fmla="*/ 298686 h 1157500"/>
              <a:gd name="connsiteX190" fmla="*/ 941286 w 12192000"/>
              <a:gd name="connsiteY190" fmla="*/ 288932 h 1157500"/>
              <a:gd name="connsiteX191" fmla="*/ 950845 w 12192000"/>
              <a:gd name="connsiteY191" fmla="*/ 286595 h 1157500"/>
              <a:gd name="connsiteX192" fmla="*/ 953292 w 12192000"/>
              <a:gd name="connsiteY192" fmla="*/ 280892 h 1157500"/>
              <a:gd name="connsiteX193" fmla="*/ 967499 w 12192000"/>
              <a:gd name="connsiteY193" fmla="*/ 273760 h 1157500"/>
              <a:gd name="connsiteX194" fmla="*/ 1069267 w 12192000"/>
              <a:gd name="connsiteY194" fmla="*/ 262766 h 1157500"/>
              <a:gd name="connsiteX195" fmla="*/ 1138407 w 12192000"/>
              <a:gd name="connsiteY195" fmla="*/ 246567 h 1157500"/>
              <a:gd name="connsiteX196" fmla="*/ 1164931 w 12192000"/>
              <a:gd name="connsiteY196" fmla="*/ 238622 h 1157500"/>
              <a:gd name="connsiteX197" fmla="*/ 1211622 w 12192000"/>
              <a:gd name="connsiteY197" fmla="*/ 220676 h 1157500"/>
              <a:gd name="connsiteX198" fmla="*/ 1274567 w 12192000"/>
              <a:gd name="connsiteY198" fmla="*/ 203380 h 1157500"/>
              <a:gd name="connsiteX199" fmla="*/ 1325029 w 12192000"/>
              <a:gd name="connsiteY199" fmla="*/ 207937 h 1157500"/>
              <a:gd name="connsiteX200" fmla="*/ 1356805 w 12192000"/>
              <a:gd name="connsiteY200" fmla="*/ 203622 h 1157500"/>
              <a:gd name="connsiteX201" fmla="*/ 1468752 w 12192000"/>
              <a:gd name="connsiteY201" fmla="*/ 214604 h 1157500"/>
              <a:gd name="connsiteX202" fmla="*/ 1650750 w 12192000"/>
              <a:gd name="connsiteY202" fmla="*/ 165090 h 1157500"/>
              <a:gd name="connsiteX203" fmla="*/ 1655056 w 12192000"/>
              <a:gd name="connsiteY203" fmla="*/ 172106 h 1157500"/>
              <a:gd name="connsiteX204" fmla="*/ 1683220 w 12192000"/>
              <a:gd name="connsiteY204" fmla="*/ 169652 h 1157500"/>
              <a:gd name="connsiteX205" fmla="*/ 1685599 w 12192000"/>
              <a:gd name="connsiteY205" fmla="*/ 165388 h 1157500"/>
              <a:gd name="connsiteX206" fmla="*/ 1735783 w 12192000"/>
              <a:gd name="connsiteY206" fmla="*/ 177400 h 1157500"/>
              <a:gd name="connsiteX207" fmla="*/ 1797102 w 12192000"/>
              <a:gd name="connsiteY207" fmla="*/ 182289 h 1157500"/>
              <a:gd name="connsiteX208" fmla="*/ 1845638 w 12192000"/>
              <a:gd name="connsiteY208" fmla="*/ 163774 h 1157500"/>
              <a:gd name="connsiteX209" fmla="*/ 1848980 w 12192000"/>
              <a:gd name="connsiteY209" fmla="*/ 167516 h 1157500"/>
              <a:gd name="connsiteX210" fmla="*/ 1880587 w 12192000"/>
              <a:gd name="connsiteY210" fmla="*/ 165506 h 1157500"/>
              <a:gd name="connsiteX211" fmla="*/ 1995803 w 12192000"/>
              <a:gd name="connsiteY211" fmla="*/ 131847 h 1157500"/>
              <a:gd name="connsiteX212" fmla="*/ 2057448 w 12192000"/>
              <a:gd name="connsiteY212" fmla="*/ 128650 h 1157500"/>
              <a:gd name="connsiteX213" fmla="*/ 2119088 w 12192000"/>
              <a:gd name="connsiteY213" fmla="*/ 113508 h 1157500"/>
              <a:gd name="connsiteX214" fmla="*/ 2138831 w 12192000"/>
              <a:gd name="connsiteY214" fmla="*/ 116194 h 1157500"/>
              <a:gd name="connsiteX215" fmla="*/ 2214259 w 12192000"/>
              <a:gd name="connsiteY215" fmla="*/ 110542 h 1157500"/>
              <a:gd name="connsiteX216" fmla="*/ 2264911 w 12192000"/>
              <a:gd name="connsiteY216" fmla="*/ 101639 h 1157500"/>
              <a:gd name="connsiteX217" fmla="*/ 2454058 w 12192000"/>
              <a:gd name="connsiteY217" fmla="*/ 67266 h 1157500"/>
              <a:gd name="connsiteX218" fmla="*/ 2534188 w 12192000"/>
              <a:gd name="connsiteY218" fmla="*/ 63730 h 1157500"/>
              <a:gd name="connsiteX219" fmla="*/ 2616912 w 12192000"/>
              <a:gd name="connsiteY219" fmla="*/ 44757 h 1157500"/>
              <a:gd name="connsiteX220" fmla="*/ 2698592 w 12192000"/>
              <a:gd name="connsiteY220" fmla="*/ 35873 h 1157500"/>
              <a:gd name="connsiteX221" fmla="*/ 2891953 w 12192000"/>
              <a:gd name="connsiteY22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55104 w 12192000"/>
              <a:gd name="connsiteY135" fmla="*/ 151613 h 1157500"/>
              <a:gd name="connsiteX136" fmla="*/ 10250982 w 12192000"/>
              <a:gd name="connsiteY136" fmla="*/ 128642 h 1157500"/>
              <a:gd name="connsiteX137" fmla="*/ 10343301 w 12192000"/>
              <a:gd name="connsiteY137" fmla="*/ 90884 h 1157500"/>
              <a:gd name="connsiteX138" fmla="*/ 10366625 w 12192000"/>
              <a:gd name="connsiteY138" fmla="*/ 79428 h 1157500"/>
              <a:gd name="connsiteX139" fmla="*/ 10433505 w 12192000"/>
              <a:gd name="connsiteY139" fmla="*/ 65000 h 1157500"/>
              <a:gd name="connsiteX140" fmla="*/ 10547510 w 12192000"/>
              <a:gd name="connsiteY140" fmla="*/ 47246 h 1157500"/>
              <a:gd name="connsiteX141" fmla="*/ 10588150 w 12192000"/>
              <a:gd name="connsiteY141" fmla="*/ 32287 h 1157500"/>
              <a:gd name="connsiteX142" fmla="*/ 10589457 w 12192000"/>
              <a:gd name="connsiteY142" fmla="*/ 25296 h 1157500"/>
              <a:gd name="connsiteX143" fmla="*/ 10699976 w 12192000"/>
              <a:gd name="connsiteY143" fmla="*/ 43345 h 1157500"/>
              <a:gd name="connsiteX144" fmla="*/ 10812237 w 12192000"/>
              <a:gd name="connsiteY144" fmla="*/ 46327 h 1157500"/>
              <a:gd name="connsiteX145" fmla="*/ 10869837 w 12192000"/>
              <a:gd name="connsiteY145" fmla="*/ 65795 h 1157500"/>
              <a:gd name="connsiteX146" fmla="*/ 10881770 w 12192000"/>
              <a:gd name="connsiteY146" fmla="*/ 73672 h 1157500"/>
              <a:gd name="connsiteX147" fmla="*/ 10896899 w 12192000"/>
              <a:gd name="connsiteY147" fmla="*/ 70731 h 1157500"/>
              <a:gd name="connsiteX148" fmla="*/ 10901748 w 12192000"/>
              <a:gd name="connsiteY148" fmla="*/ 66352 h 1157500"/>
              <a:gd name="connsiteX149" fmla="*/ 10947419 w 12192000"/>
              <a:gd name="connsiteY149" fmla="*/ 83316 h 1157500"/>
              <a:gd name="connsiteX150" fmla="*/ 10953034 w 12192000"/>
              <a:gd name="connsiteY150" fmla="*/ 84438 h 1157500"/>
              <a:gd name="connsiteX151" fmla="*/ 10992070 w 12192000"/>
              <a:gd name="connsiteY151" fmla="*/ 88841 h 1157500"/>
              <a:gd name="connsiteX152" fmla="*/ 11112372 w 12192000"/>
              <a:gd name="connsiteY152" fmla="*/ 82247 h 1157500"/>
              <a:gd name="connsiteX153" fmla="*/ 11147719 w 12192000"/>
              <a:gd name="connsiteY153" fmla="*/ 80560 h 1157500"/>
              <a:gd name="connsiteX154" fmla="*/ 11172617 w 12192000"/>
              <a:gd name="connsiteY154" fmla="*/ 76265 h 1157500"/>
              <a:gd name="connsiteX155" fmla="*/ 11240397 w 12192000"/>
              <a:gd name="connsiteY155" fmla="*/ 81830 h 1157500"/>
              <a:gd name="connsiteX156" fmla="*/ 11270034 w 12192000"/>
              <a:gd name="connsiteY156" fmla="*/ 91947 h 1157500"/>
              <a:gd name="connsiteX157" fmla="*/ 11293091 w 12192000"/>
              <a:gd name="connsiteY157" fmla="*/ 92042 h 1157500"/>
              <a:gd name="connsiteX158" fmla="*/ 11310949 w 12192000"/>
              <a:gd name="connsiteY158" fmla="*/ 97842 h 1157500"/>
              <a:gd name="connsiteX159" fmla="*/ 11345279 w 12192000"/>
              <a:gd name="connsiteY159" fmla="*/ 95451 h 1157500"/>
              <a:gd name="connsiteX160" fmla="*/ 11354597 w 12192000"/>
              <a:gd name="connsiteY160" fmla="*/ 97953 h 1157500"/>
              <a:gd name="connsiteX161" fmla="*/ 11367725 w 12192000"/>
              <a:gd name="connsiteY161" fmla="*/ 97999 h 1157500"/>
              <a:gd name="connsiteX162" fmla="*/ 11399832 w 12192000"/>
              <a:gd name="connsiteY162" fmla="*/ 110616 h 1157500"/>
              <a:gd name="connsiteX163" fmla="*/ 11487595 w 12192000"/>
              <a:gd name="connsiteY163" fmla="*/ 152322 h 1157500"/>
              <a:gd name="connsiteX164" fmla="*/ 11590850 w 12192000"/>
              <a:gd name="connsiteY164" fmla="*/ 238552 h 1157500"/>
              <a:gd name="connsiteX165" fmla="*/ 11736204 w 12192000"/>
              <a:gd name="connsiteY165" fmla="*/ 277509 h 1157500"/>
              <a:gd name="connsiteX166" fmla="*/ 11760331 w 12192000"/>
              <a:gd name="connsiteY166" fmla="*/ 291936 h 1157500"/>
              <a:gd name="connsiteX167" fmla="*/ 11819139 w 12192000"/>
              <a:gd name="connsiteY167" fmla="*/ 304143 h 1157500"/>
              <a:gd name="connsiteX168" fmla="*/ 11821967 w 12192000"/>
              <a:gd name="connsiteY168" fmla="*/ 305790 h 1157500"/>
              <a:gd name="connsiteX169" fmla="*/ 11847125 w 12192000"/>
              <a:gd name="connsiteY169" fmla="*/ 297401 h 1157500"/>
              <a:gd name="connsiteX170" fmla="*/ 11980134 w 12192000"/>
              <a:gd name="connsiteY170" fmla="*/ 321911 h 1157500"/>
              <a:gd name="connsiteX171" fmla="*/ 12174576 w 12192000"/>
              <a:gd name="connsiteY171" fmla="*/ 376108 h 1157500"/>
              <a:gd name="connsiteX172" fmla="*/ 12192000 w 12192000"/>
              <a:gd name="connsiteY172" fmla="*/ 379233 h 1157500"/>
              <a:gd name="connsiteX173" fmla="*/ 12192000 w 12192000"/>
              <a:gd name="connsiteY173" fmla="*/ 1157500 h 1157500"/>
              <a:gd name="connsiteX174" fmla="*/ 0 w 12192000"/>
              <a:gd name="connsiteY174" fmla="*/ 1157500 h 1157500"/>
              <a:gd name="connsiteX175" fmla="*/ 0 w 12192000"/>
              <a:gd name="connsiteY175" fmla="*/ 483545 h 1157500"/>
              <a:gd name="connsiteX176" fmla="*/ 5331 w 12192000"/>
              <a:gd name="connsiteY176" fmla="*/ 482797 h 1157500"/>
              <a:gd name="connsiteX177" fmla="*/ 39902 w 12192000"/>
              <a:gd name="connsiteY177" fmla="*/ 472284 h 1157500"/>
              <a:gd name="connsiteX178" fmla="*/ 117880 w 12192000"/>
              <a:gd name="connsiteY178" fmla="*/ 420956 h 1157500"/>
              <a:gd name="connsiteX179" fmla="*/ 238140 w 12192000"/>
              <a:gd name="connsiteY179" fmla="*/ 379297 h 1157500"/>
              <a:gd name="connsiteX180" fmla="*/ 249589 w 12192000"/>
              <a:gd name="connsiteY180" fmla="*/ 379517 h 1157500"/>
              <a:gd name="connsiteX181" fmla="*/ 296963 w 12192000"/>
              <a:gd name="connsiteY181" fmla="*/ 356102 h 1157500"/>
              <a:gd name="connsiteX182" fmla="*/ 339235 w 12192000"/>
              <a:gd name="connsiteY182" fmla="*/ 324425 h 1157500"/>
              <a:gd name="connsiteX183" fmla="*/ 447152 w 12192000"/>
              <a:gd name="connsiteY183" fmla="*/ 327423 h 1157500"/>
              <a:gd name="connsiteX184" fmla="*/ 475247 w 12192000"/>
              <a:gd name="connsiteY184" fmla="*/ 336714 h 1157500"/>
              <a:gd name="connsiteX185" fmla="*/ 477967 w 12192000"/>
              <a:gd name="connsiteY185" fmla="*/ 337960 h 1157500"/>
              <a:gd name="connsiteX186" fmla="*/ 703732 w 12192000"/>
              <a:gd name="connsiteY186" fmla="*/ 316599 h 1157500"/>
              <a:gd name="connsiteX187" fmla="*/ 853391 w 12192000"/>
              <a:gd name="connsiteY187" fmla="*/ 303591 h 1157500"/>
              <a:gd name="connsiteX188" fmla="*/ 925332 w 12192000"/>
              <a:gd name="connsiteY188" fmla="*/ 298686 h 1157500"/>
              <a:gd name="connsiteX189" fmla="*/ 941286 w 12192000"/>
              <a:gd name="connsiteY189" fmla="*/ 288932 h 1157500"/>
              <a:gd name="connsiteX190" fmla="*/ 950845 w 12192000"/>
              <a:gd name="connsiteY190" fmla="*/ 286595 h 1157500"/>
              <a:gd name="connsiteX191" fmla="*/ 953292 w 12192000"/>
              <a:gd name="connsiteY191" fmla="*/ 280892 h 1157500"/>
              <a:gd name="connsiteX192" fmla="*/ 967499 w 12192000"/>
              <a:gd name="connsiteY192" fmla="*/ 273760 h 1157500"/>
              <a:gd name="connsiteX193" fmla="*/ 1069267 w 12192000"/>
              <a:gd name="connsiteY193" fmla="*/ 262766 h 1157500"/>
              <a:gd name="connsiteX194" fmla="*/ 1138407 w 12192000"/>
              <a:gd name="connsiteY194" fmla="*/ 246567 h 1157500"/>
              <a:gd name="connsiteX195" fmla="*/ 1164931 w 12192000"/>
              <a:gd name="connsiteY195" fmla="*/ 238622 h 1157500"/>
              <a:gd name="connsiteX196" fmla="*/ 1211622 w 12192000"/>
              <a:gd name="connsiteY196" fmla="*/ 220676 h 1157500"/>
              <a:gd name="connsiteX197" fmla="*/ 1274567 w 12192000"/>
              <a:gd name="connsiteY197" fmla="*/ 203380 h 1157500"/>
              <a:gd name="connsiteX198" fmla="*/ 1325029 w 12192000"/>
              <a:gd name="connsiteY198" fmla="*/ 207937 h 1157500"/>
              <a:gd name="connsiteX199" fmla="*/ 1356805 w 12192000"/>
              <a:gd name="connsiteY199" fmla="*/ 203622 h 1157500"/>
              <a:gd name="connsiteX200" fmla="*/ 1468752 w 12192000"/>
              <a:gd name="connsiteY200" fmla="*/ 214604 h 1157500"/>
              <a:gd name="connsiteX201" fmla="*/ 1650750 w 12192000"/>
              <a:gd name="connsiteY201" fmla="*/ 165090 h 1157500"/>
              <a:gd name="connsiteX202" fmla="*/ 1655056 w 12192000"/>
              <a:gd name="connsiteY202" fmla="*/ 172106 h 1157500"/>
              <a:gd name="connsiteX203" fmla="*/ 1683220 w 12192000"/>
              <a:gd name="connsiteY203" fmla="*/ 169652 h 1157500"/>
              <a:gd name="connsiteX204" fmla="*/ 1685599 w 12192000"/>
              <a:gd name="connsiteY204" fmla="*/ 165388 h 1157500"/>
              <a:gd name="connsiteX205" fmla="*/ 1735783 w 12192000"/>
              <a:gd name="connsiteY205" fmla="*/ 177400 h 1157500"/>
              <a:gd name="connsiteX206" fmla="*/ 1797102 w 12192000"/>
              <a:gd name="connsiteY206" fmla="*/ 182289 h 1157500"/>
              <a:gd name="connsiteX207" fmla="*/ 1845638 w 12192000"/>
              <a:gd name="connsiteY207" fmla="*/ 163774 h 1157500"/>
              <a:gd name="connsiteX208" fmla="*/ 1848980 w 12192000"/>
              <a:gd name="connsiteY208" fmla="*/ 167516 h 1157500"/>
              <a:gd name="connsiteX209" fmla="*/ 1880587 w 12192000"/>
              <a:gd name="connsiteY209" fmla="*/ 165506 h 1157500"/>
              <a:gd name="connsiteX210" fmla="*/ 1995803 w 12192000"/>
              <a:gd name="connsiteY210" fmla="*/ 131847 h 1157500"/>
              <a:gd name="connsiteX211" fmla="*/ 2057448 w 12192000"/>
              <a:gd name="connsiteY211" fmla="*/ 128650 h 1157500"/>
              <a:gd name="connsiteX212" fmla="*/ 2119088 w 12192000"/>
              <a:gd name="connsiteY212" fmla="*/ 113508 h 1157500"/>
              <a:gd name="connsiteX213" fmla="*/ 2138831 w 12192000"/>
              <a:gd name="connsiteY213" fmla="*/ 116194 h 1157500"/>
              <a:gd name="connsiteX214" fmla="*/ 2214259 w 12192000"/>
              <a:gd name="connsiteY214" fmla="*/ 110542 h 1157500"/>
              <a:gd name="connsiteX215" fmla="*/ 2264911 w 12192000"/>
              <a:gd name="connsiteY215" fmla="*/ 101639 h 1157500"/>
              <a:gd name="connsiteX216" fmla="*/ 2454058 w 12192000"/>
              <a:gd name="connsiteY216" fmla="*/ 67266 h 1157500"/>
              <a:gd name="connsiteX217" fmla="*/ 2534188 w 12192000"/>
              <a:gd name="connsiteY217" fmla="*/ 63730 h 1157500"/>
              <a:gd name="connsiteX218" fmla="*/ 2616912 w 12192000"/>
              <a:gd name="connsiteY218" fmla="*/ 44757 h 1157500"/>
              <a:gd name="connsiteX219" fmla="*/ 2698592 w 12192000"/>
              <a:gd name="connsiteY219" fmla="*/ 35873 h 1157500"/>
              <a:gd name="connsiteX220" fmla="*/ 2891953 w 12192000"/>
              <a:gd name="connsiteY22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55104 w 12192000"/>
              <a:gd name="connsiteY134" fmla="*/ 151613 h 1157500"/>
              <a:gd name="connsiteX135" fmla="*/ 10250982 w 12192000"/>
              <a:gd name="connsiteY135" fmla="*/ 128642 h 1157500"/>
              <a:gd name="connsiteX136" fmla="*/ 10343301 w 12192000"/>
              <a:gd name="connsiteY136" fmla="*/ 90884 h 1157500"/>
              <a:gd name="connsiteX137" fmla="*/ 10366625 w 12192000"/>
              <a:gd name="connsiteY137" fmla="*/ 79428 h 1157500"/>
              <a:gd name="connsiteX138" fmla="*/ 10433505 w 12192000"/>
              <a:gd name="connsiteY138" fmla="*/ 65000 h 1157500"/>
              <a:gd name="connsiteX139" fmla="*/ 10547510 w 12192000"/>
              <a:gd name="connsiteY139" fmla="*/ 47246 h 1157500"/>
              <a:gd name="connsiteX140" fmla="*/ 10588150 w 12192000"/>
              <a:gd name="connsiteY140" fmla="*/ 32287 h 1157500"/>
              <a:gd name="connsiteX141" fmla="*/ 10589457 w 12192000"/>
              <a:gd name="connsiteY141" fmla="*/ 25296 h 1157500"/>
              <a:gd name="connsiteX142" fmla="*/ 10699976 w 12192000"/>
              <a:gd name="connsiteY142" fmla="*/ 43345 h 1157500"/>
              <a:gd name="connsiteX143" fmla="*/ 10812237 w 12192000"/>
              <a:gd name="connsiteY143" fmla="*/ 46327 h 1157500"/>
              <a:gd name="connsiteX144" fmla="*/ 10869837 w 12192000"/>
              <a:gd name="connsiteY144" fmla="*/ 65795 h 1157500"/>
              <a:gd name="connsiteX145" fmla="*/ 10881770 w 12192000"/>
              <a:gd name="connsiteY145" fmla="*/ 73672 h 1157500"/>
              <a:gd name="connsiteX146" fmla="*/ 10896899 w 12192000"/>
              <a:gd name="connsiteY146" fmla="*/ 70731 h 1157500"/>
              <a:gd name="connsiteX147" fmla="*/ 10901748 w 12192000"/>
              <a:gd name="connsiteY147" fmla="*/ 66352 h 1157500"/>
              <a:gd name="connsiteX148" fmla="*/ 10947419 w 12192000"/>
              <a:gd name="connsiteY148" fmla="*/ 83316 h 1157500"/>
              <a:gd name="connsiteX149" fmla="*/ 10953034 w 12192000"/>
              <a:gd name="connsiteY149" fmla="*/ 84438 h 1157500"/>
              <a:gd name="connsiteX150" fmla="*/ 10992070 w 12192000"/>
              <a:gd name="connsiteY150" fmla="*/ 88841 h 1157500"/>
              <a:gd name="connsiteX151" fmla="*/ 11112372 w 12192000"/>
              <a:gd name="connsiteY151" fmla="*/ 82247 h 1157500"/>
              <a:gd name="connsiteX152" fmla="*/ 11147719 w 12192000"/>
              <a:gd name="connsiteY152" fmla="*/ 80560 h 1157500"/>
              <a:gd name="connsiteX153" fmla="*/ 11172617 w 12192000"/>
              <a:gd name="connsiteY153" fmla="*/ 76265 h 1157500"/>
              <a:gd name="connsiteX154" fmla="*/ 11240397 w 12192000"/>
              <a:gd name="connsiteY154" fmla="*/ 81830 h 1157500"/>
              <a:gd name="connsiteX155" fmla="*/ 11270034 w 12192000"/>
              <a:gd name="connsiteY155" fmla="*/ 91947 h 1157500"/>
              <a:gd name="connsiteX156" fmla="*/ 11293091 w 12192000"/>
              <a:gd name="connsiteY156" fmla="*/ 92042 h 1157500"/>
              <a:gd name="connsiteX157" fmla="*/ 11310949 w 12192000"/>
              <a:gd name="connsiteY157" fmla="*/ 97842 h 1157500"/>
              <a:gd name="connsiteX158" fmla="*/ 11345279 w 12192000"/>
              <a:gd name="connsiteY158" fmla="*/ 95451 h 1157500"/>
              <a:gd name="connsiteX159" fmla="*/ 11354597 w 12192000"/>
              <a:gd name="connsiteY159" fmla="*/ 97953 h 1157500"/>
              <a:gd name="connsiteX160" fmla="*/ 11367725 w 12192000"/>
              <a:gd name="connsiteY160" fmla="*/ 97999 h 1157500"/>
              <a:gd name="connsiteX161" fmla="*/ 11399832 w 12192000"/>
              <a:gd name="connsiteY161" fmla="*/ 110616 h 1157500"/>
              <a:gd name="connsiteX162" fmla="*/ 11487595 w 12192000"/>
              <a:gd name="connsiteY162" fmla="*/ 152322 h 1157500"/>
              <a:gd name="connsiteX163" fmla="*/ 11590850 w 12192000"/>
              <a:gd name="connsiteY163" fmla="*/ 238552 h 1157500"/>
              <a:gd name="connsiteX164" fmla="*/ 11736204 w 12192000"/>
              <a:gd name="connsiteY164" fmla="*/ 277509 h 1157500"/>
              <a:gd name="connsiteX165" fmla="*/ 11760331 w 12192000"/>
              <a:gd name="connsiteY165" fmla="*/ 291936 h 1157500"/>
              <a:gd name="connsiteX166" fmla="*/ 11819139 w 12192000"/>
              <a:gd name="connsiteY166" fmla="*/ 304143 h 1157500"/>
              <a:gd name="connsiteX167" fmla="*/ 11821967 w 12192000"/>
              <a:gd name="connsiteY167" fmla="*/ 305790 h 1157500"/>
              <a:gd name="connsiteX168" fmla="*/ 11847125 w 12192000"/>
              <a:gd name="connsiteY168" fmla="*/ 297401 h 1157500"/>
              <a:gd name="connsiteX169" fmla="*/ 11980134 w 12192000"/>
              <a:gd name="connsiteY169" fmla="*/ 321911 h 1157500"/>
              <a:gd name="connsiteX170" fmla="*/ 12174576 w 12192000"/>
              <a:gd name="connsiteY170" fmla="*/ 376108 h 1157500"/>
              <a:gd name="connsiteX171" fmla="*/ 12192000 w 12192000"/>
              <a:gd name="connsiteY171" fmla="*/ 379233 h 1157500"/>
              <a:gd name="connsiteX172" fmla="*/ 12192000 w 12192000"/>
              <a:gd name="connsiteY172" fmla="*/ 1157500 h 1157500"/>
              <a:gd name="connsiteX173" fmla="*/ 0 w 12192000"/>
              <a:gd name="connsiteY173" fmla="*/ 1157500 h 1157500"/>
              <a:gd name="connsiteX174" fmla="*/ 0 w 12192000"/>
              <a:gd name="connsiteY174" fmla="*/ 483545 h 1157500"/>
              <a:gd name="connsiteX175" fmla="*/ 5331 w 12192000"/>
              <a:gd name="connsiteY175" fmla="*/ 482797 h 1157500"/>
              <a:gd name="connsiteX176" fmla="*/ 39902 w 12192000"/>
              <a:gd name="connsiteY176" fmla="*/ 472284 h 1157500"/>
              <a:gd name="connsiteX177" fmla="*/ 117880 w 12192000"/>
              <a:gd name="connsiteY177" fmla="*/ 420956 h 1157500"/>
              <a:gd name="connsiteX178" fmla="*/ 238140 w 12192000"/>
              <a:gd name="connsiteY178" fmla="*/ 379297 h 1157500"/>
              <a:gd name="connsiteX179" fmla="*/ 249589 w 12192000"/>
              <a:gd name="connsiteY179" fmla="*/ 379517 h 1157500"/>
              <a:gd name="connsiteX180" fmla="*/ 296963 w 12192000"/>
              <a:gd name="connsiteY180" fmla="*/ 356102 h 1157500"/>
              <a:gd name="connsiteX181" fmla="*/ 339235 w 12192000"/>
              <a:gd name="connsiteY181" fmla="*/ 324425 h 1157500"/>
              <a:gd name="connsiteX182" fmla="*/ 447152 w 12192000"/>
              <a:gd name="connsiteY182" fmla="*/ 327423 h 1157500"/>
              <a:gd name="connsiteX183" fmla="*/ 475247 w 12192000"/>
              <a:gd name="connsiteY183" fmla="*/ 336714 h 1157500"/>
              <a:gd name="connsiteX184" fmla="*/ 477967 w 12192000"/>
              <a:gd name="connsiteY184" fmla="*/ 337960 h 1157500"/>
              <a:gd name="connsiteX185" fmla="*/ 703732 w 12192000"/>
              <a:gd name="connsiteY185" fmla="*/ 316599 h 1157500"/>
              <a:gd name="connsiteX186" fmla="*/ 853391 w 12192000"/>
              <a:gd name="connsiteY186" fmla="*/ 303591 h 1157500"/>
              <a:gd name="connsiteX187" fmla="*/ 925332 w 12192000"/>
              <a:gd name="connsiteY187" fmla="*/ 298686 h 1157500"/>
              <a:gd name="connsiteX188" fmla="*/ 941286 w 12192000"/>
              <a:gd name="connsiteY188" fmla="*/ 288932 h 1157500"/>
              <a:gd name="connsiteX189" fmla="*/ 950845 w 12192000"/>
              <a:gd name="connsiteY189" fmla="*/ 286595 h 1157500"/>
              <a:gd name="connsiteX190" fmla="*/ 953292 w 12192000"/>
              <a:gd name="connsiteY190" fmla="*/ 280892 h 1157500"/>
              <a:gd name="connsiteX191" fmla="*/ 967499 w 12192000"/>
              <a:gd name="connsiteY191" fmla="*/ 273760 h 1157500"/>
              <a:gd name="connsiteX192" fmla="*/ 1069267 w 12192000"/>
              <a:gd name="connsiteY192" fmla="*/ 262766 h 1157500"/>
              <a:gd name="connsiteX193" fmla="*/ 1138407 w 12192000"/>
              <a:gd name="connsiteY193" fmla="*/ 246567 h 1157500"/>
              <a:gd name="connsiteX194" fmla="*/ 1164931 w 12192000"/>
              <a:gd name="connsiteY194" fmla="*/ 238622 h 1157500"/>
              <a:gd name="connsiteX195" fmla="*/ 1211622 w 12192000"/>
              <a:gd name="connsiteY195" fmla="*/ 220676 h 1157500"/>
              <a:gd name="connsiteX196" fmla="*/ 1274567 w 12192000"/>
              <a:gd name="connsiteY196" fmla="*/ 203380 h 1157500"/>
              <a:gd name="connsiteX197" fmla="*/ 1325029 w 12192000"/>
              <a:gd name="connsiteY197" fmla="*/ 207937 h 1157500"/>
              <a:gd name="connsiteX198" fmla="*/ 1356805 w 12192000"/>
              <a:gd name="connsiteY198" fmla="*/ 203622 h 1157500"/>
              <a:gd name="connsiteX199" fmla="*/ 1468752 w 12192000"/>
              <a:gd name="connsiteY199" fmla="*/ 214604 h 1157500"/>
              <a:gd name="connsiteX200" fmla="*/ 1650750 w 12192000"/>
              <a:gd name="connsiteY200" fmla="*/ 165090 h 1157500"/>
              <a:gd name="connsiteX201" fmla="*/ 1655056 w 12192000"/>
              <a:gd name="connsiteY201" fmla="*/ 172106 h 1157500"/>
              <a:gd name="connsiteX202" fmla="*/ 1683220 w 12192000"/>
              <a:gd name="connsiteY202" fmla="*/ 169652 h 1157500"/>
              <a:gd name="connsiteX203" fmla="*/ 1685599 w 12192000"/>
              <a:gd name="connsiteY203" fmla="*/ 165388 h 1157500"/>
              <a:gd name="connsiteX204" fmla="*/ 1735783 w 12192000"/>
              <a:gd name="connsiteY204" fmla="*/ 177400 h 1157500"/>
              <a:gd name="connsiteX205" fmla="*/ 1797102 w 12192000"/>
              <a:gd name="connsiteY205" fmla="*/ 182289 h 1157500"/>
              <a:gd name="connsiteX206" fmla="*/ 1845638 w 12192000"/>
              <a:gd name="connsiteY206" fmla="*/ 163774 h 1157500"/>
              <a:gd name="connsiteX207" fmla="*/ 1848980 w 12192000"/>
              <a:gd name="connsiteY207" fmla="*/ 167516 h 1157500"/>
              <a:gd name="connsiteX208" fmla="*/ 1880587 w 12192000"/>
              <a:gd name="connsiteY208" fmla="*/ 165506 h 1157500"/>
              <a:gd name="connsiteX209" fmla="*/ 1995803 w 12192000"/>
              <a:gd name="connsiteY209" fmla="*/ 131847 h 1157500"/>
              <a:gd name="connsiteX210" fmla="*/ 2057448 w 12192000"/>
              <a:gd name="connsiteY210" fmla="*/ 128650 h 1157500"/>
              <a:gd name="connsiteX211" fmla="*/ 2119088 w 12192000"/>
              <a:gd name="connsiteY211" fmla="*/ 113508 h 1157500"/>
              <a:gd name="connsiteX212" fmla="*/ 2138831 w 12192000"/>
              <a:gd name="connsiteY212" fmla="*/ 116194 h 1157500"/>
              <a:gd name="connsiteX213" fmla="*/ 2214259 w 12192000"/>
              <a:gd name="connsiteY213" fmla="*/ 110542 h 1157500"/>
              <a:gd name="connsiteX214" fmla="*/ 2264911 w 12192000"/>
              <a:gd name="connsiteY214" fmla="*/ 101639 h 1157500"/>
              <a:gd name="connsiteX215" fmla="*/ 2454058 w 12192000"/>
              <a:gd name="connsiteY215" fmla="*/ 67266 h 1157500"/>
              <a:gd name="connsiteX216" fmla="*/ 2534188 w 12192000"/>
              <a:gd name="connsiteY216" fmla="*/ 63730 h 1157500"/>
              <a:gd name="connsiteX217" fmla="*/ 2616912 w 12192000"/>
              <a:gd name="connsiteY217" fmla="*/ 44757 h 1157500"/>
              <a:gd name="connsiteX218" fmla="*/ 2698592 w 12192000"/>
              <a:gd name="connsiteY218" fmla="*/ 35873 h 1157500"/>
              <a:gd name="connsiteX219" fmla="*/ 2891953 w 12192000"/>
              <a:gd name="connsiteY21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155104 w 12192000"/>
              <a:gd name="connsiteY133" fmla="*/ 151613 h 1157500"/>
              <a:gd name="connsiteX134" fmla="*/ 10250982 w 12192000"/>
              <a:gd name="connsiteY134" fmla="*/ 128642 h 1157500"/>
              <a:gd name="connsiteX135" fmla="*/ 10343301 w 12192000"/>
              <a:gd name="connsiteY135" fmla="*/ 90884 h 1157500"/>
              <a:gd name="connsiteX136" fmla="*/ 10366625 w 12192000"/>
              <a:gd name="connsiteY136" fmla="*/ 79428 h 1157500"/>
              <a:gd name="connsiteX137" fmla="*/ 10433505 w 12192000"/>
              <a:gd name="connsiteY137" fmla="*/ 65000 h 1157500"/>
              <a:gd name="connsiteX138" fmla="*/ 10547510 w 12192000"/>
              <a:gd name="connsiteY138" fmla="*/ 47246 h 1157500"/>
              <a:gd name="connsiteX139" fmla="*/ 10588150 w 12192000"/>
              <a:gd name="connsiteY139" fmla="*/ 32287 h 1157500"/>
              <a:gd name="connsiteX140" fmla="*/ 10589457 w 12192000"/>
              <a:gd name="connsiteY140" fmla="*/ 25296 h 1157500"/>
              <a:gd name="connsiteX141" fmla="*/ 10699976 w 12192000"/>
              <a:gd name="connsiteY141" fmla="*/ 43345 h 1157500"/>
              <a:gd name="connsiteX142" fmla="*/ 10812237 w 12192000"/>
              <a:gd name="connsiteY142" fmla="*/ 46327 h 1157500"/>
              <a:gd name="connsiteX143" fmla="*/ 10869837 w 12192000"/>
              <a:gd name="connsiteY143" fmla="*/ 65795 h 1157500"/>
              <a:gd name="connsiteX144" fmla="*/ 10881770 w 12192000"/>
              <a:gd name="connsiteY144" fmla="*/ 73672 h 1157500"/>
              <a:gd name="connsiteX145" fmla="*/ 10896899 w 12192000"/>
              <a:gd name="connsiteY145" fmla="*/ 70731 h 1157500"/>
              <a:gd name="connsiteX146" fmla="*/ 10901748 w 12192000"/>
              <a:gd name="connsiteY146" fmla="*/ 66352 h 1157500"/>
              <a:gd name="connsiteX147" fmla="*/ 10947419 w 12192000"/>
              <a:gd name="connsiteY147" fmla="*/ 83316 h 1157500"/>
              <a:gd name="connsiteX148" fmla="*/ 10953034 w 12192000"/>
              <a:gd name="connsiteY148" fmla="*/ 84438 h 1157500"/>
              <a:gd name="connsiteX149" fmla="*/ 10992070 w 12192000"/>
              <a:gd name="connsiteY149" fmla="*/ 88841 h 1157500"/>
              <a:gd name="connsiteX150" fmla="*/ 11112372 w 12192000"/>
              <a:gd name="connsiteY150" fmla="*/ 82247 h 1157500"/>
              <a:gd name="connsiteX151" fmla="*/ 11147719 w 12192000"/>
              <a:gd name="connsiteY151" fmla="*/ 80560 h 1157500"/>
              <a:gd name="connsiteX152" fmla="*/ 11172617 w 12192000"/>
              <a:gd name="connsiteY152" fmla="*/ 76265 h 1157500"/>
              <a:gd name="connsiteX153" fmla="*/ 11240397 w 12192000"/>
              <a:gd name="connsiteY153" fmla="*/ 81830 h 1157500"/>
              <a:gd name="connsiteX154" fmla="*/ 11270034 w 12192000"/>
              <a:gd name="connsiteY154" fmla="*/ 91947 h 1157500"/>
              <a:gd name="connsiteX155" fmla="*/ 11293091 w 12192000"/>
              <a:gd name="connsiteY155" fmla="*/ 92042 h 1157500"/>
              <a:gd name="connsiteX156" fmla="*/ 11310949 w 12192000"/>
              <a:gd name="connsiteY156" fmla="*/ 97842 h 1157500"/>
              <a:gd name="connsiteX157" fmla="*/ 11345279 w 12192000"/>
              <a:gd name="connsiteY157" fmla="*/ 95451 h 1157500"/>
              <a:gd name="connsiteX158" fmla="*/ 11354597 w 12192000"/>
              <a:gd name="connsiteY158" fmla="*/ 97953 h 1157500"/>
              <a:gd name="connsiteX159" fmla="*/ 11367725 w 12192000"/>
              <a:gd name="connsiteY159" fmla="*/ 97999 h 1157500"/>
              <a:gd name="connsiteX160" fmla="*/ 11399832 w 12192000"/>
              <a:gd name="connsiteY160" fmla="*/ 110616 h 1157500"/>
              <a:gd name="connsiteX161" fmla="*/ 11487595 w 12192000"/>
              <a:gd name="connsiteY161" fmla="*/ 152322 h 1157500"/>
              <a:gd name="connsiteX162" fmla="*/ 11590850 w 12192000"/>
              <a:gd name="connsiteY162" fmla="*/ 238552 h 1157500"/>
              <a:gd name="connsiteX163" fmla="*/ 11736204 w 12192000"/>
              <a:gd name="connsiteY163" fmla="*/ 277509 h 1157500"/>
              <a:gd name="connsiteX164" fmla="*/ 11760331 w 12192000"/>
              <a:gd name="connsiteY164" fmla="*/ 291936 h 1157500"/>
              <a:gd name="connsiteX165" fmla="*/ 11819139 w 12192000"/>
              <a:gd name="connsiteY165" fmla="*/ 304143 h 1157500"/>
              <a:gd name="connsiteX166" fmla="*/ 11821967 w 12192000"/>
              <a:gd name="connsiteY166" fmla="*/ 305790 h 1157500"/>
              <a:gd name="connsiteX167" fmla="*/ 11847125 w 12192000"/>
              <a:gd name="connsiteY167" fmla="*/ 297401 h 1157500"/>
              <a:gd name="connsiteX168" fmla="*/ 11980134 w 12192000"/>
              <a:gd name="connsiteY168" fmla="*/ 321911 h 1157500"/>
              <a:gd name="connsiteX169" fmla="*/ 12174576 w 12192000"/>
              <a:gd name="connsiteY169" fmla="*/ 376108 h 1157500"/>
              <a:gd name="connsiteX170" fmla="*/ 12192000 w 12192000"/>
              <a:gd name="connsiteY170" fmla="*/ 379233 h 1157500"/>
              <a:gd name="connsiteX171" fmla="*/ 12192000 w 12192000"/>
              <a:gd name="connsiteY171" fmla="*/ 1157500 h 1157500"/>
              <a:gd name="connsiteX172" fmla="*/ 0 w 12192000"/>
              <a:gd name="connsiteY172" fmla="*/ 1157500 h 1157500"/>
              <a:gd name="connsiteX173" fmla="*/ 0 w 12192000"/>
              <a:gd name="connsiteY173" fmla="*/ 483545 h 1157500"/>
              <a:gd name="connsiteX174" fmla="*/ 5331 w 12192000"/>
              <a:gd name="connsiteY174" fmla="*/ 482797 h 1157500"/>
              <a:gd name="connsiteX175" fmla="*/ 39902 w 12192000"/>
              <a:gd name="connsiteY175" fmla="*/ 472284 h 1157500"/>
              <a:gd name="connsiteX176" fmla="*/ 117880 w 12192000"/>
              <a:gd name="connsiteY176" fmla="*/ 420956 h 1157500"/>
              <a:gd name="connsiteX177" fmla="*/ 238140 w 12192000"/>
              <a:gd name="connsiteY177" fmla="*/ 379297 h 1157500"/>
              <a:gd name="connsiteX178" fmla="*/ 249589 w 12192000"/>
              <a:gd name="connsiteY178" fmla="*/ 379517 h 1157500"/>
              <a:gd name="connsiteX179" fmla="*/ 296963 w 12192000"/>
              <a:gd name="connsiteY179" fmla="*/ 356102 h 1157500"/>
              <a:gd name="connsiteX180" fmla="*/ 339235 w 12192000"/>
              <a:gd name="connsiteY180" fmla="*/ 324425 h 1157500"/>
              <a:gd name="connsiteX181" fmla="*/ 447152 w 12192000"/>
              <a:gd name="connsiteY181" fmla="*/ 327423 h 1157500"/>
              <a:gd name="connsiteX182" fmla="*/ 475247 w 12192000"/>
              <a:gd name="connsiteY182" fmla="*/ 336714 h 1157500"/>
              <a:gd name="connsiteX183" fmla="*/ 477967 w 12192000"/>
              <a:gd name="connsiteY183" fmla="*/ 337960 h 1157500"/>
              <a:gd name="connsiteX184" fmla="*/ 703732 w 12192000"/>
              <a:gd name="connsiteY184" fmla="*/ 316599 h 1157500"/>
              <a:gd name="connsiteX185" fmla="*/ 853391 w 12192000"/>
              <a:gd name="connsiteY185" fmla="*/ 303591 h 1157500"/>
              <a:gd name="connsiteX186" fmla="*/ 925332 w 12192000"/>
              <a:gd name="connsiteY186" fmla="*/ 298686 h 1157500"/>
              <a:gd name="connsiteX187" fmla="*/ 941286 w 12192000"/>
              <a:gd name="connsiteY187" fmla="*/ 288932 h 1157500"/>
              <a:gd name="connsiteX188" fmla="*/ 950845 w 12192000"/>
              <a:gd name="connsiteY188" fmla="*/ 286595 h 1157500"/>
              <a:gd name="connsiteX189" fmla="*/ 953292 w 12192000"/>
              <a:gd name="connsiteY189" fmla="*/ 280892 h 1157500"/>
              <a:gd name="connsiteX190" fmla="*/ 967499 w 12192000"/>
              <a:gd name="connsiteY190" fmla="*/ 273760 h 1157500"/>
              <a:gd name="connsiteX191" fmla="*/ 1069267 w 12192000"/>
              <a:gd name="connsiteY191" fmla="*/ 262766 h 1157500"/>
              <a:gd name="connsiteX192" fmla="*/ 1138407 w 12192000"/>
              <a:gd name="connsiteY192" fmla="*/ 246567 h 1157500"/>
              <a:gd name="connsiteX193" fmla="*/ 1164931 w 12192000"/>
              <a:gd name="connsiteY193" fmla="*/ 238622 h 1157500"/>
              <a:gd name="connsiteX194" fmla="*/ 1211622 w 12192000"/>
              <a:gd name="connsiteY194" fmla="*/ 220676 h 1157500"/>
              <a:gd name="connsiteX195" fmla="*/ 1274567 w 12192000"/>
              <a:gd name="connsiteY195" fmla="*/ 203380 h 1157500"/>
              <a:gd name="connsiteX196" fmla="*/ 1325029 w 12192000"/>
              <a:gd name="connsiteY196" fmla="*/ 207937 h 1157500"/>
              <a:gd name="connsiteX197" fmla="*/ 1356805 w 12192000"/>
              <a:gd name="connsiteY197" fmla="*/ 203622 h 1157500"/>
              <a:gd name="connsiteX198" fmla="*/ 1468752 w 12192000"/>
              <a:gd name="connsiteY198" fmla="*/ 214604 h 1157500"/>
              <a:gd name="connsiteX199" fmla="*/ 1650750 w 12192000"/>
              <a:gd name="connsiteY199" fmla="*/ 165090 h 1157500"/>
              <a:gd name="connsiteX200" fmla="*/ 1655056 w 12192000"/>
              <a:gd name="connsiteY200" fmla="*/ 172106 h 1157500"/>
              <a:gd name="connsiteX201" fmla="*/ 1683220 w 12192000"/>
              <a:gd name="connsiteY201" fmla="*/ 169652 h 1157500"/>
              <a:gd name="connsiteX202" fmla="*/ 1685599 w 12192000"/>
              <a:gd name="connsiteY202" fmla="*/ 165388 h 1157500"/>
              <a:gd name="connsiteX203" fmla="*/ 1735783 w 12192000"/>
              <a:gd name="connsiteY203" fmla="*/ 177400 h 1157500"/>
              <a:gd name="connsiteX204" fmla="*/ 1797102 w 12192000"/>
              <a:gd name="connsiteY204" fmla="*/ 182289 h 1157500"/>
              <a:gd name="connsiteX205" fmla="*/ 1845638 w 12192000"/>
              <a:gd name="connsiteY205" fmla="*/ 163774 h 1157500"/>
              <a:gd name="connsiteX206" fmla="*/ 1848980 w 12192000"/>
              <a:gd name="connsiteY206" fmla="*/ 167516 h 1157500"/>
              <a:gd name="connsiteX207" fmla="*/ 1880587 w 12192000"/>
              <a:gd name="connsiteY207" fmla="*/ 165506 h 1157500"/>
              <a:gd name="connsiteX208" fmla="*/ 1995803 w 12192000"/>
              <a:gd name="connsiteY208" fmla="*/ 131847 h 1157500"/>
              <a:gd name="connsiteX209" fmla="*/ 2057448 w 12192000"/>
              <a:gd name="connsiteY209" fmla="*/ 128650 h 1157500"/>
              <a:gd name="connsiteX210" fmla="*/ 2119088 w 12192000"/>
              <a:gd name="connsiteY210" fmla="*/ 113508 h 1157500"/>
              <a:gd name="connsiteX211" fmla="*/ 2138831 w 12192000"/>
              <a:gd name="connsiteY211" fmla="*/ 116194 h 1157500"/>
              <a:gd name="connsiteX212" fmla="*/ 2214259 w 12192000"/>
              <a:gd name="connsiteY212" fmla="*/ 110542 h 1157500"/>
              <a:gd name="connsiteX213" fmla="*/ 2264911 w 12192000"/>
              <a:gd name="connsiteY213" fmla="*/ 101639 h 1157500"/>
              <a:gd name="connsiteX214" fmla="*/ 2454058 w 12192000"/>
              <a:gd name="connsiteY214" fmla="*/ 67266 h 1157500"/>
              <a:gd name="connsiteX215" fmla="*/ 2534188 w 12192000"/>
              <a:gd name="connsiteY215" fmla="*/ 63730 h 1157500"/>
              <a:gd name="connsiteX216" fmla="*/ 2616912 w 12192000"/>
              <a:gd name="connsiteY216" fmla="*/ 44757 h 1157500"/>
              <a:gd name="connsiteX217" fmla="*/ 2698592 w 12192000"/>
              <a:gd name="connsiteY217" fmla="*/ 35873 h 1157500"/>
              <a:gd name="connsiteX218" fmla="*/ 2891953 w 12192000"/>
              <a:gd name="connsiteY21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155104 w 12192000"/>
              <a:gd name="connsiteY132" fmla="*/ 151613 h 1157500"/>
              <a:gd name="connsiteX133" fmla="*/ 10250982 w 12192000"/>
              <a:gd name="connsiteY133" fmla="*/ 128642 h 1157500"/>
              <a:gd name="connsiteX134" fmla="*/ 10343301 w 12192000"/>
              <a:gd name="connsiteY134" fmla="*/ 90884 h 1157500"/>
              <a:gd name="connsiteX135" fmla="*/ 10366625 w 12192000"/>
              <a:gd name="connsiteY135" fmla="*/ 79428 h 1157500"/>
              <a:gd name="connsiteX136" fmla="*/ 10433505 w 12192000"/>
              <a:gd name="connsiteY136" fmla="*/ 65000 h 1157500"/>
              <a:gd name="connsiteX137" fmla="*/ 10547510 w 12192000"/>
              <a:gd name="connsiteY137" fmla="*/ 47246 h 1157500"/>
              <a:gd name="connsiteX138" fmla="*/ 10588150 w 12192000"/>
              <a:gd name="connsiteY138" fmla="*/ 32287 h 1157500"/>
              <a:gd name="connsiteX139" fmla="*/ 10589457 w 12192000"/>
              <a:gd name="connsiteY139" fmla="*/ 25296 h 1157500"/>
              <a:gd name="connsiteX140" fmla="*/ 10699976 w 12192000"/>
              <a:gd name="connsiteY140" fmla="*/ 43345 h 1157500"/>
              <a:gd name="connsiteX141" fmla="*/ 10812237 w 12192000"/>
              <a:gd name="connsiteY141" fmla="*/ 46327 h 1157500"/>
              <a:gd name="connsiteX142" fmla="*/ 10869837 w 12192000"/>
              <a:gd name="connsiteY142" fmla="*/ 65795 h 1157500"/>
              <a:gd name="connsiteX143" fmla="*/ 10881770 w 12192000"/>
              <a:gd name="connsiteY143" fmla="*/ 73672 h 1157500"/>
              <a:gd name="connsiteX144" fmla="*/ 10896899 w 12192000"/>
              <a:gd name="connsiteY144" fmla="*/ 70731 h 1157500"/>
              <a:gd name="connsiteX145" fmla="*/ 10901748 w 12192000"/>
              <a:gd name="connsiteY145" fmla="*/ 66352 h 1157500"/>
              <a:gd name="connsiteX146" fmla="*/ 10947419 w 12192000"/>
              <a:gd name="connsiteY146" fmla="*/ 83316 h 1157500"/>
              <a:gd name="connsiteX147" fmla="*/ 10953034 w 12192000"/>
              <a:gd name="connsiteY147" fmla="*/ 84438 h 1157500"/>
              <a:gd name="connsiteX148" fmla="*/ 10992070 w 12192000"/>
              <a:gd name="connsiteY148" fmla="*/ 88841 h 1157500"/>
              <a:gd name="connsiteX149" fmla="*/ 11112372 w 12192000"/>
              <a:gd name="connsiteY149" fmla="*/ 82247 h 1157500"/>
              <a:gd name="connsiteX150" fmla="*/ 11147719 w 12192000"/>
              <a:gd name="connsiteY150" fmla="*/ 80560 h 1157500"/>
              <a:gd name="connsiteX151" fmla="*/ 11172617 w 12192000"/>
              <a:gd name="connsiteY151" fmla="*/ 76265 h 1157500"/>
              <a:gd name="connsiteX152" fmla="*/ 11240397 w 12192000"/>
              <a:gd name="connsiteY152" fmla="*/ 81830 h 1157500"/>
              <a:gd name="connsiteX153" fmla="*/ 11270034 w 12192000"/>
              <a:gd name="connsiteY153" fmla="*/ 91947 h 1157500"/>
              <a:gd name="connsiteX154" fmla="*/ 11293091 w 12192000"/>
              <a:gd name="connsiteY154" fmla="*/ 92042 h 1157500"/>
              <a:gd name="connsiteX155" fmla="*/ 11310949 w 12192000"/>
              <a:gd name="connsiteY155" fmla="*/ 97842 h 1157500"/>
              <a:gd name="connsiteX156" fmla="*/ 11345279 w 12192000"/>
              <a:gd name="connsiteY156" fmla="*/ 95451 h 1157500"/>
              <a:gd name="connsiteX157" fmla="*/ 11354597 w 12192000"/>
              <a:gd name="connsiteY157" fmla="*/ 97953 h 1157500"/>
              <a:gd name="connsiteX158" fmla="*/ 11367725 w 12192000"/>
              <a:gd name="connsiteY158" fmla="*/ 97999 h 1157500"/>
              <a:gd name="connsiteX159" fmla="*/ 11399832 w 12192000"/>
              <a:gd name="connsiteY159" fmla="*/ 110616 h 1157500"/>
              <a:gd name="connsiteX160" fmla="*/ 11487595 w 12192000"/>
              <a:gd name="connsiteY160" fmla="*/ 152322 h 1157500"/>
              <a:gd name="connsiteX161" fmla="*/ 11590850 w 12192000"/>
              <a:gd name="connsiteY161" fmla="*/ 238552 h 1157500"/>
              <a:gd name="connsiteX162" fmla="*/ 11736204 w 12192000"/>
              <a:gd name="connsiteY162" fmla="*/ 277509 h 1157500"/>
              <a:gd name="connsiteX163" fmla="*/ 11760331 w 12192000"/>
              <a:gd name="connsiteY163" fmla="*/ 291936 h 1157500"/>
              <a:gd name="connsiteX164" fmla="*/ 11819139 w 12192000"/>
              <a:gd name="connsiteY164" fmla="*/ 304143 h 1157500"/>
              <a:gd name="connsiteX165" fmla="*/ 11821967 w 12192000"/>
              <a:gd name="connsiteY165" fmla="*/ 305790 h 1157500"/>
              <a:gd name="connsiteX166" fmla="*/ 11847125 w 12192000"/>
              <a:gd name="connsiteY166" fmla="*/ 297401 h 1157500"/>
              <a:gd name="connsiteX167" fmla="*/ 11980134 w 12192000"/>
              <a:gd name="connsiteY167" fmla="*/ 321911 h 1157500"/>
              <a:gd name="connsiteX168" fmla="*/ 12174576 w 12192000"/>
              <a:gd name="connsiteY168" fmla="*/ 376108 h 1157500"/>
              <a:gd name="connsiteX169" fmla="*/ 12192000 w 12192000"/>
              <a:gd name="connsiteY169" fmla="*/ 379233 h 1157500"/>
              <a:gd name="connsiteX170" fmla="*/ 12192000 w 12192000"/>
              <a:gd name="connsiteY170" fmla="*/ 1157500 h 1157500"/>
              <a:gd name="connsiteX171" fmla="*/ 0 w 12192000"/>
              <a:gd name="connsiteY171" fmla="*/ 1157500 h 1157500"/>
              <a:gd name="connsiteX172" fmla="*/ 0 w 12192000"/>
              <a:gd name="connsiteY172" fmla="*/ 483545 h 1157500"/>
              <a:gd name="connsiteX173" fmla="*/ 5331 w 12192000"/>
              <a:gd name="connsiteY173" fmla="*/ 482797 h 1157500"/>
              <a:gd name="connsiteX174" fmla="*/ 39902 w 12192000"/>
              <a:gd name="connsiteY174" fmla="*/ 472284 h 1157500"/>
              <a:gd name="connsiteX175" fmla="*/ 117880 w 12192000"/>
              <a:gd name="connsiteY175" fmla="*/ 420956 h 1157500"/>
              <a:gd name="connsiteX176" fmla="*/ 238140 w 12192000"/>
              <a:gd name="connsiteY176" fmla="*/ 379297 h 1157500"/>
              <a:gd name="connsiteX177" fmla="*/ 249589 w 12192000"/>
              <a:gd name="connsiteY177" fmla="*/ 379517 h 1157500"/>
              <a:gd name="connsiteX178" fmla="*/ 296963 w 12192000"/>
              <a:gd name="connsiteY178" fmla="*/ 356102 h 1157500"/>
              <a:gd name="connsiteX179" fmla="*/ 339235 w 12192000"/>
              <a:gd name="connsiteY179" fmla="*/ 324425 h 1157500"/>
              <a:gd name="connsiteX180" fmla="*/ 447152 w 12192000"/>
              <a:gd name="connsiteY180" fmla="*/ 327423 h 1157500"/>
              <a:gd name="connsiteX181" fmla="*/ 475247 w 12192000"/>
              <a:gd name="connsiteY181" fmla="*/ 336714 h 1157500"/>
              <a:gd name="connsiteX182" fmla="*/ 477967 w 12192000"/>
              <a:gd name="connsiteY182" fmla="*/ 337960 h 1157500"/>
              <a:gd name="connsiteX183" fmla="*/ 703732 w 12192000"/>
              <a:gd name="connsiteY183" fmla="*/ 316599 h 1157500"/>
              <a:gd name="connsiteX184" fmla="*/ 853391 w 12192000"/>
              <a:gd name="connsiteY184" fmla="*/ 303591 h 1157500"/>
              <a:gd name="connsiteX185" fmla="*/ 925332 w 12192000"/>
              <a:gd name="connsiteY185" fmla="*/ 298686 h 1157500"/>
              <a:gd name="connsiteX186" fmla="*/ 941286 w 12192000"/>
              <a:gd name="connsiteY186" fmla="*/ 288932 h 1157500"/>
              <a:gd name="connsiteX187" fmla="*/ 950845 w 12192000"/>
              <a:gd name="connsiteY187" fmla="*/ 286595 h 1157500"/>
              <a:gd name="connsiteX188" fmla="*/ 953292 w 12192000"/>
              <a:gd name="connsiteY188" fmla="*/ 280892 h 1157500"/>
              <a:gd name="connsiteX189" fmla="*/ 967499 w 12192000"/>
              <a:gd name="connsiteY189" fmla="*/ 273760 h 1157500"/>
              <a:gd name="connsiteX190" fmla="*/ 1069267 w 12192000"/>
              <a:gd name="connsiteY190" fmla="*/ 262766 h 1157500"/>
              <a:gd name="connsiteX191" fmla="*/ 1138407 w 12192000"/>
              <a:gd name="connsiteY191" fmla="*/ 246567 h 1157500"/>
              <a:gd name="connsiteX192" fmla="*/ 1164931 w 12192000"/>
              <a:gd name="connsiteY192" fmla="*/ 238622 h 1157500"/>
              <a:gd name="connsiteX193" fmla="*/ 1211622 w 12192000"/>
              <a:gd name="connsiteY193" fmla="*/ 220676 h 1157500"/>
              <a:gd name="connsiteX194" fmla="*/ 1274567 w 12192000"/>
              <a:gd name="connsiteY194" fmla="*/ 203380 h 1157500"/>
              <a:gd name="connsiteX195" fmla="*/ 1325029 w 12192000"/>
              <a:gd name="connsiteY195" fmla="*/ 207937 h 1157500"/>
              <a:gd name="connsiteX196" fmla="*/ 1356805 w 12192000"/>
              <a:gd name="connsiteY196" fmla="*/ 203622 h 1157500"/>
              <a:gd name="connsiteX197" fmla="*/ 1468752 w 12192000"/>
              <a:gd name="connsiteY197" fmla="*/ 214604 h 1157500"/>
              <a:gd name="connsiteX198" fmla="*/ 1650750 w 12192000"/>
              <a:gd name="connsiteY198" fmla="*/ 165090 h 1157500"/>
              <a:gd name="connsiteX199" fmla="*/ 1655056 w 12192000"/>
              <a:gd name="connsiteY199" fmla="*/ 172106 h 1157500"/>
              <a:gd name="connsiteX200" fmla="*/ 1683220 w 12192000"/>
              <a:gd name="connsiteY200" fmla="*/ 169652 h 1157500"/>
              <a:gd name="connsiteX201" fmla="*/ 1685599 w 12192000"/>
              <a:gd name="connsiteY201" fmla="*/ 165388 h 1157500"/>
              <a:gd name="connsiteX202" fmla="*/ 1735783 w 12192000"/>
              <a:gd name="connsiteY202" fmla="*/ 177400 h 1157500"/>
              <a:gd name="connsiteX203" fmla="*/ 1797102 w 12192000"/>
              <a:gd name="connsiteY203" fmla="*/ 182289 h 1157500"/>
              <a:gd name="connsiteX204" fmla="*/ 1845638 w 12192000"/>
              <a:gd name="connsiteY204" fmla="*/ 163774 h 1157500"/>
              <a:gd name="connsiteX205" fmla="*/ 1848980 w 12192000"/>
              <a:gd name="connsiteY205" fmla="*/ 167516 h 1157500"/>
              <a:gd name="connsiteX206" fmla="*/ 1880587 w 12192000"/>
              <a:gd name="connsiteY206" fmla="*/ 165506 h 1157500"/>
              <a:gd name="connsiteX207" fmla="*/ 1995803 w 12192000"/>
              <a:gd name="connsiteY207" fmla="*/ 131847 h 1157500"/>
              <a:gd name="connsiteX208" fmla="*/ 2057448 w 12192000"/>
              <a:gd name="connsiteY208" fmla="*/ 128650 h 1157500"/>
              <a:gd name="connsiteX209" fmla="*/ 2119088 w 12192000"/>
              <a:gd name="connsiteY209" fmla="*/ 113508 h 1157500"/>
              <a:gd name="connsiteX210" fmla="*/ 2138831 w 12192000"/>
              <a:gd name="connsiteY210" fmla="*/ 116194 h 1157500"/>
              <a:gd name="connsiteX211" fmla="*/ 2214259 w 12192000"/>
              <a:gd name="connsiteY211" fmla="*/ 110542 h 1157500"/>
              <a:gd name="connsiteX212" fmla="*/ 2264911 w 12192000"/>
              <a:gd name="connsiteY212" fmla="*/ 101639 h 1157500"/>
              <a:gd name="connsiteX213" fmla="*/ 2454058 w 12192000"/>
              <a:gd name="connsiteY213" fmla="*/ 67266 h 1157500"/>
              <a:gd name="connsiteX214" fmla="*/ 2534188 w 12192000"/>
              <a:gd name="connsiteY214" fmla="*/ 63730 h 1157500"/>
              <a:gd name="connsiteX215" fmla="*/ 2616912 w 12192000"/>
              <a:gd name="connsiteY215" fmla="*/ 44757 h 1157500"/>
              <a:gd name="connsiteX216" fmla="*/ 2698592 w 12192000"/>
              <a:gd name="connsiteY216" fmla="*/ 35873 h 1157500"/>
              <a:gd name="connsiteX217" fmla="*/ 2891953 w 12192000"/>
              <a:gd name="connsiteY21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307239 w 12192000"/>
              <a:gd name="connsiteY97" fmla="*/ 94591 h 1157500"/>
              <a:gd name="connsiteX98" fmla="*/ 8339282 w 12192000"/>
              <a:gd name="connsiteY98" fmla="*/ 108942 h 1157500"/>
              <a:gd name="connsiteX99" fmla="*/ 8346156 w 12192000"/>
              <a:gd name="connsiteY99" fmla="*/ 111227 h 1157500"/>
              <a:gd name="connsiteX100" fmla="*/ 8346467 w 12192000"/>
              <a:gd name="connsiteY100" fmla="*/ 111024 h 1157500"/>
              <a:gd name="connsiteX101" fmla="*/ 8354069 w 12192000"/>
              <a:gd name="connsiteY101" fmla="*/ 112942 h 1157500"/>
              <a:gd name="connsiteX102" fmla="*/ 8358687 w 12192000"/>
              <a:gd name="connsiteY102" fmla="*/ 115393 h 1157500"/>
              <a:gd name="connsiteX103" fmla="*/ 8433385 w 12192000"/>
              <a:gd name="connsiteY103" fmla="*/ 99669 h 1157500"/>
              <a:gd name="connsiteX104" fmla="*/ 8533779 w 12192000"/>
              <a:gd name="connsiteY104" fmla="*/ 98374 h 1157500"/>
              <a:gd name="connsiteX105" fmla="*/ 8632833 w 12192000"/>
              <a:gd name="connsiteY105" fmla="*/ 100532 h 1157500"/>
              <a:gd name="connsiteX106" fmla="*/ 8668523 w 12192000"/>
              <a:gd name="connsiteY106" fmla="*/ 102979 h 1157500"/>
              <a:gd name="connsiteX107" fmla="*/ 8732893 w 12192000"/>
              <a:gd name="connsiteY107" fmla="*/ 99991 h 1157500"/>
              <a:gd name="connsiteX108" fmla="*/ 8764071 w 12192000"/>
              <a:gd name="connsiteY108" fmla="*/ 94587 h 1157500"/>
              <a:gd name="connsiteX109" fmla="*/ 8767004 w 12192000"/>
              <a:gd name="connsiteY109" fmla="*/ 91519 h 1157500"/>
              <a:gd name="connsiteX110" fmla="*/ 8772553 w 12192000"/>
              <a:gd name="connsiteY110" fmla="*/ 90314 h 1157500"/>
              <a:gd name="connsiteX111" fmla="*/ 8787201 w 12192000"/>
              <a:gd name="connsiteY111" fmla="*/ 92033 h 1157500"/>
              <a:gd name="connsiteX112" fmla="*/ 8792624 w 12192000"/>
              <a:gd name="connsiteY112" fmla="*/ 93503 h 1157500"/>
              <a:gd name="connsiteX113" fmla="*/ 8800741 w 12192000"/>
              <a:gd name="connsiteY113" fmla="*/ 93897 h 1157500"/>
              <a:gd name="connsiteX114" fmla="*/ 8800966 w 12192000"/>
              <a:gd name="connsiteY114" fmla="*/ 93645 h 1157500"/>
              <a:gd name="connsiteX115" fmla="*/ 8808513 w 12192000"/>
              <a:gd name="connsiteY115" fmla="*/ 94530 h 1157500"/>
              <a:gd name="connsiteX116" fmla="*/ 8845110 w 12192000"/>
              <a:gd name="connsiteY116" fmla="*/ 102179 h 1157500"/>
              <a:gd name="connsiteX117" fmla="*/ 8917529 w 12192000"/>
              <a:gd name="connsiteY117" fmla="*/ 76373 h 1157500"/>
              <a:gd name="connsiteX118" fmla="*/ 9026654 w 12192000"/>
              <a:gd name="connsiteY118" fmla="*/ 93420 h 1157500"/>
              <a:gd name="connsiteX119" fmla="*/ 9088505 w 12192000"/>
              <a:gd name="connsiteY119" fmla="*/ 113002 h 1157500"/>
              <a:gd name="connsiteX120" fmla="*/ 9203241 w 12192000"/>
              <a:gd name="connsiteY120" fmla="*/ 111713 h 1157500"/>
              <a:gd name="connsiteX121" fmla="*/ 9415584 w 12192000"/>
              <a:gd name="connsiteY121" fmla="*/ 157156 h 1157500"/>
              <a:gd name="connsiteX122" fmla="*/ 9505102 w 12192000"/>
              <a:gd name="connsiteY122" fmla="*/ 141042 h 1157500"/>
              <a:gd name="connsiteX123" fmla="*/ 9643040 w 12192000"/>
              <a:gd name="connsiteY123" fmla="*/ 158233 h 1157500"/>
              <a:gd name="connsiteX124" fmla="*/ 9762999 w 12192000"/>
              <a:gd name="connsiteY124" fmla="*/ 162623 h 1157500"/>
              <a:gd name="connsiteX125" fmla="*/ 9776183 w 12192000"/>
              <a:gd name="connsiteY125" fmla="*/ 162191 h 1157500"/>
              <a:gd name="connsiteX126" fmla="*/ 9780532 w 12192000"/>
              <a:gd name="connsiteY126" fmla="*/ 155823 h 1157500"/>
              <a:gd name="connsiteX127" fmla="*/ 9910588 w 12192000"/>
              <a:gd name="connsiteY127" fmla="*/ 154327 h 1157500"/>
              <a:gd name="connsiteX128" fmla="*/ 9924173 w 12192000"/>
              <a:gd name="connsiteY128" fmla="*/ 158591 h 1157500"/>
              <a:gd name="connsiteX129" fmla="*/ 10010969 w 12192000"/>
              <a:gd name="connsiteY129" fmla="*/ 155802 h 1157500"/>
              <a:gd name="connsiteX130" fmla="*/ 10070699 w 12192000"/>
              <a:gd name="connsiteY130" fmla="*/ 157854 h 1157500"/>
              <a:gd name="connsiteX131" fmla="*/ 10155104 w 12192000"/>
              <a:gd name="connsiteY131" fmla="*/ 151613 h 1157500"/>
              <a:gd name="connsiteX132" fmla="*/ 10250982 w 12192000"/>
              <a:gd name="connsiteY132" fmla="*/ 128642 h 1157500"/>
              <a:gd name="connsiteX133" fmla="*/ 10343301 w 12192000"/>
              <a:gd name="connsiteY133" fmla="*/ 90884 h 1157500"/>
              <a:gd name="connsiteX134" fmla="*/ 10366625 w 12192000"/>
              <a:gd name="connsiteY134" fmla="*/ 79428 h 1157500"/>
              <a:gd name="connsiteX135" fmla="*/ 10433505 w 12192000"/>
              <a:gd name="connsiteY135" fmla="*/ 65000 h 1157500"/>
              <a:gd name="connsiteX136" fmla="*/ 10547510 w 12192000"/>
              <a:gd name="connsiteY136" fmla="*/ 47246 h 1157500"/>
              <a:gd name="connsiteX137" fmla="*/ 10588150 w 12192000"/>
              <a:gd name="connsiteY137" fmla="*/ 32287 h 1157500"/>
              <a:gd name="connsiteX138" fmla="*/ 10589457 w 12192000"/>
              <a:gd name="connsiteY138" fmla="*/ 25296 h 1157500"/>
              <a:gd name="connsiteX139" fmla="*/ 10699976 w 12192000"/>
              <a:gd name="connsiteY139" fmla="*/ 43345 h 1157500"/>
              <a:gd name="connsiteX140" fmla="*/ 10812237 w 12192000"/>
              <a:gd name="connsiteY140" fmla="*/ 46327 h 1157500"/>
              <a:gd name="connsiteX141" fmla="*/ 10869837 w 12192000"/>
              <a:gd name="connsiteY141" fmla="*/ 65795 h 1157500"/>
              <a:gd name="connsiteX142" fmla="*/ 10881770 w 12192000"/>
              <a:gd name="connsiteY142" fmla="*/ 73672 h 1157500"/>
              <a:gd name="connsiteX143" fmla="*/ 10896899 w 12192000"/>
              <a:gd name="connsiteY143" fmla="*/ 70731 h 1157500"/>
              <a:gd name="connsiteX144" fmla="*/ 10901748 w 12192000"/>
              <a:gd name="connsiteY144" fmla="*/ 66352 h 1157500"/>
              <a:gd name="connsiteX145" fmla="*/ 10947419 w 12192000"/>
              <a:gd name="connsiteY145" fmla="*/ 83316 h 1157500"/>
              <a:gd name="connsiteX146" fmla="*/ 10953034 w 12192000"/>
              <a:gd name="connsiteY146" fmla="*/ 84438 h 1157500"/>
              <a:gd name="connsiteX147" fmla="*/ 10992070 w 12192000"/>
              <a:gd name="connsiteY147" fmla="*/ 88841 h 1157500"/>
              <a:gd name="connsiteX148" fmla="*/ 11112372 w 12192000"/>
              <a:gd name="connsiteY148" fmla="*/ 82247 h 1157500"/>
              <a:gd name="connsiteX149" fmla="*/ 11147719 w 12192000"/>
              <a:gd name="connsiteY149" fmla="*/ 80560 h 1157500"/>
              <a:gd name="connsiteX150" fmla="*/ 11172617 w 12192000"/>
              <a:gd name="connsiteY150" fmla="*/ 76265 h 1157500"/>
              <a:gd name="connsiteX151" fmla="*/ 11240397 w 12192000"/>
              <a:gd name="connsiteY151" fmla="*/ 81830 h 1157500"/>
              <a:gd name="connsiteX152" fmla="*/ 11270034 w 12192000"/>
              <a:gd name="connsiteY152" fmla="*/ 91947 h 1157500"/>
              <a:gd name="connsiteX153" fmla="*/ 11293091 w 12192000"/>
              <a:gd name="connsiteY153" fmla="*/ 92042 h 1157500"/>
              <a:gd name="connsiteX154" fmla="*/ 11310949 w 12192000"/>
              <a:gd name="connsiteY154" fmla="*/ 97842 h 1157500"/>
              <a:gd name="connsiteX155" fmla="*/ 11345279 w 12192000"/>
              <a:gd name="connsiteY155" fmla="*/ 95451 h 1157500"/>
              <a:gd name="connsiteX156" fmla="*/ 11354597 w 12192000"/>
              <a:gd name="connsiteY156" fmla="*/ 97953 h 1157500"/>
              <a:gd name="connsiteX157" fmla="*/ 11367725 w 12192000"/>
              <a:gd name="connsiteY157" fmla="*/ 97999 h 1157500"/>
              <a:gd name="connsiteX158" fmla="*/ 11399832 w 12192000"/>
              <a:gd name="connsiteY158" fmla="*/ 110616 h 1157500"/>
              <a:gd name="connsiteX159" fmla="*/ 11487595 w 12192000"/>
              <a:gd name="connsiteY159" fmla="*/ 152322 h 1157500"/>
              <a:gd name="connsiteX160" fmla="*/ 11590850 w 12192000"/>
              <a:gd name="connsiteY160" fmla="*/ 238552 h 1157500"/>
              <a:gd name="connsiteX161" fmla="*/ 11736204 w 12192000"/>
              <a:gd name="connsiteY161" fmla="*/ 277509 h 1157500"/>
              <a:gd name="connsiteX162" fmla="*/ 11760331 w 12192000"/>
              <a:gd name="connsiteY162" fmla="*/ 291936 h 1157500"/>
              <a:gd name="connsiteX163" fmla="*/ 11819139 w 12192000"/>
              <a:gd name="connsiteY163" fmla="*/ 304143 h 1157500"/>
              <a:gd name="connsiteX164" fmla="*/ 11821967 w 12192000"/>
              <a:gd name="connsiteY164" fmla="*/ 305790 h 1157500"/>
              <a:gd name="connsiteX165" fmla="*/ 11847125 w 12192000"/>
              <a:gd name="connsiteY165" fmla="*/ 297401 h 1157500"/>
              <a:gd name="connsiteX166" fmla="*/ 11980134 w 12192000"/>
              <a:gd name="connsiteY166" fmla="*/ 321911 h 1157500"/>
              <a:gd name="connsiteX167" fmla="*/ 12174576 w 12192000"/>
              <a:gd name="connsiteY167" fmla="*/ 376108 h 1157500"/>
              <a:gd name="connsiteX168" fmla="*/ 12192000 w 12192000"/>
              <a:gd name="connsiteY168" fmla="*/ 379233 h 1157500"/>
              <a:gd name="connsiteX169" fmla="*/ 12192000 w 12192000"/>
              <a:gd name="connsiteY169" fmla="*/ 1157500 h 1157500"/>
              <a:gd name="connsiteX170" fmla="*/ 0 w 12192000"/>
              <a:gd name="connsiteY170" fmla="*/ 1157500 h 1157500"/>
              <a:gd name="connsiteX171" fmla="*/ 0 w 12192000"/>
              <a:gd name="connsiteY171" fmla="*/ 483545 h 1157500"/>
              <a:gd name="connsiteX172" fmla="*/ 5331 w 12192000"/>
              <a:gd name="connsiteY172" fmla="*/ 482797 h 1157500"/>
              <a:gd name="connsiteX173" fmla="*/ 39902 w 12192000"/>
              <a:gd name="connsiteY173" fmla="*/ 472284 h 1157500"/>
              <a:gd name="connsiteX174" fmla="*/ 117880 w 12192000"/>
              <a:gd name="connsiteY174" fmla="*/ 420956 h 1157500"/>
              <a:gd name="connsiteX175" fmla="*/ 238140 w 12192000"/>
              <a:gd name="connsiteY175" fmla="*/ 379297 h 1157500"/>
              <a:gd name="connsiteX176" fmla="*/ 249589 w 12192000"/>
              <a:gd name="connsiteY176" fmla="*/ 379517 h 1157500"/>
              <a:gd name="connsiteX177" fmla="*/ 296963 w 12192000"/>
              <a:gd name="connsiteY177" fmla="*/ 356102 h 1157500"/>
              <a:gd name="connsiteX178" fmla="*/ 339235 w 12192000"/>
              <a:gd name="connsiteY178" fmla="*/ 324425 h 1157500"/>
              <a:gd name="connsiteX179" fmla="*/ 447152 w 12192000"/>
              <a:gd name="connsiteY179" fmla="*/ 327423 h 1157500"/>
              <a:gd name="connsiteX180" fmla="*/ 475247 w 12192000"/>
              <a:gd name="connsiteY180" fmla="*/ 336714 h 1157500"/>
              <a:gd name="connsiteX181" fmla="*/ 477967 w 12192000"/>
              <a:gd name="connsiteY181" fmla="*/ 337960 h 1157500"/>
              <a:gd name="connsiteX182" fmla="*/ 703732 w 12192000"/>
              <a:gd name="connsiteY182" fmla="*/ 316599 h 1157500"/>
              <a:gd name="connsiteX183" fmla="*/ 853391 w 12192000"/>
              <a:gd name="connsiteY183" fmla="*/ 303591 h 1157500"/>
              <a:gd name="connsiteX184" fmla="*/ 925332 w 12192000"/>
              <a:gd name="connsiteY184" fmla="*/ 298686 h 1157500"/>
              <a:gd name="connsiteX185" fmla="*/ 941286 w 12192000"/>
              <a:gd name="connsiteY185" fmla="*/ 288932 h 1157500"/>
              <a:gd name="connsiteX186" fmla="*/ 950845 w 12192000"/>
              <a:gd name="connsiteY186" fmla="*/ 286595 h 1157500"/>
              <a:gd name="connsiteX187" fmla="*/ 953292 w 12192000"/>
              <a:gd name="connsiteY187" fmla="*/ 280892 h 1157500"/>
              <a:gd name="connsiteX188" fmla="*/ 967499 w 12192000"/>
              <a:gd name="connsiteY188" fmla="*/ 273760 h 1157500"/>
              <a:gd name="connsiteX189" fmla="*/ 1069267 w 12192000"/>
              <a:gd name="connsiteY189" fmla="*/ 262766 h 1157500"/>
              <a:gd name="connsiteX190" fmla="*/ 1138407 w 12192000"/>
              <a:gd name="connsiteY190" fmla="*/ 246567 h 1157500"/>
              <a:gd name="connsiteX191" fmla="*/ 1164931 w 12192000"/>
              <a:gd name="connsiteY191" fmla="*/ 238622 h 1157500"/>
              <a:gd name="connsiteX192" fmla="*/ 1211622 w 12192000"/>
              <a:gd name="connsiteY192" fmla="*/ 220676 h 1157500"/>
              <a:gd name="connsiteX193" fmla="*/ 1274567 w 12192000"/>
              <a:gd name="connsiteY193" fmla="*/ 203380 h 1157500"/>
              <a:gd name="connsiteX194" fmla="*/ 1325029 w 12192000"/>
              <a:gd name="connsiteY194" fmla="*/ 207937 h 1157500"/>
              <a:gd name="connsiteX195" fmla="*/ 1356805 w 12192000"/>
              <a:gd name="connsiteY195" fmla="*/ 203622 h 1157500"/>
              <a:gd name="connsiteX196" fmla="*/ 1468752 w 12192000"/>
              <a:gd name="connsiteY196" fmla="*/ 214604 h 1157500"/>
              <a:gd name="connsiteX197" fmla="*/ 1650750 w 12192000"/>
              <a:gd name="connsiteY197" fmla="*/ 165090 h 1157500"/>
              <a:gd name="connsiteX198" fmla="*/ 1655056 w 12192000"/>
              <a:gd name="connsiteY198" fmla="*/ 172106 h 1157500"/>
              <a:gd name="connsiteX199" fmla="*/ 1683220 w 12192000"/>
              <a:gd name="connsiteY199" fmla="*/ 169652 h 1157500"/>
              <a:gd name="connsiteX200" fmla="*/ 1685599 w 12192000"/>
              <a:gd name="connsiteY200" fmla="*/ 165388 h 1157500"/>
              <a:gd name="connsiteX201" fmla="*/ 1735783 w 12192000"/>
              <a:gd name="connsiteY201" fmla="*/ 177400 h 1157500"/>
              <a:gd name="connsiteX202" fmla="*/ 1797102 w 12192000"/>
              <a:gd name="connsiteY202" fmla="*/ 182289 h 1157500"/>
              <a:gd name="connsiteX203" fmla="*/ 1845638 w 12192000"/>
              <a:gd name="connsiteY203" fmla="*/ 163774 h 1157500"/>
              <a:gd name="connsiteX204" fmla="*/ 1848980 w 12192000"/>
              <a:gd name="connsiteY204" fmla="*/ 167516 h 1157500"/>
              <a:gd name="connsiteX205" fmla="*/ 1880587 w 12192000"/>
              <a:gd name="connsiteY205" fmla="*/ 165506 h 1157500"/>
              <a:gd name="connsiteX206" fmla="*/ 1995803 w 12192000"/>
              <a:gd name="connsiteY206" fmla="*/ 131847 h 1157500"/>
              <a:gd name="connsiteX207" fmla="*/ 2057448 w 12192000"/>
              <a:gd name="connsiteY207" fmla="*/ 128650 h 1157500"/>
              <a:gd name="connsiteX208" fmla="*/ 2119088 w 12192000"/>
              <a:gd name="connsiteY208" fmla="*/ 113508 h 1157500"/>
              <a:gd name="connsiteX209" fmla="*/ 2138831 w 12192000"/>
              <a:gd name="connsiteY209" fmla="*/ 116194 h 1157500"/>
              <a:gd name="connsiteX210" fmla="*/ 2214259 w 12192000"/>
              <a:gd name="connsiteY210" fmla="*/ 110542 h 1157500"/>
              <a:gd name="connsiteX211" fmla="*/ 2264911 w 12192000"/>
              <a:gd name="connsiteY211" fmla="*/ 101639 h 1157500"/>
              <a:gd name="connsiteX212" fmla="*/ 2454058 w 12192000"/>
              <a:gd name="connsiteY212" fmla="*/ 67266 h 1157500"/>
              <a:gd name="connsiteX213" fmla="*/ 2534188 w 12192000"/>
              <a:gd name="connsiteY213" fmla="*/ 63730 h 1157500"/>
              <a:gd name="connsiteX214" fmla="*/ 2616912 w 12192000"/>
              <a:gd name="connsiteY214" fmla="*/ 44757 h 1157500"/>
              <a:gd name="connsiteX215" fmla="*/ 2698592 w 12192000"/>
              <a:gd name="connsiteY215" fmla="*/ 35873 h 1157500"/>
              <a:gd name="connsiteX216" fmla="*/ 2891953 w 12192000"/>
              <a:gd name="connsiteY21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00419 w 12192000"/>
              <a:gd name="connsiteY69" fmla="*/ 178910 h 1157500"/>
              <a:gd name="connsiteX70" fmla="*/ 6963220 w 12192000"/>
              <a:gd name="connsiteY70" fmla="*/ 167304 h 1157500"/>
              <a:gd name="connsiteX71" fmla="*/ 6976706 w 12192000"/>
              <a:gd name="connsiteY71" fmla="*/ 170894 h 1157500"/>
              <a:gd name="connsiteX72" fmla="*/ 6987064 w 12192000"/>
              <a:gd name="connsiteY72" fmla="*/ 160402 h 1157500"/>
              <a:gd name="connsiteX73" fmla="*/ 7030230 w 12192000"/>
              <a:gd name="connsiteY73" fmla="*/ 159715 h 1157500"/>
              <a:gd name="connsiteX74" fmla="*/ 7045014 w 12192000"/>
              <a:gd name="connsiteY74" fmla="*/ 169101 h 1157500"/>
              <a:gd name="connsiteX75" fmla="*/ 7058714 w 12192000"/>
              <a:gd name="connsiteY75" fmla="*/ 175992 h 1157500"/>
              <a:gd name="connsiteX76" fmla="*/ 7060499 w 12192000"/>
              <a:gd name="connsiteY76" fmla="*/ 176063 h 1157500"/>
              <a:gd name="connsiteX77" fmla="*/ 7078430 w 12192000"/>
              <a:gd name="connsiteY77" fmla="*/ 176793 h 1157500"/>
              <a:gd name="connsiteX78" fmla="*/ 7176563 w 12192000"/>
              <a:gd name="connsiteY78" fmla="*/ 173244 h 1157500"/>
              <a:gd name="connsiteX79" fmla="*/ 7205529 w 12192000"/>
              <a:gd name="connsiteY79" fmla="*/ 181011 h 1157500"/>
              <a:gd name="connsiteX80" fmla="*/ 7310118 w 12192000"/>
              <a:gd name="connsiteY80" fmla="*/ 162605 h 1157500"/>
              <a:gd name="connsiteX81" fmla="*/ 7673859 w 12192000"/>
              <a:gd name="connsiteY81" fmla="*/ 150336 h 1157500"/>
              <a:gd name="connsiteX82" fmla="*/ 7692748 w 12192000"/>
              <a:gd name="connsiteY82" fmla="*/ 161537 h 1157500"/>
              <a:gd name="connsiteX83" fmla="*/ 7756672 w 12192000"/>
              <a:gd name="connsiteY83" fmla="*/ 157372 h 1157500"/>
              <a:gd name="connsiteX84" fmla="*/ 7974189 w 12192000"/>
              <a:gd name="connsiteY84" fmla="*/ 154819 h 1157500"/>
              <a:gd name="connsiteX85" fmla="*/ 8101969 w 12192000"/>
              <a:gd name="connsiteY85" fmla="*/ 144495 h 1157500"/>
              <a:gd name="connsiteX86" fmla="*/ 8106826 w 12192000"/>
              <a:gd name="connsiteY86" fmla="*/ 139853 h 1157500"/>
              <a:gd name="connsiteX87" fmla="*/ 8162058 w 12192000"/>
              <a:gd name="connsiteY87" fmla="*/ 96704 h 1157500"/>
              <a:gd name="connsiteX88" fmla="*/ 8184568 w 12192000"/>
              <a:gd name="connsiteY88" fmla="*/ 93990 h 1157500"/>
              <a:gd name="connsiteX89" fmla="*/ 8228227 w 12192000"/>
              <a:gd name="connsiteY89" fmla="*/ 105972 h 1157500"/>
              <a:gd name="connsiteX90" fmla="*/ 8237963 w 12192000"/>
              <a:gd name="connsiteY90" fmla="*/ 106996 h 1157500"/>
              <a:gd name="connsiteX91" fmla="*/ 8248358 w 12192000"/>
              <a:gd name="connsiteY91" fmla="*/ 106062 h 1157500"/>
              <a:gd name="connsiteX92" fmla="*/ 8249309 w 12192000"/>
              <a:gd name="connsiteY92" fmla="*/ 106698 h 1157500"/>
              <a:gd name="connsiteX93" fmla="*/ 8249997 w 12192000"/>
              <a:gd name="connsiteY93" fmla="*/ 105915 h 1157500"/>
              <a:gd name="connsiteX94" fmla="*/ 8272162 w 12192000"/>
              <a:gd name="connsiteY94" fmla="*/ 103924 h 1157500"/>
              <a:gd name="connsiteX95" fmla="*/ 8292349 w 12192000"/>
              <a:gd name="connsiteY95" fmla="*/ 97480 h 1157500"/>
              <a:gd name="connsiteX96" fmla="*/ 8307239 w 12192000"/>
              <a:gd name="connsiteY96" fmla="*/ 94591 h 1157500"/>
              <a:gd name="connsiteX97" fmla="*/ 8339282 w 12192000"/>
              <a:gd name="connsiteY97" fmla="*/ 108942 h 1157500"/>
              <a:gd name="connsiteX98" fmla="*/ 8346156 w 12192000"/>
              <a:gd name="connsiteY98" fmla="*/ 111227 h 1157500"/>
              <a:gd name="connsiteX99" fmla="*/ 8346467 w 12192000"/>
              <a:gd name="connsiteY99" fmla="*/ 111024 h 1157500"/>
              <a:gd name="connsiteX100" fmla="*/ 8354069 w 12192000"/>
              <a:gd name="connsiteY100" fmla="*/ 112942 h 1157500"/>
              <a:gd name="connsiteX101" fmla="*/ 8358687 w 12192000"/>
              <a:gd name="connsiteY101" fmla="*/ 115393 h 1157500"/>
              <a:gd name="connsiteX102" fmla="*/ 8433385 w 12192000"/>
              <a:gd name="connsiteY102" fmla="*/ 99669 h 1157500"/>
              <a:gd name="connsiteX103" fmla="*/ 8533779 w 12192000"/>
              <a:gd name="connsiteY103" fmla="*/ 98374 h 1157500"/>
              <a:gd name="connsiteX104" fmla="*/ 8632833 w 12192000"/>
              <a:gd name="connsiteY104" fmla="*/ 100532 h 1157500"/>
              <a:gd name="connsiteX105" fmla="*/ 8668523 w 12192000"/>
              <a:gd name="connsiteY105" fmla="*/ 102979 h 1157500"/>
              <a:gd name="connsiteX106" fmla="*/ 8732893 w 12192000"/>
              <a:gd name="connsiteY106" fmla="*/ 99991 h 1157500"/>
              <a:gd name="connsiteX107" fmla="*/ 8764071 w 12192000"/>
              <a:gd name="connsiteY107" fmla="*/ 94587 h 1157500"/>
              <a:gd name="connsiteX108" fmla="*/ 8767004 w 12192000"/>
              <a:gd name="connsiteY108" fmla="*/ 91519 h 1157500"/>
              <a:gd name="connsiteX109" fmla="*/ 8772553 w 12192000"/>
              <a:gd name="connsiteY109" fmla="*/ 90314 h 1157500"/>
              <a:gd name="connsiteX110" fmla="*/ 8787201 w 12192000"/>
              <a:gd name="connsiteY110" fmla="*/ 92033 h 1157500"/>
              <a:gd name="connsiteX111" fmla="*/ 8792624 w 12192000"/>
              <a:gd name="connsiteY111" fmla="*/ 93503 h 1157500"/>
              <a:gd name="connsiteX112" fmla="*/ 8800741 w 12192000"/>
              <a:gd name="connsiteY112" fmla="*/ 93897 h 1157500"/>
              <a:gd name="connsiteX113" fmla="*/ 8800966 w 12192000"/>
              <a:gd name="connsiteY113" fmla="*/ 93645 h 1157500"/>
              <a:gd name="connsiteX114" fmla="*/ 8808513 w 12192000"/>
              <a:gd name="connsiteY114" fmla="*/ 94530 h 1157500"/>
              <a:gd name="connsiteX115" fmla="*/ 8845110 w 12192000"/>
              <a:gd name="connsiteY115" fmla="*/ 102179 h 1157500"/>
              <a:gd name="connsiteX116" fmla="*/ 8917529 w 12192000"/>
              <a:gd name="connsiteY116" fmla="*/ 76373 h 1157500"/>
              <a:gd name="connsiteX117" fmla="*/ 9026654 w 12192000"/>
              <a:gd name="connsiteY117" fmla="*/ 93420 h 1157500"/>
              <a:gd name="connsiteX118" fmla="*/ 9088505 w 12192000"/>
              <a:gd name="connsiteY118" fmla="*/ 113002 h 1157500"/>
              <a:gd name="connsiteX119" fmla="*/ 9203241 w 12192000"/>
              <a:gd name="connsiteY119" fmla="*/ 111713 h 1157500"/>
              <a:gd name="connsiteX120" fmla="*/ 9415584 w 12192000"/>
              <a:gd name="connsiteY120" fmla="*/ 157156 h 1157500"/>
              <a:gd name="connsiteX121" fmla="*/ 9505102 w 12192000"/>
              <a:gd name="connsiteY121" fmla="*/ 141042 h 1157500"/>
              <a:gd name="connsiteX122" fmla="*/ 9643040 w 12192000"/>
              <a:gd name="connsiteY122" fmla="*/ 158233 h 1157500"/>
              <a:gd name="connsiteX123" fmla="*/ 9762999 w 12192000"/>
              <a:gd name="connsiteY123" fmla="*/ 162623 h 1157500"/>
              <a:gd name="connsiteX124" fmla="*/ 9776183 w 12192000"/>
              <a:gd name="connsiteY124" fmla="*/ 162191 h 1157500"/>
              <a:gd name="connsiteX125" fmla="*/ 9780532 w 12192000"/>
              <a:gd name="connsiteY125" fmla="*/ 155823 h 1157500"/>
              <a:gd name="connsiteX126" fmla="*/ 9910588 w 12192000"/>
              <a:gd name="connsiteY126" fmla="*/ 154327 h 1157500"/>
              <a:gd name="connsiteX127" fmla="*/ 9924173 w 12192000"/>
              <a:gd name="connsiteY127" fmla="*/ 158591 h 1157500"/>
              <a:gd name="connsiteX128" fmla="*/ 10010969 w 12192000"/>
              <a:gd name="connsiteY128" fmla="*/ 155802 h 1157500"/>
              <a:gd name="connsiteX129" fmla="*/ 10070699 w 12192000"/>
              <a:gd name="connsiteY129" fmla="*/ 157854 h 1157500"/>
              <a:gd name="connsiteX130" fmla="*/ 10155104 w 12192000"/>
              <a:gd name="connsiteY130" fmla="*/ 151613 h 1157500"/>
              <a:gd name="connsiteX131" fmla="*/ 10250982 w 12192000"/>
              <a:gd name="connsiteY131" fmla="*/ 128642 h 1157500"/>
              <a:gd name="connsiteX132" fmla="*/ 10343301 w 12192000"/>
              <a:gd name="connsiteY132" fmla="*/ 90884 h 1157500"/>
              <a:gd name="connsiteX133" fmla="*/ 10366625 w 12192000"/>
              <a:gd name="connsiteY133" fmla="*/ 79428 h 1157500"/>
              <a:gd name="connsiteX134" fmla="*/ 10433505 w 12192000"/>
              <a:gd name="connsiteY134" fmla="*/ 65000 h 1157500"/>
              <a:gd name="connsiteX135" fmla="*/ 10547510 w 12192000"/>
              <a:gd name="connsiteY135" fmla="*/ 47246 h 1157500"/>
              <a:gd name="connsiteX136" fmla="*/ 10588150 w 12192000"/>
              <a:gd name="connsiteY136" fmla="*/ 32287 h 1157500"/>
              <a:gd name="connsiteX137" fmla="*/ 10589457 w 12192000"/>
              <a:gd name="connsiteY137" fmla="*/ 25296 h 1157500"/>
              <a:gd name="connsiteX138" fmla="*/ 10699976 w 12192000"/>
              <a:gd name="connsiteY138" fmla="*/ 43345 h 1157500"/>
              <a:gd name="connsiteX139" fmla="*/ 10812237 w 12192000"/>
              <a:gd name="connsiteY139" fmla="*/ 46327 h 1157500"/>
              <a:gd name="connsiteX140" fmla="*/ 10869837 w 12192000"/>
              <a:gd name="connsiteY140" fmla="*/ 65795 h 1157500"/>
              <a:gd name="connsiteX141" fmla="*/ 10881770 w 12192000"/>
              <a:gd name="connsiteY141" fmla="*/ 73672 h 1157500"/>
              <a:gd name="connsiteX142" fmla="*/ 10896899 w 12192000"/>
              <a:gd name="connsiteY142" fmla="*/ 70731 h 1157500"/>
              <a:gd name="connsiteX143" fmla="*/ 10901748 w 12192000"/>
              <a:gd name="connsiteY143" fmla="*/ 66352 h 1157500"/>
              <a:gd name="connsiteX144" fmla="*/ 10947419 w 12192000"/>
              <a:gd name="connsiteY144" fmla="*/ 83316 h 1157500"/>
              <a:gd name="connsiteX145" fmla="*/ 10953034 w 12192000"/>
              <a:gd name="connsiteY145" fmla="*/ 84438 h 1157500"/>
              <a:gd name="connsiteX146" fmla="*/ 10992070 w 12192000"/>
              <a:gd name="connsiteY146" fmla="*/ 88841 h 1157500"/>
              <a:gd name="connsiteX147" fmla="*/ 11112372 w 12192000"/>
              <a:gd name="connsiteY147" fmla="*/ 82247 h 1157500"/>
              <a:gd name="connsiteX148" fmla="*/ 11147719 w 12192000"/>
              <a:gd name="connsiteY148" fmla="*/ 80560 h 1157500"/>
              <a:gd name="connsiteX149" fmla="*/ 11172617 w 12192000"/>
              <a:gd name="connsiteY149" fmla="*/ 76265 h 1157500"/>
              <a:gd name="connsiteX150" fmla="*/ 11240397 w 12192000"/>
              <a:gd name="connsiteY150" fmla="*/ 81830 h 1157500"/>
              <a:gd name="connsiteX151" fmla="*/ 11270034 w 12192000"/>
              <a:gd name="connsiteY151" fmla="*/ 91947 h 1157500"/>
              <a:gd name="connsiteX152" fmla="*/ 11293091 w 12192000"/>
              <a:gd name="connsiteY152" fmla="*/ 92042 h 1157500"/>
              <a:gd name="connsiteX153" fmla="*/ 11310949 w 12192000"/>
              <a:gd name="connsiteY153" fmla="*/ 97842 h 1157500"/>
              <a:gd name="connsiteX154" fmla="*/ 11345279 w 12192000"/>
              <a:gd name="connsiteY154" fmla="*/ 95451 h 1157500"/>
              <a:gd name="connsiteX155" fmla="*/ 11354597 w 12192000"/>
              <a:gd name="connsiteY155" fmla="*/ 97953 h 1157500"/>
              <a:gd name="connsiteX156" fmla="*/ 11367725 w 12192000"/>
              <a:gd name="connsiteY156" fmla="*/ 97999 h 1157500"/>
              <a:gd name="connsiteX157" fmla="*/ 11399832 w 12192000"/>
              <a:gd name="connsiteY157" fmla="*/ 110616 h 1157500"/>
              <a:gd name="connsiteX158" fmla="*/ 11487595 w 12192000"/>
              <a:gd name="connsiteY158" fmla="*/ 152322 h 1157500"/>
              <a:gd name="connsiteX159" fmla="*/ 11590850 w 12192000"/>
              <a:gd name="connsiteY159" fmla="*/ 238552 h 1157500"/>
              <a:gd name="connsiteX160" fmla="*/ 11736204 w 12192000"/>
              <a:gd name="connsiteY160" fmla="*/ 277509 h 1157500"/>
              <a:gd name="connsiteX161" fmla="*/ 11760331 w 12192000"/>
              <a:gd name="connsiteY161" fmla="*/ 291936 h 1157500"/>
              <a:gd name="connsiteX162" fmla="*/ 11819139 w 12192000"/>
              <a:gd name="connsiteY162" fmla="*/ 304143 h 1157500"/>
              <a:gd name="connsiteX163" fmla="*/ 11821967 w 12192000"/>
              <a:gd name="connsiteY163" fmla="*/ 305790 h 1157500"/>
              <a:gd name="connsiteX164" fmla="*/ 11847125 w 12192000"/>
              <a:gd name="connsiteY164" fmla="*/ 297401 h 1157500"/>
              <a:gd name="connsiteX165" fmla="*/ 11980134 w 12192000"/>
              <a:gd name="connsiteY165" fmla="*/ 321911 h 1157500"/>
              <a:gd name="connsiteX166" fmla="*/ 12174576 w 12192000"/>
              <a:gd name="connsiteY166" fmla="*/ 376108 h 1157500"/>
              <a:gd name="connsiteX167" fmla="*/ 12192000 w 12192000"/>
              <a:gd name="connsiteY167" fmla="*/ 379233 h 1157500"/>
              <a:gd name="connsiteX168" fmla="*/ 12192000 w 12192000"/>
              <a:gd name="connsiteY168" fmla="*/ 1157500 h 1157500"/>
              <a:gd name="connsiteX169" fmla="*/ 0 w 12192000"/>
              <a:gd name="connsiteY169" fmla="*/ 1157500 h 1157500"/>
              <a:gd name="connsiteX170" fmla="*/ 0 w 12192000"/>
              <a:gd name="connsiteY170" fmla="*/ 483545 h 1157500"/>
              <a:gd name="connsiteX171" fmla="*/ 5331 w 12192000"/>
              <a:gd name="connsiteY171" fmla="*/ 482797 h 1157500"/>
              <a:gd name="connsiteX172" fmla="*/ 39902 w 12192000"/>
              <a:gd name="connsiteY172" fmla="*/ 472284 h 1157500"/>
              <a:gd name="connsiteX173" fmla="*/ 117880 w 12192000"/>
              <a:gd name="connsiteY173" fmla="*/ 420956 h 1157500"/>
              <a:gd name="connsiteX174" fmla="*/ 238140 w 12192000"/>
              <a:gd name="connsiteY174" fmla="*/ 379297 h 1157500"/>
              <a:gd name="connsiteX175" fmla="*/ 249589 w 12192000"/>
              <a:gd name="connsiteY175" fmla="*/ 379517 h 1157500"/>
              <a:gd name="connsiteX176" fmla="*/ 296963 w 12192000"/>
              <a:gd name="connsiteY176" fmla="*/ 356102 h 1157500"/>
              <a:gd name="connsiteX177" fmla="*/ 339235 w 12192000"/>
              <a:gd name="connsiteY177" fmla="*/ 324425 h 1157500"/>
              <a:gd name="connsiteX178" fmla="*/ 447152 w 12192000"/>
              <a:gd name="connsiteY178" fmla="*/ 327423 h 1157500"/>
              <a:gd name="connsiteX179" fmla="*/ 475247 w 12192000"/>
              <a:gd name="connsiteY179" fmla="*/ 336714 h 1157500"/>
              <a:gd name="connsiteX180" fmla="*/ 477967 w 12192000"/>
              <a:gd name="connsiteY180" fmla="*/ 337960 h 1157500"/>
              <a:gd name="connsiteX181" fmla="*/ 703732 w 12192000"/>
              <a:gd name="connsiteY181" fmla="*/ 316599 h 1157500"/>
              <a:gd name="connsiteX182" fmla="*/ 853391 w 12192000"/>
              <a:gd name="connsiteY182" fmla="*/ 303591 h 1157500"/>
              <a:gd name="connsiteX183" fmla="*/ 925332 w 12192000"/>
              <a:gd name="connsiteY183" fmla="*/ 298686 h 1157500"/>
              <a:gd name="connsiteX184" fmla="*/ 941286 w 12192000"/>
              <a:gd name="connsiteY184" fmla="*/ 288932 h 1157500"/>
              <a:gd name="connsiteX185" fmla="*/ 950845 w 12192000"/>
              <a:gd name="connsiteY185" fmla="*/ 286595 h 1157500"/>
              <a:gd name="connsiteX186" fmla="*/ 953292 w 12192000"/>
              <a:gd name="connsiteY186" fmla="*/ 280892 h 1157500"/>
              <a:gd name="connsiteX187" fmla="*/ 967499 w 12192000"/>
              <a:gd name="connsiteY187" fmla="*/ 273760 h 1157500"/>
              <a:gd name="connsiteX188" fmla="*/ 1069267 w 12192000"/>
              <a:gd name="connsiteY188" fmla="*/ 262766 h 1157500"/>
              <a:gd name="connsiteX189" fmla="*/ 1138407 w 12192000"/>
              <a:gd name="connsiteY189" fmla="*/ 246567 h 1157500"/>
              <a:gd name="connsiteX190" fmla="*/ 1164931 w 12192000"/>
              <a:gd name="connsiteY190" fmla="*/ 238622 h 1157500"/>
              <a:gd name="connsiteX191" fmla="*/ 1211622 w 12192000"/>
              <a:gd name="connsiteY191" fmla="*/ 220676 h 1157500"/>
              <a:gd name="connsiteX192" fmla="*/ 1274567 w 12192000"/>
              <a:gd name="connsiteY192" fmla="*/ 203380 h 1157500"/>
              <a:gd name="connsiteX193" fmla="*/ 1325029 w 12192000"/>
              <a:gd name="connsiteY193" fmla="*/ 207937 h 1157500"/>
              <a:gd name="connsiteX194" fmla="*/ 1356805 w 12192000"/>
              <a:gd name="connsiteY194" fmla="*/ 203622 h 1157500"/>
              <a:gd name="connsiteX195" fmla="*/ 1468752 w 12192000"/>
              <a:gd name="connsiteY195" fmla="*/ 214604 h 1157500"/>
              <a:gd name="connsiteX196" fmla="*/ 1650750 w 12192000"/>
              <a:gd name="connsiteY196" fmla="*/ 165090 h 1157500"/>
              <a:gd name="connsiteX197" fmla="*/ 1655056 w 12192000"/>
              <a:gd name="connsiteY197" fmla="*/ 172106 h 1157500"/>
              <a:gd name="connsiteX198" fmla="*/ 1683220 w 12192000"/>
              <a:gd name="connsiteY198" fmla="*/ 169652 h 1157500"/>
              <a:gd name="connsiteX199" fmla="*/ 1685599 w 12192000"/>
              <a:gd name="connsiteY199" fmla="*/ 165388 h 1157500"/>
              <a:gd name="connsiteX200" fmla="*/ 1735783 w 12192000"/>
              <a:gd name="connsiteY200" fmla="*/ 177400 h 1157500"/>
              <a:gd name="connsiteX201" fmla="*/ 1797102 w 12192000"/>
              <a:gd name="connsiteY201" fmla="*/ 182289 h 1157500"/>
              <a:gd name="connsiteX202" fmla="*/ 1845638 w 12192000"/>
              <a:gd name="connsiteY202" fmla="*/ 163774 h 1157500"/>
              <a:gd name="connsiteX203" fmla="*/ 1848980 w 12192000"/>
              <a:gd name="connsiteY203" fmla="*/ 167516 h 1157500"/>
              <a:gd name="connsiteX204" fmla="*/ 1880587 w 12192000"/>
              <a:gd name="connsiteY204" fmla="*/ 165506 h 1157500"/>
              <a:gd name="connsiteX205" fmla="*/ 1995803 w 12192000"/>
              <a:gd name="connsiteY205" fmla="*/ 131847 h 1157500"/>
              <a:gd name="connsiteX206" fmla="*/ 2057448 w 12192000"/>
              <a:gd name="connsiteY206" fmla="*/ 128650 h 1157500"/>
              <a:gd name="connsiteX207" fmla="*/ 2119088 w 12192000"/>
              <a:gd name="connsiteY207" fmla="*/ 113508 h 1157500"/>
              <a:gd name="connsiteX208" fmla="*/ 2138831 w 12192000"/>
              <a:gd name="connsiteY208" fmla="*/ 116194 h 1157500"/>
              <a:gd name="connsiteX209" fmla="*/ 2214259 w 12192000"/>
              <a:gd name="connsiteY209" fmla="*/ 110542 h 1157500"/>
              <a:gd name="connsiteX210" fmla="*/ 2264911 w 12192000"/>
              <a:gd name="connsiteY210" fmla="*/ 101639 h 1157500"/>
              <a:gd name="connsiteX211" fmla="*/ 2454058 w 12192000"/>
              <a:gd name="connsiteY211" fmla="*/ 67266 h 1157500"/>
              <a:gd name="connsiteX212" fmla="*/ 2534188 w 12192000"/>
              <a:gd name="connsiteY212" fmla="*/ 63730 h 1157500"/>
              <a:gd name="connsiteX213" fmla="*/ 2616912 w 12192000"/>
              <a:gd name="connsiteY213" fmla="*/ 44757 h 1157500"/>
              <a:gd name="connsiteX214" fmla="*/ 2698592 w 12192000"/>
              <a:gd name="connsiteY214" fmla="*/ 35873 h 1157500"/>
              <a:gd name="connsiteX215" fmla="*/ 2891953 w 12192000"/>
              <a:gd name="connsiteY21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63220 w 12192000"/>
              <a:gd name="connsiteY69" fmla="*/ 167304 h 1157500"/>
              <a:gd name="connsiteX70" fmla="*/ 6976706 w 12192000"/>
              <a:gd name="connsiteY70" fmla="*/ 170894 h 1157500"/>
              <a:gd name="connsiteX71" fmla="*/ 6987064 w 12192000"/>
              <a:gd name="connsiteY71" fmla="*/ 160402 h 1157500"/>
              <a:gd name="connsiteX72" fmla="*/ 7030230 w 12192000"/>
              <a:gd name="connsiteY72" fmla="*/ 159715 h 1157500"/>
              <a:gd name="connsiteX73" fmla="*/ 7045014 w 12192000"/>
              <a:gd name="connsiteY73" fmla="*/ 169101 h 1157500"/>
              <a:gd name="connsiteX74" fmla="*/ 7058714 w 12192000"/>
              <a:gd name="connsiteY74" fmla="*/ 175992 h 1157500"/>
              <a:gd name="connsiteX75" fmla="*/ 7060499 w 12192000"/>
              <a:gd name="connsiteY75" fmla="*/ 176063 h 1157500"/>
              <a:gd name="connsiteX76" fmla="*/ 7078430 w 12192000"/>
              <a:gd name="connsiteY76" fmla="*/ 176793 h 1157500"/>
              <a:gd name="connsiteX77" fmla="*/ 7176563 w 12192000"/>
              <a:gd name="connsiteY77" fmla="*/ 173244 h 1157500"/>
              <a:gd name="connsiteX78" fmla="*/ 7205529 w 12192000"/>
              <a:gd name="connsiteY78" fmla="*/ 181011 h 1157500"/>
              <a:gd name="connsiteX79" fmla="*/ 7310118 w 12192000"/>
              <a:gd name="connsiteY79" fmla="*/ 162605 h 1157500"/>
              <a:gd name="connsiteX80" fmla="*/ 7673859 w 12192000"/>
              <a:gd name="connsiteY80" fmla="*/ 150336 h 1157500"/>
              <a:gd name="connsiteX81" fmla="*/ 7692748 w 12192000"/>
              <a:gd name="connsiteY81" fmla="*/ 161537 h 1157500"/>
              <a:gd name="connsiteX82" fmla="*/ 7756672 w 12192000"/>
              <a:gd name="connsiteY82" fmla="*/ 157372 h 1157500"/>
              <a:gd name="connsiteX83" fmla="*/ 7974189 w 12192000"/>
              <a:gd name="connsiteY83" fmla="*/ 154819 h 1157500"/>
              <a:gd name="connsiteX84" fmla="*/ 8101969 w 12192000"/>
              <a:gd name="connsiteY84" fmla="*/ 144495 h 1157500"/>
              <a:gd name="connsiteX85" fmla="*/ 8106826 w 12192000"/>
              <a:gd name="connsiteY85" fmla="*/ 139853 h 1157500"/>
              <a:gd name="connsiteX86" fmla="*/ 8162058 w 12192000"/>
              <a:gd name="connsiteY86" fmla="*/ 96704 h 1157500"/>
              <a:gd name="connsiteX87" fmla="*/ 8184568 w 12192000"/>
              <a:gd name="connsiteY87" fmla="*/ 93990 h 1157500"/>
              <a:gd name="connsiteX88" fmla="*/ 8228227 w 12192000"/>
              <a:gd name="connsiteY88" fmla="*/ 105972 h 1157500"/>
              <a:gd name="connsiteX89" fmla="*/ 8237963 w 12192000"/>
              <a:gd name="connsiteY89" fmla="*/ 106996 h 1157500"/>
              <a:gd name="connsiteX90" fmla="*/ 8248358 w 12192000"/>
              <a:gd name="connsiteY90" fmla="*/ 106062 h 1157500"/>
              <a:gd name="connsiteX91" fmla="*/ 8249309 w 12192000"/>
              <a:gd name="connsiteY91" fmla="*/ 106698 h 1157500"/>
              <a:gd name="connsiteX92" fmla="*/ 8249997 w 12192000"/>
              <a:gd name="connsiteY92" fmla="*/ 105915 h 1157500"/>
              <a:gd name="connsiteX93" fmla="*/ 8272162 w 12192000"/>
              <a:gd name="connsiteY93" fmla="*/ 103924 h 1157500"/>
              <a:gd name="connsiteX94" fmla="*/ 8292349 w 12192000"/>
              <a:gd name="connsiteY94" fmla="*/ 97480 h 1157500"/>
              <a:gd name="connsiteX95" fmla="*/ 8307239 w 12192000"/>
              <a:gd name="connsiteY95" fmla="*/ 94591 h 1157500"/>
              <a:gd name="connsiteX96" fmla="*/ 8339282 w 12192000"/>
              <a:gd name="connsiteY96" fmla="*/ 108942 h 1157500"/>
              <a:gd name="connsiteX97" fmla="*/ 8346156 w 12192000"/>
              <a:gd name="connsiteY97" fmla="*/ 111227 h 1157500"/>
              <a:gd name="connsiteX98" fmla="*/ 8346467 w 12192000"/>
              <a:gd name="connsiteY98" fmla="*/ 111024 h 1157500"/>
              <a:gd name="connsiteX99" fmla="*/ 8354069 w 12192000"/>
              <a:gd name="connsiteY99" fmla="*/ 112942 h 1157500"/>
              <a:gd name="connsiteX100" fmla="*/ 8358687 w 12192000"/>
              <a:gd name="connsiteY100" fmla="*/ 115393 h 1157500"/>
              <a:gd name="connsiteX101" fmla="*/ 8433385 w 12192000"/>
              <a:gd name="connsiteY101" fmla="*/ 99669 h 1157500"/>
              <a:gd name="connsiteX102" fmla="*/ 8533779 w 12192000"/>
              <a:gd name="connsiteY102" fmla="*/ 98374 h 1157500"/>
              <a:gd name="connsiteX103" fmla="*/ 8632833 w 12192000"/>
              <a:gd name="connsiteY103" fmla="*/ 100532 h 1157500"/>
              <a:gd name="connsiteX104" fmla="*/ 8668523 w 12192000"/>
              <a:gd name="connsiteY104" fmla="*/ 102979 h 1157500"/>
              <a:gd name="connsiteX105" fmla="*/ 8732893 w 12192000"/>
              <a:gd name="connsiteY105" fmla="*/ 99991 h 1157500"/>
              <a:gd name="connsiteX106" fmla="*/ 8764071 w 12192000"/>
              <a:gd name="connsiteY106" fmla="*/ 94587 h 1157500"/>
              <a:gd name="connsiteX107" fmla="*/ 8767004 w 12192000"/>
              <a:gd name="connsiteY107" fmla="*/ 91519 h 1157500"/>
              <a:gd name="connsiteX108" fmla="*/ 8772553 w 12192000"/>
              <a:gd name="connsiteY108" fmla="*/ 90314 h 1157500"/>
              <a:gd name="connsiteX109" fmla="*/ 8787201 w 12192000"/>
              <a:gd name="connsiteY109" fmla="*/ 92033 h 1157500"/>
              <a:gd name="connsiteX110" fmla="*/ 8792624 w 12192000"/>
              <a:gd name="connsiteY110" fmla="*/ 93503 h 1157500"/>
              <a:gd name="connsiteX111" fmla="*/ 8800741 w 12192000"/>
              <a:gd name="connsiteY111" fmla="*/ 93897 h 1157500"/>
              <a:gd name="connsiteX112" fmla="*/ 8800966 w 12192000"/>
              <a:gd name="connsiteY112" fmla="*/ 93645 h 1157500"/>
              <a:gd name="connsiteX113" fmla="*/ 8808513 w 12192000"/>
              <a:gd name="connsiteY113" fmla="*/ 94530 h 1157500"/>
              <a:gd name="connsiteX114" fmla="*/ 8845110 w 12192000"/>
              <a:gd name="connsiteY114" fmla="*/ 102179 h 1157500"/>
              <a:gd name="connsiteX115" fmla="*/ 8917529 w 12192000"/>
              <a:gd name="connsiteY115" fmla="*/ 76373 h 1157500"/>
              <a:gd name="connsiteX116" fmla="*/ 9026654 w 12192000"/>
              <a:gd name="connsiteY116" fmla="*/ 93420 h 1157500"/>
              <a:gd name="connsiteX117" fmla="*/ 9088505 w 12192000"/>
              <a:gd name="connsiteY117" fmla="*/ 113002 h 1157500"/>
              <a:gd name="connsiteX118" fmla="*/ 9203241 w 12192000"/>
              <a:gd name="connsiteY118" fmla="*/ 111713 h 1157500"/>
              <a:gd name="connsiteX119" fmla="*/ 9415584 w 12192000"/>
              <a:gd name="connsiteY119" fmla="*/ 157156 h 1157500"/>
              <a:gd name="connsiteX120" fmla="*/ 9505102 w 12192000"/>
              <a:gd name="connsiteY120" fmla="*/ 141042 h 1157500"/>
              <a:gd name="connsiteX121" fmla="*/ 9643040 w 12192000"/>
              <a:gd name="connsiteY121" fmla="*/ 158233 h 1157500"/>
              <a:gd name="connsiteX122" fmla="*/ 9762999 w 12192000"/>
              <a:gd name="connsiteY122" fmla="*/ 162623 h 1157500"/>
              <a:gd name="connsiteX123" fmla="*/ 9776183 w 12192000"/>
              <a:gd name="connsiteY123" fmla="*/ 162191 h 1157500"/>
              <a:gd name="connsiteX124" fmla="*/ 9780532 w 12192000"/>
              <a:gd name="connsiteY124" fmla="*/ 155823 h 1157500"/>
              <a:gd name="connsiteX125" fmla="*/ 9910588 w 12192000"/>
              <a:gd name="connsiteY125" fmla="*/ 154327 h 1157500"/>
              <a:gd name="connsiteX126" fmla="*/ 9924173 w 12192000"/>
              <a:gd name="connsiteY126" fmla="*/ 158591 h 1157500"/>
              <a:gd name="connsiteX127" fmla="*/ 10010969 w 12192000"/>
              <a:gd name="connsiteY127" fmla="*/ 155802 h 1157500"/>
              <a:gd name="connsiteX128" fmla="*/ 10070699 w 12192000"/>
              <a:gd name="connsiteY128" fmla="*/ 157854 h 1157500"/>
              <a:gd name="connsiteX129" fmla="*/ 10155104 w 12192000"/>
              <a:gd name="connsiteY129" fmla="*/ 151613 h 1157500"/>
              <a:gd name="connsiteX130" fmla="*/ 10250982 w 12192000"/>
              <a:gd name="connsiteY130" fmla="*/ 128642 h 1157500"/>
              <a:gd name="connsiteX131" fmla="*/ 10343301 w 12192000"/>
              <a:gd name="connsiteY131" fmla="*/ 90884 h 1157500"/>
              <a:gd name="connsiteX132" fmla="*/ 10366625 w 12192000"/>
              <a:gd name="connsiteY132" fmla="*/ 79428 h 1157500"/>
              <a:gd name="connsiteX133" fmla="*/ 10433505 w 12192000"/>
              <a:gd name="connsiteY133" fmla="*/ 65000 h 1157500"/>
              <a:gd name="connsiteX134" fmla="*/ 10547510 w 12192000"/>
              <a:gd name="connsiteY134" fmla="*/ 47246 h 1157500"/>
              <a:gd name="connsiteX135" fmla="*/ 10588150 w 12192000"/>
              <a:gd name="connsiteY135" fmla="*/ 32287 h 1157500"/>
              <a:gd name="connsiteX136" fmla="*/ 10589457 w 12192000"/>
              <a:gd name="connsiteY136" fmla="*/ 25296 h 1157500"/>
              <a:gd name="connsiteX137" fmla="*/ 10699976 w 12192000"/>
              <a:gd name="connsiteY137" fmla="*/ 43345 h 1157500"/>
              <a:gd name="connsiteX138" fmla="*/ 10812237 w 12192000"/>
              <a:gd name="connsiteY138" fmla="*/ 46327 h 1157500"/>
              <a:gd name="connsiteX139" fmla="*/ 10869837 w 12192000"/>
              <a:gd name="connsiteY139" fmla="*/ 65795 h 1157500"/>
              <a:gd name="connsiteX140" fmla="*/ 10881770 w 12192000"/>
              <a:gd name="connsiteY140" fmla="*/ 73672 h 1157500"/>
              <a:gd name="connsiteX141" fmla="*/ 10896899 w 12192000"/>
              <a:gd name="connsiteY141" fmla="*/ 70731 h 1157500"/>
              <a:gd name="connsiteX142" fmla="*/ 10901748 w 12192000"/>
              <a:gd name="connsiteY142" fmla="*/ 66352 h 1157500"/>
              <a:gd name="connsiteX143" fmla="*/ 10947419 w 12192000"/>
              <a:gd name="connsiteY143" fmla="*/ 83316 h 1157500"/>
              <a:gd name="connsiteX144" fmla="*/ 10953034 w 12192000"/>
              <a:gd name="connsiteY144" fmla="*/ 84438 h 1157500"/>
              <a:gd name="connsiteX145" fmla="*/ 10992070 w 12192000"/>
              <a:gd name="connsiteY145" fmla="*/ 88841 h 1157500"/>
              <a:gd name="connsiteX146" fmla="*/ 11112372 w 12192000"/>
              <a:gd name="connsiteY146" fmla="*/ 82247 h 1157500"/>
              <a:gd name="connsiteX147" fmla="*/ 11147719 w 12192000"/>
              <a:gd name="connsiteY147" fmla="*/ 80560 h 1157500"/>
              <a:gd name="connsiteX148" fmla="*/ 11172617 w 12192000"/>
              <a:gd name="connsiteY148" fmla="*/ 76265 h 1157500"/>
              <a:gd name="connsiteX149" fmla="*/ 11240397 w 12192000"/>
              <a:gd name="connsiteY149" fmla="*/ 81830 h 1157500"/>
              <a:gd name="connsiteX150" fmla="*/ 11270034 w 12192000"/>
              <a:gd name="connsiteY150" fmla="*/ 91947 h 1157500"/>
              <a:gd name="connsiteX151" fmla="*/ 11293091 w 12192000"/>
              <a:gd name="connsiteY151" fmla="*/ 92042 h 1157500"/>
              <a:gd name="connsiteX152" fmla="*/ 11310949 w 12192000"/>
              <a:gd name="connsiteY152" fmla="*/ 97842 h 1157500"/>
              <a:gd name="connsiteX153" fmla="*/ 11345279 w 12192000"/>
              <a:gd name="connsiteY153" fmla="*/ 95451 h 1157500"/>
              <a:gd name="connsiteX154" fmla="*/ 11354597 w 12192000"/>
              <a:gd name="connsiteY154" fmla="*/ 97953 h 1157500"/>
              <a:gd name="connsiteX155" fmla="*/ 11367725 w 12192000"/>
              <a:gd name="connsiteY155" fmla="*/ 97999 h 1157500"/>
              <a:gd name="connsiteX156" fmla="*/ 11399832 w 12192000"/>
              <a:gd name="connsiteY156" fmla="*/ 110616 h 1157500"/>
              <a:gd name="connsiteX157" fmla="*/ 11487595 w 12192000"/>
              <a:gd name="connsiteY157" fmla="*/ 152322 h 1157500"/>
              <a:gd name="connsiteX158" fmla="*/ 11590850 w 12192000"/>
              <a:gd name="connsiteY158" fmla="*/ 238552 h 1157500"/>
              <a:gd name="connsiteX159" fmla="*/ 11736204 w 12192000"/>
              <a:gd name="connsiteY159" fmla="*/ 277509 h 1157500"/>
              <a:gd name="connsiteX160" fmla="*/ 11760331 w 12192000"/>
              <a:gd name="connsiteY160" fmla="*/ 291936 h 1157500"/>
              <a:gd name="connsiteX161" fmla="*/ 11819139 w 12192000"/>
              <a:gd name="connsiteY161" fmla="*/ 304143 h 1157500"/>
              <a:gd name="connsiteX162" fmla="*/ 11821967 w 12192000"/>
              <a:gd name="connsiteY162" fmla="*/ 305790 h 1157500"/>
              <a:gd name="connsiteX163" fmla="*/ 11847125 w 12192000"/>
              <a:gd name="connsiteY163" fmla="*/ 297401 h 1157500"/>
              <a:gd name="connsiteX164" fmla="*/ 11980134 w 12192000"/>
              <a:gd name="connsiteY164" fmla="*/ 321911 h 1157500"/>
              <a:gd name="connsiteX165" fmla="*/ 12174576 w 12192000"/>
              <a:gd name="connsiteY165" fmla="*/ 376108 h 1157500"/>
              <a:gd name="connsiteX166" fmla="*/ 12192000 w 12192000"/>
              <a:gd name="connsiteY166" fmla="*/ 379233 h 1157500"/>
              <a:gd name="connsiteX167" fmla="*/ 12192000 w 12192000"/>
              <a:gd name="connsiteY167" fmla="*/ 1157500 h 1157500"/>
              <a:gd name="connsiteX168" fmla="*/ 0 w 12192000"/>
              <a:gd name="connsiteY168" fmla="*/ 1157500 h 1157500"/>
              <a:gd name="connsiteX169" fmla="*/ 0 w 12192000"/>
              <a:gd name="connsiteY169" fmla="*/ 483545 h 1157500"/>
              <a:gd name="connsiteX170" fmla="*/ 5331 w 12192000"/>
              <a:gd name="connsiteY170" fmla="*/ 482797 h 1157500"/>
              <a:gd name="connsiteX171" fmla="*/ 39902 w 12192000"/>
              <a:gd name="connsiteY171" fmla="*/ 472284 h 1157500"/>
              <a:gd name="connsiteX172" fmla="*/ 117880 w 12192000"/>
              <a:gd name="connsiteY172" fmla="*/ 420956 h 1157500"/>
              <a:gd name="connsiteX173" fmla="*/ 238140 w 12192000"/>
              <a:gd name="connsiteY173" fmla="*/ 379297 h 1157500"/>
              <a:gd name="connsiteX174" fmla="*/ 249589 w 12192000"/>
              <a:gd name="connsiteY174" fmla="*/ 379517 h 1157500"/>
              <a:gd name="connsiteX175" fmla="*/ 296963 w 12192000"/>
              <a:gd name="connsiteY175" fmla="*/ 356102 h 1157500"/>
              <a:gd name="connsiteX176" fmla="*/ 339235 w 12192000"/>
              <a:gd name="connsiteY176" fmla="*/ 324425 h 1157500"/>
              <a:gd name="connsiteX177" fmla="*/ 447152 w 12192000"/>
              <a:gd name="connsiteY177" fmla="*/ 327423 h 1157500"/>
              <a:gd name="connsiteX178" fmla="*/ 475247 w 12192000"/>
              <a:gd name="connsiteY178" fmla="*/ 336714 h 1157500"/>
              <a:gd name="connsiteX179" fmla="*/ 477967 w 12192000"/>
              <a:gd name="connsiteY179" fmla="*/ 337960 h 1157500"/>
              <a:gd name="connsiteX180" fmla="*/ 703732 w 12192000"/>
              <a:gd name="connsiteY180" fmla="*/ 316599 h 1157500"/>
              <a:gd name="connsiteX181" fmla="*/ 853391 w 12192000"/>
              <a:gd name="connsiteY181" fmla="*/ 303591 h 1157500"/>
              <a:gd name="connsiteX182" fmla="*/ 925332 w 12192000"/>
              <a:gd name="connsiteY182" fmla="*/ 298686 h 1157500"/>
              <a:gd name="connsiteX183" fmla="*/ 941286 w 12192000"/>
              <a:gd name="connsiteY183" fmla="*/ 288932 h 1157500"/>
              <a:gd name="connsiteX184" fmla="*/ 950845 w 12192000"/>
              <a:gd name="connsiteY184" fmla="*/ 286595 h 1157500"/>
              <a:gd name="connsiteX185" fmla="*/ 953292 w 12192000"/>
              <a:gd name="connsiteY185" fmla="*/ 280892 h 1157500"/>
              <a:gd name="connsiteX186" fmla="*/ 967499 w 12192000"/>
              <a:gd name="connsiteY186" fmla="*/ 273760 h 1157500"/>
              <a:gd name="connsiteX187" fmla="*/ 1069267 w 12192000"/>
              <a:gd name="connsiteY187" fmla="*/ 262766 h 1157500"/>
              <a:gd name="connsiteX188" fmla="*/ 1138407 w 12192000"/>
              <a:gd name="connsiteY188" fmla="*/ 246567 h 1157500"/>
              <a:gd name="connsiteX189" fmla="*/ 1164931 w 12192000"/>
              <a:gd name="connsiteY189" fmla="*/ 238622 h 1157500"/>
              <a:gd name="connsiteX190" fmla="*/ 1211622 w 12192000"/>
              <a:gd name="connsiteY190" fmla="*/ 220676 h 1157500"/>
              <a:gd name="connsiteX191" fmla="*/ 1274567 w 12192000"/>
              <a:gd name="connsiteY191" fmla="*/ 203380 h 1157500"/>
              <a:gd name="connsiteX192" fmla="*/ 1325029 w 12192000"/>
              <a:gd name="connsiteY192" fmla="*/ 207937 h 1157500"/>
              <a:gd name="connsiteX193" fmla="*/ 1356805 w 12192000"/>
              <a:gd name="connsiteY193" fmla="*/ 203622 h 1157500"/>
              <a:gd name="connsiteX194" fmla="*/ 1468752 w 12192000"/>
              <a:gd name="connsiteY194" fmla="*/ 214604 h 1157500"/>
              <a:gd name="connsiteX195" fmla="*/ 1650750 w 12192000"/>
              <a:gd name="connsiteY195" fmla="*/ 165090 h 1157500"/>
              <a:gd name="connsiteX196" fmla="*/ 1655056 w 12192000"/>
              <a:gd name="connsiteY196" fmla="*/ 172106 h 1157500"/>
              <a:gd name="connsiteX197" fmla="*/ 1683220 w 12192000"/>
              <a:gd name="connsiteY197" fmla="*/ 169652 h 1157500"/>
              <a:gd name="connsiteX198" fmla="*/ 1685599 w 12192000"/>
              <a:gd name="connsiteY198" fmla="*/ 165388 h 1157500"/>
              <a:gd name="connsiteX199" fmla="*/ 1735783 w 12192000"/>
              <a:gd name="connsiteY199" fmla="*/ 177400 h 1157500"/>
              <a:gd name="connsiteX200" fmla="*/ 1797102 w 12192000"/>
              <a:gd name="connsiteY200" fmla="*/ 182289 h 1157500"/>
              <a:gd name="connsiteX201" fmla="*/ 1845638 w 12192000"/>
              <a:gd name="connsiteY201" fmla="*/ 163774 h 1157500"/>
              <a:gd name="connsiteX202" fmla="*/ 1848980 w 12192000"/>
              <a:gd name="connsiteY202" fmla="*/ 167516 h 1157500"/>
              <a:gd name="connsiteX203" fmla="*/ 1880587 w 12192000"/>
              <a:gd name="connsiteY203" fmla="*/ 165506 h 1157500"/>
              <a:gd name="connsiteX204" fmla="*/ 1995803 w 12192000"/>
              <a:gd name="connsiteY204" fmla="*/ 131847 h 1157500"/>
              <a:gd name="connsiteX205" fmla="*/ 2057448 w 12192000"/>
              <a:gd name="connsiteY205" fmla="*/ 128650 h 1157500"/>
              <a:gd name="connsiteX206" fmla="*/ 2119088 w 12192000"/>
              <a:gd name="connsiteY206" fmla="*/ 113508 h 1157500"/>
              <a:gd name="connsiteX207" fmla="*/ 2138831 w 12192000"/>
              <a:gd name="connsiteY207" fmla="*/ 116194 h 1157500"/>
              <a:gd name="connsiteX208" fmla="*/ 2214259 w 12192000"/>
              <a:gd name="connsiteY208" fmla="*/ 110542 h 1157500"/>
              <a:gd name="connsiteX209" fmla="*/ 2264911 w 12192000"/>
              <a:gd name="connsiteY209" fmla="*/ 101639 h 1157500"/>
              <a:gd name="connsiteX210" fmla="*/ 2454058 w 12192000"/>
              <a:gd name="connsiteY210" fmla="*/ 67266 h 1157500"/>
              <a:gd name="connsiteX211" fmla="*/ 2534188 w 12192000"/>
              <a:gd name="connsiteY211" fmla="*/ 63730 h 1157500"/>
              <a:gd name="connsiteX212" fmla="*/ 2616912 w 12192000"/>
              <a:gd name="connsiteY212" fmla="*/ 44757 h 1157500"/>
              <a:gd name="connsiteX213" fmla="*/ 2698592 w 12192000"/>
              <a:gd name="connsiteY213" fmla="*/ 35873 h 1157500"/>
              <a:gd name="connsiteX214" fmla="*/ 2891953 w 12192000"/>
              <a:gd name="connsiteY21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078430 w 12192000"/>
              <a:gd name="connsiteY75" fmla="*/ 176793 h 1157500"/>
              <a:gd name="connsiteX76" fmla="*/ 7176563 w 12192000"/>
              <a:gd name="connsiteY76" fmla="*/ 173244 h 1157500"/>
              <a:gd name="connsiteX77" fmla="*/ 7205529 w 12192000"/>
              <a:gd name="connsiteY77" fmla="*/ 181011 h 1157500"/>
              <a:gd name="connsiteX78" fmla="*/ 7310118 w 12192000"/>
              <a:gd name="connsiteY78" fmla="*/ 162605 h 1157500"/>
              <a:gd name="connsiteX79" fmla="*/ 7673859 w 12192000"/>
              <a:gd name="connsiteY79" fmla="*/ 150336 h 1157500"/>
              <a:gd name="connsiteX80" fmla="*/ 7692748 w 12192000"/>
              <a:gd name="connsiteY80" fmla="*/ 161537 h 1157500"/>
              <a:gd name="connsiteX81" fmla="*/ 7756672 w 12192000"/>
              <a:gd name="connsiteY81" fmla="*/ 157372 h 1157500"/>
              <a:gd name="connsiteX82" fmla="*/ 7974189 w 12192000"/>
              <a:gd name="connsiteY82" fmla="*/ 154819 h 1157500"/>
              <a:gd name="connsiteX83" fmla="*/ 8101969 w 12192000"/>
              <a:gd name="connsiteY83" fmla="*/ 144495 h 1157500"/>
              <a:gd name="connsiteX84" fmla="*/ 8106826 w 12192000"/>
              <a:gd name="connsiteY84" fmla="*/ 139853 h 1157500"/>
              <a:gd name="connsiteX85" fmla="*/ 8162058 w 12192000"/>
              <a:gd name="connsiteY85" fmla="*/ 96704 h 1157500"/>
              <a:gd name="connsiteX86" fmla="*/ 8184568 w 12192000"/>
              <a:gd name="connsiteY86" fmla="*/ 93990 h 1157500"/>
              <a:gd name="connsiteX87" fmla="*/ 8228227 w 12192000"/>
              <a:gd name="connsiteY87" fmla="*/ 105972 h 1157500"/>
              <a:gd name="connsiteX88" fmla="*/ 8237963 w 12192000"/>
              <a:gd name="connsiteY88" fmla="*/ 106996 h 1157500"/>
              <a:gd name="connsiteX89" fmla="*/ 8248358 w 12192000"/>
              <a:gd name="connsiteY89" fmla="*/ 106062 h 1157500"/>
              <a:gd name="connsiteX90" fmla="*/ 8249309 w 12192000"/>
              <a:gd name="connsiteY90" fmla="*/ 106698 h 1157500"/>
              <a:gd name="connsiteX91" fmla="*/ 8249997 w 12192000"/>
              <a:gd name="connsiteY91" fmla="*/ 105915 h 1157500"/>
              <a:gd name="connsiteX92" fmla="*/ 8272162 w 12192000"/>
              <a:gd name="connsiteY92" fmla="*/ 103924 h 1157500"/>
              <a:gd name="connsiteX93" fmla="*/ 8292349 w 12192000"/>
              <a:gd name="connsiteY93" fmla="*/ 97480 h 1157500"/>
              <a:gd name="connsiteX94" fmla="*/ 8307239 w 12192000"/>
              <a:gd name="connsiteY94" fmla="*/ 94591 h 1157500"/>
              <a:gd name="connsiteX95" fmla="*/ 8339282 w 12192000"/>
              <a:gd name="connsiteY95" fmla="*/ 108942 h 1157500"/>
              <a:gd name="connsiteX96" fmla="*/ 8346156 w 12192000"/>
              <a:gd name="connsiteY96" fmla="*/ 111227 h 1157500"/>
              <a:gd name="connsiteX97" fmla="*/ 8346467 w 12192000"/>
              <a:gd name="connsiteY97" fmla="*/ 111024 h 1157500"/>
              <a:gd name="connsiteX98" fmla="*/ 8354069 w 12192000"/>
              <a:gd name="connsiteY98" fmla="*/ 112942 h 1157500"/>
              <a:gd name="connsiteX99" fmla="*/ 8358687 w 12192000"/>
              <a:gd name="connsiteY99" fmla="*/ 115393 h 1157500"/>
              <a:gd name="connsiteX100" fmla="*/ 8433385 w 12192000"/>
              <a:gd name="connsiteY100" fmla="*/ 99669 h 1157500"/>
              <a:gd name="connsiteX101" fmla="*/ 8533779 w 12192000"/>
              <a:gd name="connsiteY101" fmla="*/ 98374 h 1157500"/>
              <a:gd name="connsiteX102" fmla="*/ 8632833 w 12192000"/>
              <a:gd name="connsiteY102" fmla="*/ 100532 h 1157500"/>
              <a:gd name="connsiteX103" fmla="*/ 8668523 w 12192000"/>
              <a:gd name="connsiteY103" fmla="*/ 102979 h 1157500"/>
              <a:gd name="connsiteX104" fmla="*/ 8732893 w 12192000"/>
              <a:gd name="connsiteY104" fmla="*/ 99991 h 1157500"/>
              <a:gd name="connsiteX105" fmla="*/ 8764071 w 12192000"/>
              <a:gd name="connsiteY105" fmla="*/ 94587 h 1157500"/>
              <a:gd name="connsiteX106" fmla="*/ 8767004 w 12192000"/>
              <a:gd name="connsiteY106" fmla="*/ 91519 h 1157500"/>
              <a:gd name="connsiteX107" fmla="*/ 8772553 w 12192000"/>
              <a:gd name="connsiteY107" fmla="*/ 90314 h 1157500"/>
              <a:gd name="connsiteX108" fmla="*/ 8787201 w 12192000"/>
              <a:gd name="connsiteY108" fmla="*/ 92033 h 1157500"/>
              <a:gd name="connsiteX109" fmla="*/ 8792624 w 12192000"/>
              <a:gd name="connsiteY109" fmla="*/ 93503 h 1157500"/>
              <a:gd name="connsiteX110" fmla="*/ 8800741 w 12192000"/>
              <a:gd name="connsiteY110" fmla="*/ 93897 h 1157500"/>
              <a:gd name="connsiteX111" fmla="*/ 8800966 w 12192000"/>
              <a:gd name="connsiteY111" fmla="*/ 93645 h 1157500"/>
              <a:gd name="connsiteX112" fmla="*/ 8808513 w 12192000"/>
              <a:gd name="connsiteY112" fmla="*/ 94530 h 1157500"/>
              <a:gd name="connsiteX113" fmla="*/ 8845110 w 12192000"/>
              <a:gd name="connsiteY113" fmla="*/ 102179 h 1157500"/>
              <a:gd name="connsiteX114" fmla="*/ 8917529 w 12192000"/>
              <a:gd name="connsiteY114" fmla="*/ 76373 h 1157500"/>
              <a:gd name="connsiteX115" fmla="*/ 9026654 w 12192000"/>
              <a:gd name="connsiteY115" fmla="*/ 93420 h 1157500"/>
              <a:gd name="connsiteX116" fmla="*/ 9088505 w 12192000"/>
              <a:gd name="connsiteY116" fmla="*/ 113002 h 1157500"/>
              <a:gd name="connsiteX117" fmla="*/ 9203241 w 12192000"/>
              <a:gd name="connsiteY117" fmla="*/ 111713 h 1157500"/>
              <a:gd name="connsiteX118" fmla="*/ 9415584 w 12192000"/>
              <a:gd name="connsiteY118" fmla="*/ 157156 h 1157500"/>
              <a:gd name="connsiteX119" fmla="*/ 9505102 w 12192000"/>
              <a:gd name="connsiteY119" fmla="*/ 141042 h 1157500"/>
              <a:gd name="connsiteX120" fmla="*/ 9643040 w 12192000"/>
              <a:gd name="connsiteY120" fmla="*/ 158233 h 1157500"/>
              <a:gd name="connsiteX121" fmla="*/ 9762999 w 12192000"/>
              <a:gd name="connsiteY121" fmla="*/ 162623 h 1157500"/>
              <a:gd name="connsiteX122" fmla="*/ 9776183 w 12192000"/>
              <a:gd name="connsiteY122" fmla="*/ 162191 h 1157500"/>
              <a:gd name="connsiteX123" fmla="*/ 9780532 w 12192000"/>
              <a:gd name="connsiteY123" fmla="*/ 155823 h 1157500"/>
              <a:gd name="connsiteX124" fmla="*/ 9910588 w 12192000"/>
              <a:gd name="connsiteY124" fmla="*/ 154327 h 1157500"/>
              <a:gd name="connsiteX125" fmla="*/ 9924173 w 12192000"/>
              <a:gd name="connsiteY125" fmla="*/ 158591 h 1157500"/>
              <a:gd name="connsiteX126" fmla="*/ 10010969 w 12192000"/>
              <a:gd name="connsiteY126" fmla="*/ 155802 h 1157500"/>
              <a:gd name="connsiteX127" fmla="*/ 10070699 w 12192000"/>
              <a:gd name="connsiteY127" fmla="*/ 157854 h 1157500"/>
              <a:gd name="connsiteX128" fmla="*/ 10155104 w 12192000"/>
              <a:gd name="connsiteY128" fmla="*/ 151613 h 1157500"/>
              <a:gd name="connsiteX129" fmla="*/ 10250982 w 12192000"/>
              <a:gd name="connsiteY129" fmla="*/ 128642 h 1157500"/>
              <a:gd name="connsiteX130" fmla="*/ 10343301 w 12192000"/>
              <a:gd name="connsiteY130" fmla="*/ 90884 h 1157500"/>
              <a:gd name="connsiteX131" fmla="*/ 10366625 w 12192000"/>
              <a:gd name="connsiteY131" fmla="*/ 79428 h 1157500"/>
              <a:gd name="connsiteX132" fmla="*/ 10433505 w 12192000"/>
              <a:gd name="connsiteY132" fmla="*/ 65000 h 1157500"/>
              <a:gd name="connsiteX133" fmla="*/ 10547510 w 12192000"/>
              <a:gd name="connsiteY133" fmla="*/ 47246 h 1157500"/>
              <a:gd name="connsiteX134" fmla="*/ 10588150 w 12192000"/>
              <a:gd name="connsiteY134" fmla="*/ 32287 h 1157500"/>
              <a:gd name="connsiteX135" fmla="*/ 10589457 w 12192000"/>
              <a:gd name="connsiteY135" fmla="*/ 25296 h 1157500"/>
              <a:gd name="connsiteX136" fmla="*/ 10699976 w 12192000"/>
              <a:gd name="connsiteY136" fmla="*/ 43345 h 1157500"/>
              <a:gd name="connsiteX137" fmla="*/ 10812237 w 12192000"/>
              <a:gd name="connsiteY137" fmla="*/ 46327 h 1157500"/>
              <a:gd name="connsiteX138" fmla="*/ 10869837 w 12192000"/>
              <a:gd name="connsiteY138" fmla="*/ 65795 h 1157500"/>
              <a:gd name="connsiteX139" fmla="*/ 10881770 w 12192000"/>
              <a:gd name="connsiteY139" fmla="*/ 73672 h 1157500"/>
              <a:gd name="connsiteX140" fmla="*/ 10896899 w 12192000"/>
              <a:gd name="connsiteY140" fmla="*/ 70731 h 1157500"/>
              <a:gd name="connsiteX141" fmla="*/ 10901748 w 12192000"/>
              <a:gd name="connsiteY141" fmla="*/ 66352 h 1157500"/>
              <a:gd name="connsiteX142" fmla="*/ 10947419 w 12192000"/>
              <a:gd name="connsiteY142" fmla="*/ 83316 h 1157500"/>
              <a:gd name="connsiteX143" fmla="*/ 10953034 w 12192000"/>
              <a:gd name="connsiteY143" fmla="*/ 84438 h 1157500"/>
              <a:gd name="connsiteX144" fmla="*/ 10992070 w 12192000"/>
              <a:gd name="connsiteY144" fmla="*/ 88841 h 1157500"/>
              <a:gd name="connsiteX145" fmla="*/ 11112372 w 12192000"/>
              <a:gd name="connsiteY145" fmla="*/ 82247 h 1157500"/>
              <a:gd name="connsiteX146" fmla="*/ 11147719 w 12192000"/>
              <a:gd name="connsiteY146" fmla="*/ 80560 h 1157500"/>
              <a:gd name="connsiteX147" fmla="*/ 11172617 w 12192000"/>
              <a:gd name="connsiteY147" fmla="*/ 76265 h 1157500"/>
              <a:gd name="connsiteX148" fmla="*/ 11240397 w 12192000"/>
              <a:gd name="connsiteY148" fmla="*/ 81830 h 1157500"/>
              <a:gd name="connsiteX149" fmla="*/ 11270034 w 12192000"/>
              <a:gd name="connsiteY149" fmla="*/ 91947 h 1157500"/>
              <a:gd name="connsiteX150" fmla="*/ 11293091 w 12192000"/>
              <a:gd name="connsiteY150" fmla="*/ 92042 h 1157500"/>
              <a:gd name="connsiteX151" fmla="*/ 11310949 w 12192000"/>
              <a:gd name="connsiteY151" fmla="*/ 97842 h 1157500"/>
              <a:gd name="connsiteX152" fmla="*/ 11345279 w 12192000"/>
              <a:gd name="connsiteY152" fmla="*/ 95451 h 1157500"/>
              <a:gd name="connsiteX153" fmla="*/ 11354597 w 12192000"/>
              <a:gd name="connsiteY153" fmla="*/ 97953 h 1157500"/>
              <a:gd name="connsiteX154" fmla="*/ 11367725 w 12192000"/>
              <a:gd name="connsiteY154" fmla="*/ 97999 h 1157500"/>
              <a:gd name="connsiteX155" fmla="*/ 11399832 w 12192000"/>
              <a:gd name="connsiteY155" fmla="*/ 110616 h 1157500"/>
              <a:gd name="connsiteX156" fmla="*/ 11487595 w 12192000"/>
              <a:gd name="connsiteY156" fmla="*/ 152322 h 1157500"/>
              <a:gd name="connsiteX157" fmla="*/ 11590850 w 12192000"/>
              <a:gd name="connsiteY157" fmla="*/ 238552 h 1157500"/>
              <a:gd name="connsiteX158" fmla="*/ 11736204 w 12192000"/>
              <a:gd name="connsiteY158" fmla="*/ 277509 h 1157500"/>
              <a:gd name="connsiteX159" fmla="*/ 11760331 w 12192000"/>
              <a:gd name="connsiteY159" fmla="*/ 291936 h 1157500"/>
              <a:gd name="connsiteX160" fmla="*/ 11819139 w 12192000"/>
              <a:gd name="connsiteY160" fmla="*/ 304143 h 1157500"/>
              <a:gd name="connsiteX161" fmla="*/ 11821967 w 12192000"/>
              <a:gd name="connsiteY161" fmla="*/ 305790 h 1157500"/>
              <a:gd name="connsiteX162" fmla="*/ 11847125 w 12192000"/>
              <a:gd name="connsiteY162" fmla="*/ 297401 h 1157500"/>
              <a:gd name="connsiteX163" fmla="*/ 11980134 w 12192000"/>
              <a:gd name="connsiteY163" fmla="*/ 321911 h 1157500"/>
              <a:gd name="connsiteX164" fmla="*/ 12174576 w 12192000"/>
              <a:gd name="connsiteY164" fmla="*/ 376108 h 1157500"/>
              <a:gd name="connsiteX165" fmla="*/ 12192000 w 12192000"/>
              <a:gd name="connsiteY165" fmla="*/ 379233 h 1157500"/>
              <a:gd name="connsiteX166" fmla="*/ 12192000 w 12192000"/>
              <a:gd name="connsiteY166" fmla="*/ 1157500 h 1157500"/>
              <a:gd name="connsiteX167" fmla="*/ 0 w 12192000"/>
              <a:gd name="connsiteY167" fmla="*/ 1157500 h 1157500"/>
              <a:gd name="connsiteX168" fmla="*/ 0 w 12192000"/>
              <a:gd name="connsiteY168" fmla="*/ 483545 h 1157500"/>
              <a:gd name="connsiteX169" fmla="*/ 5331 w 12192000"/>
              <a:gd name="connsiteY169" fmla="*/ 482797 h 1157500"/>
              <a:gd name="connsiteX170" fmla="*/ 39902 w 12192000"/>
              <a:gd name="connsiteY170" fmla="*/ 472284 h 1157500"/>
              <a:gd name="connsiteX171" fmla="*/ 117880 w 12192000"/>
              <a:gd name="connsiteY171" fmla="*/ 420956 h 1157500"/>
              <a:gd name="connsiteX172" fmla="*/ 238140 w 12192000"/>
              <a:gd name="connsiteY172" fmla="*/ 379297 h 1157500"/>
              <a:gd name="connsiteX173" fmla="*/ 249589 w 12192000"/>
              <a:gd name="connsiteY173" fmla="*/ 379517 h 1157500"/>
              <a:gd name="connsiteX174" fmla="*/ 296963 w 12192000"/>
              <a:gd name="connsiteY174" fmla="*/ 356102 h 1157500"/>
              <a:gd name="connsiteX175" fmla="*/ 339235 w 12192000"/>
              <a:gd name="connsiteY175" fmla="*/ 324425 h 1157500"/>
              <a:gd name="connsiteX176" fmla="*/ 447152 w 12192000"/>
              <a:gd name="connsiteY176" fmla="*/ 327423 h 1157500"/>
              <a:gd name="connsiteX177" fmla="*/ 475247 w 12192000"/>
              <a:gd name="connsiteY177" fmla="*/ 336714 h 1157500"/>
              <a:gd name="connsiteX178" fmla="*/ 477967 w 12192000"/>
              <a:gd name="connsiteY178" fmla="*/ 337960 h 1157500"/>
              <a:gd name="connsiteX179" fmla="*/ 703732 w 12192000"/>
              <a:gd name="connsiteY179" fmla="*/ 316599 h 1157500"/>
              <a:gd name="connsiteX180" fmla="*/ 853391 w 12192000"/>
              <a:gd name="connsiteY180" fmla="*/ 303591 h 1157500"/>
              <a:gd name="connsiteX181" fmla="*/ 925332 w 12192000"/>
              <a:gd name="connsiteY181" fmla="*/ 298686 h 1157500"/>
              <a:gd name="connsiteX182" fmla="*/ 941286 w 12192000"/>
              <a:gd name="connsiteY182" fmla="*/ 288932 h 1157500"/>
              <a:gd name="connsiteX183" fmla="*/ 950845 w 12192000"/>
              <a:gd name="connsiteY183" fmla="*/ 286595 h 1157500"/>
              <a:gd name="connsiteX184" fmla="*/ 953292 w 12192000"/>
              <a:gd name="connsiteY184" fmla="*/ 280892 h 1157500"/>
              <a:gd name="connsiteX185" fmla="*/ 967499 w 12192000"/>
              <a:gd name="connsiteY185" fmla="*/ 273760 h 1157500"/>
              <a:gd name="connsiteX186" fmla="*/ 1069267 w 12192000"/>
              <a:gd name="connsiteY186" fmla="*/ 262766 h 1157500"/>
              <a:gd name="connsiteX187" fmla="*/ 1138407 w 12192000"/>
              <a:gd name="connsiteY187" fmla="*/ 246567 h 1157500"/>
              <a:gd name="connsiteX188" fmla="*/ 1164931 w 12192000"/>
              <a:gd name="connsiteY188" fmla="*/ 238622 h 1157500"/>
              <a:gd name="connsiteX189" fmla="*/ 1211622 w 12192000"/>
              <a:gd name="connsiteY189" fmla="*/ 220676 h 1157500"/>
              <a:gd name="connsiteX190" fmla="*/ 1274567 w 12192000"/>
              <a:gd name="connsiteY190" fmla="*/ 203380 h 1157500"/>
              <a:gd name="connsiteX191" fmla="*/ 1325029 w 12192000"/>
              <a:gd name="connsiteY191" fmla="*/ 207937 h 1157500"/>
              <a:gd name="connsiteX192" fmla="*/ 1356805 w 12192000"/>
              <a:gd name="connsiteY192" fmla="*/ 203622 h 1157500"/>
              <a:gd name="connsiteX193" fmla="*/ 1468752 w 12192000"/>
              <a:gd name="connsiteY193" fmla="*/ 214604 h 1157500"/>
              <a:gd name="connsiteX194" fmla="*/ 1650750 w 12192000"/>
              <a:gd name="connsiteY194" fmla="*/ 165090 h 1157500"/>
              <a:gd name="connsiteX195" fmla="*/ 1655056 w 12192000"/>
              <a:gd name="connsiteY195" fmla="*/ 172106 h 1157500"/>
              <a:gd name="connsiteX196" fmla="*/ 1683220 w 12192000"/>
              <a:gd name="connsiteY196" fmla="*/ 169652 h 1157500"/>
              <a:gd name="connsiteX197" fmla="*/ 1685599 w 12192000"/>
              <a:gd name="connsiteY197" fmla="*/ 165388 h 1157500"/>
              <a:gd name="connsiteX198" fmla="*/ 1735783 w 12192000"/>
              <a:gd name="connsiteY198" fmla="*/ 177400 h 1157500"/>
              <a:gd name="connsiteX199" fmla="*/ 1797102 w 12192000"/>
              <a:gd name="connsiteY199" fmla="*/ 182289 h 1157500"/>
              <a:gd name="connsiteX200" fmla="*/ 1845638 w 12192000"/>
              <a:gd name="connsiteY200" fmla="*/ 163774 h 1157500"/>
              <a:gd name="connsiteX201" fmla="*/ 1848980 w 12192000"/>
              <a:gd name="connsiteY201" fmla="*/ 167516 h 1157500"/>
              <a:gd name="connsiteX202" fmla="*/ 1880587 w 12192000"/>
              <a:gd name="connsiteY202" fmla="*/ 165506 h 1157500"/>
              <a:gd name="connsiteX203" fmla="*/ 1995803 w 12192000"/>
              <a:gd name="connsiteY203" fmla="*/ 131847 h 1157500"/>
              <a:gd name="connsiteX204" fmla="*/ 2057448 w 12192000"/>
              <a:gd name="connsiteY204" fmla="*/ 128650 h 1157500"/>
              <a:gd name="connsiteX205" fmla="*/ 2119088 w 12192000"/>
              <a:gd name="connsiteY205" fmla="*/ 113508 h 1157500"/>
              <a:gd name="connsiteX206" fmla="*/ 2138831 w 12192000"/>
              <a:gd name="connsiteY206" fmla="*/ 116194 h 1157500"/>
              <a:gd name="connsiteX207" fmla="*/ 2214259 w 12192000"/>
              <a:gd name="connsiteY207" fmla="*/ 110542 h 1157500"/>
              <a:gd name="connsiteX208" fmla="*/ 2264911 w 12192000"/>
              <a:gd name="connsiteY208" fmla="*/ 101639 h 1157500"/>
              <a:gd name="connsiteX209" fmla="*/ 2454058 w 12192000"/>
              <a:gd name="connsiteY209" fmla="*/ 67266 h 1157500"/>
              <a:gd name="connsiteX210" fmla="*/ 2534188 w 12192000"/>
              <a:gd name="connsiteY210" fmla="*/ 63730 h 1157500"/>
              <a:gd name="connsiteX211" fmla="*/ 2616912 w 12192000"/>
              <a:gd name="connsiteY211" fmla="*/ 44757 h 1157500"/>
              <a:gd name="connsiteX212" fmla="*/ 2698592 w 12192000"/>
              <a:gd name="connsiteY212" fmla="*/ 35873 h 1157500"/>
              <a:gd name="connsiteX213" fmla="*/ 2891953 w 12192000"/>
              <a:gd name="connsiteY21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176563 w 12192000"/>
              <a:gd name="connsiteY75" fmla="*/ 173244 h 1157500"/>
              <a:gd name="connsiteX76" fmla="*/ 7205529 w 12192000"/>
              <a:gd name="connsiteY76" fmla="*/ 181011 h 1157500"/>
              <a:gd name="connsiteX77" fmla="*/ 7310118 w 12192000"/>
              <a:gd name="connsiteY77" fmla="*/ 162605 h 1157500"/>
              <a:gd name="connsiteX78" fmla="*/ 7673859 w 12192000"/>
              <a:gd name="connsiteY78" fmla="*/ 150336 h 1157500"/>
              <a:gd name="connsiteX79" fmla="*/ 7692748 w 12192000"/>
              <a:gd name="connsiteY79" fmla="*/ 161537 h 1157500"/>
              <a:gd name="connsiteX80" fmla="*/ 7756672 w 12192000"/>
              <a:gd name="connsiteY80" fmla="*/ 157372 h 1157500"/>
              <a:gd name="connsiteX81" fmla="*/ 7974189 w 12192000"/>
              <a:gd name="connsiteY81" fmla="*/ 154819 h 1157500"/>
              <a:gd name="connsiteX82" fmla="*/ 8101969 w 12192000"/>
              <a:gd name="connsiteY82" fmla="*/ 144495 h 1157500"/>
              <a:gd name="connsiteX83" fmla="*/ 8106826 w 12192000"/>
              <a:gd name="connsiteY83" fmla="*/ 139853 h 1157500"/>
              <a:gd name="connsiteX84" fmla="*/ 8162058 w 12192000"/>
              <a:gd name="connsiteY84" fmla="*/ 96704 h 1157500"/>
              <a:gd name="connsiteX85" fmla="*/ 8184568 w 12192000"/>
              <a:gd name="connsiteY85" fmla="*/ 93990 h 1157500"/>
              <a:gd name="connsiteX86" fmla="*/ 8228227 w 12192000"/>
              <a:gd name="connsiteY86" fmla="*/ 105972 h 1157500"/>
              <a:gd name="connsiteX87" fmla="*/ 8237963 w 12192000"/>
              <a:gd name="connsiteY87" fmla="*/ 106996 h 1157500"/>
              <a:gd name="connsiteX88" fmla="*/ 8248358 w 12192000"/>
              <a:gd name="connsiteY88" fmla="*/ 106062 h 1157500"/>
              <a:gd name="connsiteX89" fmla="*/ 8249309 w 12192000"/>
              <a:gd name="connsiteY89" fmla="*/ 106698 h 1157500"/>
              <a:gd name="connsiteX90" fmla="*/ 8249997 w 12192000"/>
              <a:gd name="connsiteY90" fmla="*/ 105915 h 1157500"/>
              <a:gd name="connsiteX91" fmla="*/ 8272162 w 12192000"/>
              <a:gd name="connsiteY91" fmla="*/ 103924 h 1157500"/>
              <a:gd name="connsiteX92" fmla="*/ 8292349 w 12192000"/>
              <a:gd name="connsiteY92" fmla="*/ 97480 h 1157500"/>
              <a:gd name="connsiteX93" fmla="*/ 8307239 w 12192000"/>
              <a:gd name="connsiteY93" fmla="*/ 94591 h 1157500"/>
              <a:gd name="connsiteX94" fmla="*/ 8339282 w 12192000"/>
              <a:gd name="connsiteY94" fmla="*/ 108942 h 1157500"/>
              <a:gd name="connsiteX95" fmla="*/ 8346156 w 12192000"/>
              <a:gd name="connsiteY95" fmla="*/ 111227 h 1157500"/>
              <a:gd name="connsiteX96" fmla="*/ 8346467 w 12192000"/>
              <a:gd name="connsiteY96" fmla="*/ 111024 h 1157500"/>
              <a:gd name="connsiteX97" fmla="*/ 8354069 w 12192000"/>
              <a:gd name="connsiteY97" fmla="*/ 112942 h 1157500"/>
              <a:gd name="connsiteX98" fmla="*/ 8358687 w 12192000"/>
              <a:gd name="connsiteY98" fmla="*/ 115393 h 1157500"/>
              <a:gd name="connsiteX99" fmla="*/ 8433385 w 12192000"/>
              <a:gd name="connsiteY99" fmla="*/ 99669 h 1157500"/>
              <a:gd name="connsiteX100" fmla="*/ 8533779 w 12192000"/>
              <a:gd name="connsiteY100" fmla="*/ 98374 h 1157500"/>
              <a:gd name="connsiteX101" fmla="*/ 8632833 w 12192000"/>
              <a:gd name="connsiteY101" fmla="*/ 100532 h 1157500"/>
              <a:gd name="connsiteX102" fmla="*/ 8668523 w 12192000"/>
              <a:gd name="connsiteY102" fmla="*/ 102979 h 1157500"/>
              <a:gd name="connsiteX103" fmla="*/ 8732893 w 12192000"/>
              <a:gd name="connsiteY103" fmla="*/ 99991 h 1157500"/>
              <a:gd name="connsiteX104" fmla="*/ 8764071 w 12192000"/>
              <a:gd name="connsiteY104" fmla="*/ 94587 h 1157500"/>
              <a:gd name="connsiteX105" fmla="*/ 8767004 w 12192000"/>
              <a:gd name="connsiteY105" fmla="*/ 91519 h 1157500"/>
              <a:gd name="connsiteX106" fmla="*/ 8772553 w 12192000"/>
              <a:gd name="connsiteY106" fmla="*/ 90314 h 1157500"/>
              <a:gd name="connsiteX107" fmla="*/ 8787201 w 12192000"/>
              <a:gd name="connsiteY107" fmla="*/ 92033 h 1157500"/>
              <a:gd name="connsiteX108" fmla="*/ 8792624 w 12192000"/>
              <a:gd name="connsiteY108" fmla="*/ 93503 h 1157500"/>
              <a:gd name="connsiteX109" fmla="*/ 8800741 w 12192000"/>
              <a:gd name="connsiteY109" fmla="*/ 93897 h 1157500"/>
              <a:gd name="connsiteX110" fmla="*/ 8800966 w 12192000"/>
              <a:gd name="connsiteY110" fmla="*/ 93645 h 1157500"/>
              <a:gd name="connsiteX111" fmla="*/ 8808513 w 12192000"/>
              <a:gd name="connsiteY111" fmla="*/ 94530 h 1157500"/>
              <a:gd name="connsiteX112" fmla="*/ 8845110 w 12192000"/>
              <a:gd name="connsiteY112" fmla="*/ 102179 h 1157500"/>
              <a:gd name="connsiteX113" fmla="*/ 8917529 w 12192000"/>
              <a:gd name="connsiteY113" fmla="*/ 76373 h 1157500"/>
              <a:gd name="connsiteX114" fmla="*/ 9026654 w 12192000"/>
              <a:gd name="connsiteY114" fmla="*/ 93420 h 1157500"/>
              <a:gd name="connsiteX115" fmla="*/ 9088505 w 12192000"/>
              <a:gd name="connsiteY115" fmla="*/ 113002 h 1157500"/>
              <a:gd name="connsiteX116" fmla="*/ 9203241 w 12192000"/>
              <a:gd name="connsiteY116" fmla="*/ 111713 h 1157500"/>
              <a:gd name="connsiteX117" fmla="*/ 9415584 w 12192000"/>
              <a:gd name="connsiteY117" fmla="*/ 157156 h 1157500"/>
              <a:gd name="connsiteX118" fmla="*/ 9505102 w 12192000"/>
              <a:gd name="connsiteY118" fmla="*/ 141042 h 1157500"/>
              <a:gd name="connsiteX119" fmla="*/ 9643040 w 12192000"/>
              <a:gd name="connsiteY119" fmla="*/ 158233 h 1157500"/>
              <a:gd name="connsiteX120" fmla="*/ 9762999 w 12192000"/>
              <a:gd name="connsiteY120" fmla="*/ 162623 h 1157500"/>
              <a:gd name="connsiteX121" fmla="*/ 9776183 w 12192000"/>
              <a:gd name="connsiteY121" fmla="*/ 162191 h 1157500"/>
              <a:gd name="connsiteX122" fmla="*/ 9780532 w 12192000"/>
              <a:gd name="connsiteY122" fmla="*/ 155823 h 1157500"/>
              <a:gd name="connsiteX123" fmla="*/ 9910588 w 12192000"/>
              <a:gd name="connsiteY123" fmla="*/ 154327 h 1157500"/>
              <a:gd name="connsiteX124" fmla="*/ 9924173 w 12192000"/>
              <a:gd name="connsiteY124" fmla="*/ 158591 h 1157500"/>
              <a:gd name="connsiteX125" fmla="*/ 10010969 w 12192000"/>
              <a:gd name="connsiteY125" fmla="*/ 155802 h 1157500"/>
              <a:gd name="connsiteX126" fmla="*/ 10070699 w 12192000"/>
              <a:gd name="connsiteY126" fmla="*/ 157854 h 1157500"/>
              <a:gd name="connsiteX127" fmla="*/ 10155104 w 12192000"/>
              <a:gd name="connsiteY127" fmla="*/ 151613 h 1157500"/>
              <a:gd name="connsiteX128" fmla="*/ 10250982 w 12192000"/>
              <a:gd name="connsiteY128" fmla="*/ 128642 h 1157500"/>
              <a:gd name="connsiteX129" fmla="*/ 10343301 w 12192000"/>
              <a:gd name="connsiteY129" fmla="*/ 90884 h 1157500"/>
              <a:gd name="connsiteX130" fmla="*/ 10366625 w 12192000"/>
              <a:gd name="connsiteY130" fmla="*/ 79428 h 1157500"/>
              <a:gd name="connsiteX131" fmla="*/ 10433505 w 12192000"/>
              <a:gd name="connsiteY131" fmla="*/ 65000 h 1157500"/>
              <a:gd name="connsiteX132" fmla="*/ 10547510 w 12192000"/>
              <a:gd name="connsiteY132" fmla="*/ 47246 h 1157500"/>
              <a:gd name="connsiteX133" fmla="*/ 10588150 w 12192000"/>
              <a:gd name="connsiteY133" fmla="*/ 32287 h 1157500"/>
              <a:gd name="connsiteX134" fmla="*/ 10589457 w 12192000"/>
              <a:gd name="connsiteY134" fmla="*/ 25296 h 1157500"/>
              <a:gd name="connsiteX135" fmla="*/ 10699976 w 12192000"/>
              <a:gd name="connsiteY135" fmla="*/ 43345 h 1157500"/>
              <a:gd name="connsiteX136" fmla="*/ 10812237 w 12192000"/>
              <a:gd name="connsiteY136" fmla="*/ 46327 h 1157500"/>
              <a:gd name="connsiteX137" fmla="*/ 10869837 w 12192000"/>
              <a:gd name="connsiteY137" fmla="*/ 65795 h 1157500"/>
              <a:gd name="connsiteX138" fmla="*/ 10881770 w 12192000"/>
              <a:gd name="connsiteY138" fmla="*/ 73672 h 1157500"/>
              <a:gd name="connsiteX139" fmla="*/ 10896899 w 12192000"/>
              <a:gd name="connsiteY139" fmla="*/ 70731 h 1157500"/>
              <a:gd name="connsiteX140" fmla="*/ 10901748 w 12192000"/>
              <a:gd name="connsiteY140" fmla="*/ 66352 h 1157500"/>
              <a:gd name="connsiteX141" fmla="*/ 10947419 w 12192000"/>
              <a:gd name="connsiteY141" fmla="*/ 83316 h 1157500"/>
              <a:gd name="connsiteX142" fmla="*/ 10953034 w 12192000"/>
              <a:gd name="connsiteY142" fmla="*/ 84438 h 1157500"/>
              <a:gd name="connsiteX143" fmla="*/ 10992070 w 12192000"/>
              <a:gd name="connsiteY143" fmla="*/ 88841 h 1157500"/>
              <a:gd name="connsiteX144" fmla="*/ 11112372 w 12192000"/>
              <a:gd name="connsiteY144" fmla="*/ 82247 h 1157500"/>
              <a:gd name="connsiteX145" fmla="*/ 11147719 w 12192000"/>
              <a:gd name="connsiteY145" fmla="*/ 80560 h 1157500"/>
              <a:gd name="connsiteX146" fmla="*/ 11172617 w 12192000"/>
              <a:gd name="connsiteY146" fmla="*/ 76265 h 1157500"/>
              <a:gd name="connsiteX147" fmla="*/ 11240397 w 12192000"/>
              <a:gd name="connsiteY147" fmla="*/ 81830 h 1157500"/>
              <a:gd name="connsiteX148" fmla="*/ 11270034 w 12192000"/>
              <a:gd name="connsiteY148" fmla="*/ 91947 h 1157500"/>
              <a:gd name="connsiteX149" fmla="*/ 11293091 w 12192000"/>
              <a:gd name="connsiteY149" fmla="*/ 92042 h 1157500"/>
              <a:gd name="connsiteX150" fmla="*/ 11310949 w 12192000"/>
              <a:gd name="connsiteY150" fmla="*/ 97842 h 1157500"/>
              <a:gd name="connsiteX151" fmla="*/ 11345279 w 12192000"/>
              <a:gd name="connsiteY151" fmla="*/ 95451 h 1157500"/>
              <a:gd name="connsiteX152" fmla="*/ 11354597 w 12192000"/>
              <a:gd name="connsiteY152" fmla="*/ 97953 h 1157500"/>
              <a:gd name="connsiteX153" fmla="*/ 11367725 w 12192000"/>
              <a:gd name="connsiteY153" fmla="*/ 97999 h 1157500"/>
              <a:gd name="connsiteX154" fmla="*/ 11399832 w 12192000"/>
              <a:gd name="connsiteY154" fmla="*/ 110616 h 1157500"/>
              <a:gd name="connsiteX155" fmla="*/ 11487595 w 12192000"/>
              <a:gd name="connsiteY155" fmla="*/ 152322 h 1157500"/>
              <a:gd name="connsiteX156" fmla="*/ 11590850 w 12192000"/>
              <a:gd name="connsiteY156" fmla="*/ 238552 h 1157500"/>
              <a:gd name="connsiteX157" fmla="*/ 11736204 w 12192000"/>
              <a:gd name="connsiteY157" fmla="*/ 277509 h 1157500"/>
              <a:gd name="connsiteX158" fmla="*/ 11760331 w 12192000"/>
              <a:gd name="connsiteY158" fmla="*/ 291936 h 1157500"/>
              <a:gd name="connsiteX159" fmla="*/ 11819139 w 12192000"/>
              <a:gd name="connsiteY159" fmla="*/ 304143 h 1157500"/>
              <a:gd name="connsiteX160" fmla="*/ 11821967 w 12192000"/>
              <a:gd name="connsiteY160" fmla="*/ 305790 h 1157500"/>
              <a:gd name="connsiteX161" fmla="*/ 11847125 w 12192000"/>
              <a:gd name="connsiteY161" fmla="*/ 297401 h 1157500"/>
              <a:gd name="connsiteX162" fmla="*/ 11980134 w 12192000"/>
              <a:gd name="connsiteY162" fmla="*/ 321911 h 1157500"/>
              <a:gd name="connsiteX163" fmla="*/ 12174576 w 12192000"/>
              <a:gd name="connsiteY163" fmla="*/ 376108 h 1157500"/>
              <a:gd name="connsiteX164" fmla="*/ 12192000 w 12192000"/>
              <a:gd name="connsiteY164" fmla="*/ 379233 h 1157500"/>
              <a:gd name="connsiteX165" fmla="*/ 12192000 w 12192000"/>
              <a:gd name="connsiteY165" fmla="*/ 1157500 h 1157500"/>
              <a:gd name="connsiteX166" fmla="*/ 0 w 12192000"/>
              <a:gd name="connsiteY166" fmla="*/ 1157500 h 1157500"/>
              <a:gd name="connsiteX167" fmla="*/ 0 w 12192000"/>
              <a:gd name="connsiteY167" fmla="*/ 483545 h 1157500"/>
              <a:gd name="connsiteX168" fmla="*/ 5331 w 12192000"/>
              <a:gd name="connsiteY168" fmla="*/ 482797 h 1157500"/>
              <a:gd name="connsiteX169" fmla="*/ 39902 w 12192000"/>
              <a:gd name="connsiteY169" fmla="*/ 472284 h 1157500"/>
              <a:gd name="connsiteX170" fmla="*/ 117880 w 12192000"/>
              <a:gd name="connsiteY170" fmla="*/ 420956 h 1157500"/>
              <a:gd name="connsiteX171" fmla="*/ 238140 w 12192000"/>
              <a:gd name="connsiteY171" fmla="*/ 379297 h 1157500"/>
              <a:gd name="connsiteX172" fmla="*/ 249589 w 12192000"/>
              <a:gd name="connsiteY172" fmla="*/ 379517 h 1157500"/>
              <a:gd name="connsiteX173" fmla="*/ 296963 w 12192000"/>
              <a:gd name="connsiteY173" fmla="*/ 356102 h 1157500"/>
              <a:gd name="connsiteX174" fmla="*/ 339235 w 12192000"/>
              <a:gd name="connsiteY174" fmla="*/ 324425 h 1157500"/>
              <a:gd name="connsiteX175" fmla="*/ 447152 w 12192000"/>
              <a:gd name="connsiteY175" fmla="*/ 327423 h 1157500"/>
              <a:gd name="connsiteX176" fmla="*/ 475247 w 12192000"/>
              <a:gd name="connsiteY176" fmla="*/ 336714 h 1157500"/>
              <a:gd name="connsiteX177" fmla="*/ 477967 w 12192000"/>
              <a:gd name="connsiteY177" fmla="*/ 337960 h 1157500"/>
              <a:gd name="connsiteX178" fmla="*/ 703732 w 12192000"/>
              <a:gd name="connsiteY178" fmla="*/ 316599 h 1157500"/>
              <a:gd name="connsiteX179" fmla="*/ 853391 w 12192000"/>
              <a:gd name="connsiteY179" fmla="*/ 303591 h 1157500"/>
              <a:gd name="connsiteX180" fmla="*/ 925332 w 12192000"/>
              <a:gd name="connsiteY180" fmla="*/ 298686 h 1157500"/>
              <a:gd name="connsiteX181" fmla="*/ 941286 w 12192000"/>
              <a:gd name="connsiteY181" fmla="*/ 288932 h 1157500"/>
              <a:gd name="connsiteX182" fmla="*/ 950845 w 12192000"/>
              <a:gd name="connsiteY182" fmla="*/ 286595 h 1157500"/>
              <a:gd name="connsiteX183" fmla="*/ 953292 w 12192000"/>
              <a:gd name="connsiteY183" fmla="*/ 280892 h 1157500"/>
              <a:gd name="connsiteX184" fmla="*/ 967499 w 12192000"/>
              <a:gd name="connsiteY184" fmla="*/ 273760 h 1157500"/>
              <a:gd name="connsiteX185" fmla="*/ 1069267 w 12192000"/>
              <a:gd name="connsiteY185" fmla="*/ 262766 h 1157500"/>
              <a:gd name="connsiteX186" fmla="*/ 1138407 w 12192000"/>
              <a:gd name="connsiteY186" fmla="*/ 246567 h 1157500"/>
              <a:gd name="connsiteX187" fmla="*/ 1164931 w 12192000"/>
              <a:gd name="connsiteY187" fmla="*/ 238622 h 1157500"/>
              <a:gd name="connsiteX188" fmla="*/ 1211622 w 12192000"/>
              <a:gd name="connsiteY188" fmla="*/ 220676 h 1157500"/>
              <a:gd name="connsiteX189" fmla="*/ 1274567 w 12192000"/>
              <a:gd name="connsiteY189" fmla="*/ 203380 h 1157500"/>
              <a:gd name="connsiteX190" fmla="*/ 1325029 w 12192000"/>
              <a:gd name="connsiteY190" fmla="*/ 207937 h 1157500"/>
              <a:gd name="connsiteX191" fmla="*/ 1356805 w 12192000"/>
              <a:gd name="connsiteY191" fmla="*/ 203622 h 1157500"/>
              <a:gd name="connsiteX192" fmla="*/ 1468752 w 12192000"/>
              <a:gd name="connsiteY192" fmla="*/ 214604 h 1157500"/>
              <a:gd name="connsiteX193" fmla="*/ 1650750 w 12192000"/>
              <a:gd name="connsiteY193" fmla="*/ 165090 h 1157500"/>
              <a:gd name="connsiteX194" fmla="*/ 1655056 w 12192000"/>
              <a:gd name="connsiteY194" fmla="*/ 172106 h 1157500"/>
              <a:gd name="connsiteX195" fmla="*/ 1683220 w 12192000"/>
              <a:gd name="connsiteY195" fmla="*/ 169652 h 1157500"/>
              <a:gd name="connsiteX196" fmla="*/ 1685599 w 12192000"/>
              <a:gd name="connsiteY196" fmla="*/ 165388 h 1157500"/>
              <a:gd name="connsiteX197" fmla="*/ 1735783 w 12192000"/>
              <a:gd name="connsiteY197" fmla="*/ 177400 h 1157500"/>
              <a:gd name="connsiteX198" fmla="*/ 1797102 w 12192000"/>
              <a:gd name="connsiteY198" fmla="*/ 182289 h 1157500"/>
              <a:gd name="connsiteX199" fmla="*/ 1845638 w 12192000"/>
              <a:gd name="connsiteY199" fmla="*/ 163774 h 1157500"/>
              <a:gd name="connsiteX200" fmla="*/ 1848980 w 12192000"/>
              <a:gd name="connsiteY200" fmla="*/ 167516 h 1157500"/>
              <a:gd name="connsiteX201" fmla="*/ 1880587 w 12192000"/>
              <a:gd name="connsiteY201" fmla="*/ 165506 h 1157500"/>
              <a:gd name="connsiteX202" fmla="*/ 1995803 w 12192000"/>
              <a:gd name="connsiteY202" fmla="*/ 131847 h 1157500"/>
              <a:gd name="connsiteX203" fmla="*/ 2057448 w 12192000"/>
              <a:gd name="connsiteY203" fmla="*/ 128650 h 1157500"/>
              <a:gd name="connsiteX204" fmla="*/ 2119088 w 12192000"/>
              <a:gd name="connsiteY204" fmla="*/ 113508 h 1157500"/>
              <a:gd name="connsiteX205" fmla="*/ 2138831 w 12192000"/>
              <a:gd name="connsiteY205" fmla="*/ 116194 h 1157500"/>
              <a:gd name="connsiteX206" fmla="*/ 2214259 w 12192000"/>
              <a:gd name="connsiteY206" fmla="*/ 110542 h 1157500"/>
              <a:gd name="connsiteX207" fmla="*/ 2264911 w 12192000"/>
              <a:gd name="connsiteY207" fmla="*/ 101639 h 1157500"/>
              <a:gd name="connsiteX208" fmla="*/ 2454058 w 12192000"/>
              <a:gd name="connsiteY208" fmla="*/ 67266 h 1157500"/>
              <a:gd name="connsiteX209" fmla="*/ 2534188 w 12192000"/>
              <a:gd name="connsiteY209" fmla="*/ 63730 h 1157500"/>
              <a:gd name="connsiteX210" fmla="*/ 2616912 w 12192000"/>
              <a:gd name="connsiteY210" fmla="*/ 44757 h 1157500"/>
              <a:gd name="connsiteX211" fmla="*/ 2698592 w 12192000"/>
              <a:gd name="connsiteY211" fmla="*/ 35873 h 1157500"/>
              <a:gd name="connsiteX212" fmla="*/ 2891953 w 12192000"/>
              <a:gd name="connsiteY21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61047 w 12192000"/>
              <a:gd name="connsiteY55" fmla="*/ 175844 h 1157500"/>
              <a:gd name="connsiteX56" fmla="*/ 6595639 w 12192000"/>
              <a:gd name="connsiteY56" fmla="*/ 168164 h 1157500"/>
              <a:gd name="connsiteX57" fmla="*/ 6692265 w 12192000"/>
              <a:gd name="connsiteY57" fmla="*/ 164829 h 1157500"/>
              <a:gd name="connsiteX58" fmla="*/ 6697219 w 12192000"/>
              <a:gd name="connsiteY58" fmla="*/ 165301 h 1157500"/>
              <a:gd name="connsiteX59" fmla="*/ 6713656 w 12192000"/>
              <a:gd name="connsiteY59" fmla="*/ 153600 h 1157500"/>
              <a:gd name="connsiteX60" fmla="*/ 6714383 w 12192000"/>
              <a:gd name="connsiteY60" fmla="*/ 150425 h 1157500"/>
              <a:gd name="connsiteX61" fmla="*/ 6774793 w 12192000"/>
              <a:gd name="connsiteY61" fmla="*/ 159713 h 1157500"/>
              <a:gd name="connsiteX62" fmla="*/ 6782112 w 12192000"/>
              <a:gd name="connsiteY62" fmla="*/ 155255 h 1157500"/>
              <a:gd name="connsiteX63" fmla="*/ 6822392 w 12192000"/>
              <a:gd name="connsiteY63" fmla="*/ 168588 h 1157500"/>
              <a:gd name="connsiteX64" fmla="*/ 6842719 w 12192000"/>
              <a:gd name="connsiteY64" fmla="*/ 171593 h 1157500"/>
              <a:gd name="connsiteX65" fmla="*/ 6878958 w 12192000"/>
              <a:gd name="connsiteY65" fmla="*/ 180824 h 1157500"/>
              <a:gd name="connsiteX66" fmla="*/ 6894439 w 12192000"/>
              <a:gd name="connsiteY66" fmla="*/ 177642 h 1157500"/>
              <a:gd name="connsiteX67" fmla="*/ 6963220 w 12192000"/>
              <a:gd name="connsiteY67" fmla="*/ 167304 h 1157500"/>
              <a:gd name="connsiteX68" fmla="*/ 6976706 w 12192000"/>
              <a:gd name="connsiteY68" fmla="*/ 170894 h 1157500"/>
              <a:gd name="connsiteX69" fmla="*/ 6987064 w 12192000"/>
              <a:gd name="connsiteY69" fmla="*/ 160402 h 1157500"/>
              <a:gd name="connsiteX70" fmla="*/ 7030230 w 12192000"/>
              <a:gd name="connsiteY70" fmla="*/ 159715 h 1157500"/>
              <a:gd name="connsiteX71" fmla="*/ 7045014 w 12192000"/>
              <a:gd name="connsiteY71" fmla="*/ 169101 h 1157500"/>
              <a:gd name="connsiteX72" fmla="*/ 7058714 w 12192000"/>
              <a:gd name="connsiteY72" fmla="*/ 175992 h 1157500"/>
              <a:gd name="connsiteX73" fmla="*/ 7060499 w 12192000"/>
              <a:gd name="connsiteY73" fmla="*/ 176063 h 1157500"/>
              <a:gd name="connsiteX74" fmla="*/ 7176563 w 12192000"/>
              <a:gd name="connsiteY74" fmla="*/ 173244 h 1157500"/>
              <a:gd name="connsiteX75" fmla="*/ 7205529 w 12192000"/>
              <a:gd name="connsiteY75" fmla="*/ 181011 h 1157500"/>
              <a:gd name="connsiteX76" fmla="*/ 7310118 w 12192000"/>
              <a:gd name="connsiteY76" fmla="*/ 162605 h 1157500"/>
              <a:gd name="connsiteX77" fmla="*/ 7673859 w 12192000"/>
              <a:gd name="connsiteY77" fmla="*/ 150336 h 1157500"/>
              <a:gd name="connsiteX78" fmla="*/ 7692748 w 12192000"/>
              <a:gd name="connsiteY78" fmla="*/ 161537 h 1157500"/>
              <a:gd name="connsiteX79" fmla="*/ 7756672 w 12192000"/>
              <a:gd name="connsiteY79" fmla="*/ 157372 h 1157500"/>
              <a:gd name="connsiteX80" fmla="*/ 7974189 w 12192000"/>
              <a:gd name="connsiteY80" fmla="*/ 154819 h 1157500"/>
              <a:gd name="connsiteX81" fmla="*/ 8101969 w 12192000"/>
              <a:gd name="connsiteY81" fmla="*/ 144495 h 1157500"/>
              <a:gd name="connsiteX82" fmla="*/ 8106826 w 12192000"/>
              <a:gd name="connsiteY82" fmla="*/ 139853 h 1157500"/>
              <a:gd name="connsiteX83" fmla="*/ 8162058 w 12192000"/>
              <a:gd name="connsiteY83" fmla="*/ 96704 h 1157500"/>
              <a:gd name="connsiteX84" fmla="*/ 8184568 w 12192000"/>
              <a:gd name="connsiteY84" fmla="*/ 93990 h 1157500"/>
              <a:gd name="connsiteX85" fmla="*/ 8228227 w 12192000"/>
              <a:gd name="connsiteY85" fmla="*/ 105972 h 1157500"/>
              <a:gd name="connsiteX86" fmla="*/ 8237963 w 12192000"/>
              <a:gd name="connsiteY86" fmla="*/ 106996 h 1157500"/>
              <a:gd name="connsiteX87" fmla="*/ 8248358 w 12192000"/>
              <a:gd name="connsiteY87" fmla="*/ 106062 h 1157500"/>
              <a:gd name="connsiteX88" fmla="*/ 8249309 w 12192000"/>
              <a:gd name="connsiteY88" fmla="*/ 106698 h 1157500"/>
              <a:gd name="connsiteX89" fmla="*/ 8249997 w 12192000"/>
              <a:gd name="connsiteY89" fmla="*/ 105915 h 1157500"/>
              <a:gd name="connsiteX90" fmla="*/ 8272162 w 12192000"/>
              <a:gd name="connsiteY90" fmla="*/ 103924 h 1157500"/>
              <a:gd name="connsiteX91" fmla="*/ 8292349 w 12192000"/>
              <a:gd name="connsiteY91" fmla="*/ 97480 h 1157500"/>
              <a:gd name="connsiteX92" fmla="*/ 8307239 w 12192000"/>
              <a:gd name="connsiteY92" fmla="*/ 94591 h 1157500"/>
              <a:gd name="connsiteX93" fmla="*/ 8339282 w 12192000"/>
              <a:gd name="connsiteY93" fmla="*/ 108942 h 1157500"/>
              <a:gd name="connsiteX94" fmla="*/ 8346156 w 12192000"/>
              <a:gd name="connsiteY94" fmla="*/ 111227 h 1157500"/>
              <a:gd name="connsiteX95" fmla="*/ 8346467 w 12192000"/>
              <a:gd name="connsiteY95" fmla="*/ 111024 h 1157500"/>
              <a:gd name="connsiteX96" fmla="*/ 8354069 w 12192000"/>
              <a:gd name="connsiteY96" fmla="*/ 112942 h 1157500"/>
              <a:gd name="connsiteX97" fmla="*/ 8358687 w 12192000"/>
              <a:gd name="connsiteY97" fmla="*/ 115393 h 1157500"/>
              <a:gd name="connsiteX98" fmla="*/ 8433385 w 12192000"/>
              <a:gd name="connsiteY98" fmla="*/ 99669 h 1157500"/>
              <a:gd name="connsiteX99" fmla="*/ 8533779 w 12192000"/>
              <a:gd name="connsiteY99" fmla="*/ 98374 h 1157500"/>
              <a:gd name="connsiteX100" fmla="*/ 8632833 w 12192000"/>
              <a:gd name="connsiteY100" fmla="*/ 100532 h 1157500"/>
              <a:gd name="connsiteX101" fmla="*/ 8668523 w 12192000"/>
              <a:gd name="connsiteY101" fmla="*/ 102979 h 1157500"/>
              <a:gd name="connsiteX102" fmla="*/ 8732893 w 12192000"/>
              <a:gd name="connsiteY102" fmla="*/ 99991 h 1157500"/>
              <a:gd name="connsiteX103" fmla="*/ 8764071 w 12192000"/>
              <a:gd name="connsiteY103" fmla="*/ 94587 h 1157500"/>
              <a:gd name="connsiteX104" fmla="*/ 8767004 w 12192000"/>
              <a:gd name="connsiteY104" fmla="*/ 91519 h 1157500"/>
              <a:gd name="connsiteX105" fmla="*/ 8772553 w 12192000"/>
              <a:gd name="connsiteY105" fmla="*/ 90314 h 1157500"/>
              <a:gd name="connsiteX106" fmla="*/ 8787201 w 12192000"/>
              <a:gd name="connsiteY106" fmla="*/ 92033 h 1157500"/>
              <a:gd name="connsiteX107" fmla="*/ 8792624 w 12192000"/>
              <a:gd name="connsiteY107" fmla="*/ 93503 h 1157500"/>
              <a:gd name="connsiteX108" fmla="*/ 8800741 w 12192000"/>
              <a:gd name="connsiteY108" fmla="*/ 93897 h 1157500"/>
              <a:gd name="connsiteX109" fmla="*/ 8800966 w 12192000"/>
              <a:gd name="connsiteY109" fmla="*/ 93645 h 1157500"/>
              <a:gd name="connsiteX110" fmla="*/ 8808513 w 12192000"/>
              <a:gd name="connsiteY110" fmla="*/ 94530 h 1157500"/>
              <a:gd name="connsiteX111" fmla="*/ 8845110 w 12192000"/>
              <a:gd name="connsiteY111" fmla="*/ 102179 h 1157500"/>
              <a:gd name="connsiteX112" fmla="*/ 8917529 w 12192000"/>
              <a:gd name="connsiteY112" fmla="*/ 76373 h 1157500"/>
              <a:gd name="connsiteX113" fmla="*/ 9026654 w 12192000"/>
              <a:gd name="connsiteY113" fmla="*/ 93420 h 1157500"/>
              <a:gd name="connsiteX114" fmla="*/ 9088505 w 12192000"/>
              <a:gd name="connsiteY114" fmla="*/ 113002 h 1157500"/>
              <a:gd name="connsiteX115" fmla="*/ 9203241 w 12192000"/>
              <a:gd name="connsiteY115" fmla="*/ 111713 h 1157500"/>
              <a:gd name="connsiteX116" fmla="*/ 9415584 w 12192000"/>
              <a:gd name="connsiteY116" fmla="*/ 157156 h 1157500"/>
              <a:gd name="connsiteX117" fmla="*/ 9505102 w 12192000"/>
              <a:gd name="connsiteY117" fmla="*/ 141042 h 1157500"/>
              <a:gd name="connsiteX118" fmla="*/ 9643040 w 12192000"/>
              <a:gd name="connsiteY118" fmla="*/ 158233 h 1157500"/>
              <a:gd name="connsiteX119" fmla="*/ 9762999 w 12192000"/>
              <a:gd name="connsiteY119" fmla="*/ 162623 h 1157500"/>
              <a:gd name="connsiteX120" fmla="*/ 9776183 w 12192000"/>
              <a:gd name="connsiteY120" fmla="*/ 162191 h 1157500"/>
              <a:gd name="connsiteX121" fmla="*/ 9780532 w 12192000"/>
              <a:gd name="connsiteY121" fmla="*/ 155823 h 1157500"/>
              <a:gd name="connsiteX122" fmla="*/ 9910588 w 12192000"/>
              <a:gd name="connsiteY122" fmla="*/ 154327 h 1157500"/>
              <a:gd name="connsiteX123" fmla="*/ 9924173 w 12192000"/>
              <a:gd name="connsiteY123" fmla="*/ 158591 h 1157500"/>
              <a:gd name="connsiteX124" fmla="*/ 10010969 w 12192000"/>
              <a:gd name="connsiteY124" fmla="*/ 155802 h 1157500"/>
              <a:gd name="connsiteX125" fmla="*/ 10070699 w 12192000"/>
              <a:gd name="connsiteY125" fmla="*/ 157854 h 1157500"/>
              <a:gd name="connsiteX126" fmla="*/ 10155104 w 12192000"/>
              <a:gd name="connsiteY126" fmla="*/ 151613 h 1157500"/>
              <a:gd name="connsiteX127" fmla="*/ 10250982 w 12192000"/>
              <a:gd name="connsiteY127" fmla="*/ 128642 h 1157500"/>
              <a:gd name="connsiteX128" fmla="*/ 10343301 w 12192000"/>
              <a:gd name="connsiteY128" fmla="*/ 90884 h 1157500"/>
              <a:gd name="connsiteX129" fmla="*/ 10366625 w 12192000"/>
              <a:gd name="connsiteY129" fmla="*/ 79428 h 1157500"/>
              <a:gd name="connsiteX130" fmla="*/ 10433505 w 12192000"/>
              <a:gd name="connsiteY130" fmla="*/ 65000 h 1157500"/>
              <a:gd name="connsiteX131" fmla="*/ 10547510 w 12192000"/>
              <a:gd name="connsiteY131" fmla="*/ 47246 h 1157500"/>
              <a:gd name="connsiteX132" fmla="*/ 10588150 w 12192000"/>
              <a:gd name="connsiteY132" fmla="*/ 32287 h 1157500"/>
              <a:gd name="connsiteX133" fmla="*/ 10589457 w 12192000"/>
              <a:gd name="connsiteY133" fmla="*/ 25296 h 1157500"/>
              <a:gd name="connsiteX134" fmla="*/ 10699976 w 12192000"/>
              <a:gd name="connsiteY134" fmla="*/ 43345 h 1157500"/>
              <a:gd name="connsiteX135" fmla="*/ 10812237 w 12192000"/>
              <a:gd name="connsiteY135" fmla="*/ 46327 h 1157500"/>
              <a:gd name="connsiteX136" fmla="*/ 10869837 w 12192000"/>
              <a:gd name="connsiteY136" fmla="*/ 65795 h 1157500"/>
              <a:gd name="connsiteX137" fmla="*/ 10881770 w 12192000"/>
              <a:gd name="connsiteY137" fmla="*/ 73672 h 1157500"/>
              <a:gd name="connsiteX138" fmla="*/ 10896899 w 12192000"/>
              <a:gd name="connsiteY138" fmla="*/ 70731 h 1157500"/>
              <a:gd name="connsiteX139" fmla="*/ 10901748 w 12192000"/>
              <a:gd name="connsiteY139" fmla="*/ 66352 h 1157500"/>
              <a:gd name="connsiteX140" fmla="*/ 10947419 w 12192000"/>
              <a:gd name="connsiteY140" fmla="*/ 83316 h 1157500"/>
              <a:gd name="connsiteX141" fmla="*/ 10953034 w 12192000"/>
              <a:gd name="connsiteY141" fmla="*/ 84438 h 1157500"/>
              <a:gd name="connsiteX142" fmla="*/ 10992070 w 12192000"/>
              <a:gd name="connsiteY142" fmla="*/ 88841 h 1157500"/>
              <a:gd name="connsiteX143" fmla="*/ 11112372 w 12192000"/>
              <a:gd name="connsiteY143" fmla="*/ 82247 h 1157500"/>
              <a:gd name="connsiteX144" fmla="*/ 11147719 w 12192000"/>
              <a:gd name="connsiteY144" fmla="*/ 80560 h 1157500"/>
              <a:gd name="connsiteX145" fmla="*/ 11172617 w 12192000"/>
              <a:gd name="connsiteY145" fmla="*/ 76265 h 1157500"/>
              <a:gd name="connsiteX146" fmla="*/ 11240397 w 12192000"/>
              <a:gd name="connsiteY146" fmla="*/ 81830 h 1157500"/>
              <a:gd name="connsiteX147" fmla="*/ 11270034 w 12192000"/>
              <a:gd name="connsiteY147" fmla="*/ 91947 h 1157500"/>
              <a:gd name="connsiteX148" fmla="*/ 11293091 w 12192000"/>
              <a:gd name="connsiteY148" fmla="*/ 92042 h 1157500"/>
              <a:gd name="connsiteX149" fmla="*/ 11310949 w 12192000"/>
              <a:gd name="connsiteY149" fmla="*/ 97842 h 1157500"/>
              <a:gd name="connsiteX150" fmla="*/ 11345279 w 12192000"/>
              <a:gd name="connsiteY150" fmla="*/ 95451 h 1157500"/>
              <a:gd name="connsiteX151" fmla="*/ 11354597 w 12192000"/>
              <a:gd name="connsiteY151" fmla="*/ 97953 h 1157500"/>
              <a:gd name="connsiteX152" fmla="*/ 11367725 w 12192000"/>
              <a:gd name="connsiteY152" fmla="*/ 97999 h 1157500"/>
              <a:gd name="connsiteX153" fmla="*/ 11399832 w 12192000"/>
              <a:gd name="connsiteY153" fmla="*/ 110616 h 1157500"/>
              <a:gd name="connsiteX154" fmla="*/ 11487595 w 12192000"/>
              <a:gd name="connsiteY154" fmla="*/ 152322 h 1157500"/>
              <a:gd name="connsiteX155" fmla="*/ 11590850 w 12192000"/>
              <a:gd name="connsiteY155" fmla="*/ 238552 h 1157500"/>
              <a:gd name="connsiteX156" fmla="*/ 11736204 w 12192000"/>
              <a:gd name="connsiteY156" fmla="*/ 277509 h 1157500"/>
              <a:gd name="connsiteX157" fmla="*/ 11760331 w 12192000"/>
              <a:gd name="connsiteY157" fmla="*/ 291936 h 1157500"/>
              <a:gd name="connsiteX158" fmla="*/ 11819139 w 12192000"/>
              <a:gd name="connsiteY158" fmla="*/ 304143 h 1157500"/>
              <a:gd name="connsiteX159" fmla="*/ 11821967 w 12192000"/>
              <a:gd name="connsiteY159" fmla="*/ 305790 h 1157500"/>
              <a:gd name="connsiteX160" fmla="*/ 11847125 w 12192000"/>
              <a:gd name="connsiteY160" fmla="*/ 297401 h 1157500"/>
              <a:gd name="connsiteX161" fmla="*/ 11980134 w 12192000"/>
              <a:gd name="connsiteY161" fmla="*/ 321911 h 1157500"/>
              <a:gd name="connsiteX162" fmla="*/ 12174576 w 12192000"/>
              <a:gd name="connsiteY162" fmla="*/ 376108 h 1157500"/>
              <a:gd name="connsiteX163" fmla="*/ 12192000 w 12192000"/>
              <a:gd name="connsiteY163" fmla="*/ 379233 h 1157500"/>
              <a:gd name="connsiteX164" fmla="*/ 12192000 w 12192000"/>
              <a:gd name="connsiteY164" fmla="*/ 1157500 h 1157500"/>
              <a:gd name="connsiteX165" fmla="*/ 0 w 12192000"/>
              <a:gd name="connsiteY165" fmla="*/ 1157500 h 1157500"/>
              <a:gd name="connsiteX166" fmla="*/ 0 w 12192000"/>
              <a:gd name="connsiteY166" fmla="*/ 483545 h 1157500"/>
              <a:gd name="connsiteX167" fmla="*/ 5331 w 12192000"/>
              <a:gd name="connsiteY167" fmla="*/ 482797 h 1157500"/>
              <a:gd name="connsiteX168" fmla="*/ 39902 w 12192000"/>
              <a:gd name="connsiteY168" fmla="*/ 472284 h 1157500"/>
              <a:gd name="connsiteX169" fmla="*/ 117880 w 12192000"/>
              <a:gd name="connsiteY169" fmla="*/ 420956 h 1157500"/>
              <a:gd name="connsiteX170" fmla="*/ 238140 w 12192000"/>
              <a:gd name="connsiteY170" fmla="*/ 379297 h 1157500"/>
              <a:gd name="connsiteX171" fmla="*/ 249589 w 12192000"/>
              <a:gd name="connsiteY171" fmla="*/ 379517 h 1157500"/>
              <a:gd name="connsiteX172" fmla="*/ 296963 w 12192000"/>
              <a:gd name="connsiteY172" fmla="*/ 356102 h 1157500"/>
              <a:gd name="connsiteX173" fmla="*/ 339235 w 12192000"/>
              <a:gd name="connsiteY173" fmla="*/ 324425 h 1157500"/>
              <a:gd name="connsiteX174" fmla="*/ 447152 w 12192000"/>
              <a:gd name="connsiteY174" fmla="*/ 327423 h 1157500"/>
              <a:gd name="connsiteX175" fmla="*/ 475247 w 12192000"/>
              <a:gd name="connsiteY175" fmla="*/ 336714 h 1157500"/>
              <a:gd name="connsiteX176" fmla="*/ 477967 w 12192000"/>
              <a:gd name="connsiteY176" fmla="*/ 337960 h 1157500"/>
              <a:gd name="connsiteX177" fmla="*/ 703732 w 12192000"/>
              <a:gd name="connsiteY177" fmla="*/ 316599 h 1157500"/>
              <a:gd name="connsiteX178" fmla="*/ 853391 w 12192000"/>
              <a:gd name="connsiteY178" fmla="*/ 303591 h 1157500"/>
              <a:gd name="connsiteX179" fmla="*/ 925332 w 12192000"/>
              <a:gd name="connsiteY179" fmla="*/ 298686 h 1157500"/>
              <a:gd name="connsiteX180" fmla="*/ 941286 w 12192000"/>
              <a:gd name="connsiteY180" fmla="*/ 288932 h 1157500"/>
              <a:gd name="connsiteX181" fmla="*/ 950845 w 12192000"/>
              <a:gd name="connsiteY181" fmla="*/ 286595 h 1157500"/>
              <a:gd name="connsiteX182" fmla="*/ 953292 w 12192000"/>
              <a:gd name="connsiteY182" fmla="*/ 280892 h 1157500"/>
              <a:gd name="connsiteX183" fmla="*/ 967499 w 12192000"/>
              <a:gd name="connsiteY183" fmla="*/ 273760 h 1157500"/>
              <a:gd name="connsiteX184" fmla="*/ 1069267 w 12192000"/>
              <a:gd name="connsiteY184" fmla="*/ 262766 h 1157500"/>
              <a:gd name="connsiteX185" fmla="*/ 1138407 w 12192000"/>
              <a:gd name="connsiteY185" fmla="*/ 246567 h 1157500"/>
              <a:gd name="connsiteX186" fmla="*/ 1164931 w 12192000"/>
              <a:gd name="connsiteY186" fmla="*/ 238622 h 1157500"/>
              <a:gd name="connsiteX187" fmla="*/ 1211622 w 12192000"/>
              <a:gd name="connsiteY187" fmla="*/ 220676 h 1157500"/>
              <a:gd name="connsiteX188" fmla="*/ 1274567 w 12192000"/>
              <a:gd name="connsiteY188" fmla="*/ 203380 h 1157500"/>
              <a:gd name="connsiteX189" fmla="*/ 1325029 w 12192000"/>
              <a:gd name="connsiteY189" fmla="*/ 207937 h 1157500"/>
              <a:gd name="connsiteX190" fmla="*/ 1356805 w 12192000"/>
              <a:gd name="connsiteY190" fmla="*/ 203622 h 1157500"/>
              <a:gd name="connsiteX191" fmla="*/ 1468752 w 12192000"/>
              <a:gd name="connsiteY191" fmla="*/ 214604 h 1157500"/>
              <a:gd name="connsiteX192" fmla="*/ 1650750 w 12192000"/>
              <a:gd name="connsiteY192" fmla="*/ 165090 h 1157500"/>
              <a:gd name="connsiteX193" fmla="*/ 1655056 w 12192000"/>
              <a:gd name="connsiteY193" fmla="*/ 172106 h 1157500"/>
              <a:gd name="connsiteX194" fmla="*/ 1683220 w 12192000"/>
              <a:gd name="connsiteY194" fmla="*/ 169652 h 1157500"/>
              <a:gd name="connsiteX195" fmla="*/ 1685599 w 12192000"/>
              <a:gd name="connsiteY195" fmla="*/ 165388 h 1157500"/>
              <a:gd name="connsiteX196" fmla="*/ 1735783 w 12192000"/>
              <a:gd name="connsiteY196" fmla="*/ 177400 h 1157500"/>
              <a:gd name="connsiteX197" fmla="*/ 1797102 w 12192000"/>
              <a:gd name="connsiteY197" fmla="*/ 182289 h 1157500"/>
              <a:gd name="connsiteX198" fmla="*/ 1845638 w 12192000"/>
              <a:gd name="connsiteY198" fmla="*/ 163774 h 1157500"/>
              <a:gd name="connsiteX199" fmla="*/ 1848980 w 12192000"/>
              <a:gd name="connsiteY199" fmla="*/ 167516 h 1157500"/>
              <a:gd name="connsiteX200" fmla="*/ 1880587 w 12192000"/>
              <a:gd name="connsiteY200" fmla="*/ 165506 h 1157500"/>
              <a:gd name="connsiteX201" fmla="*/ 1995803 w 12192000"/>
              <a:gd name="connsiteY201" fmla="*/ 131847 h 1157500"/>
              <a:gd name="connsiteX202" fmla="*/ 2057448 w 12192000"/>
              <a:gd name="connsiteY202" fmla="*/ 128650 h 1157500"/>
              <a:gd name="connsiteX203" fmla="*/ 2119088 w 12192000"/>
              <a:gd name="connsiteY203" fmla="*/ 113508 h 1157500"/>
              <a:gd name="connsiteX204" fmla="*/ 2138831 w 12192000"/>
              <a:gd name="connsiteY204" fmla="*/ 116194 h 1157500"/>
              <a:gd name="connsiteX205" fmla="*/ 2214259 w 12192000"/>
              <a:gd name="connsiteY205" fmla="*/ 110542 h 1157500"/>
              <a:gd name="connsiteX206" fmla="*/ 2264911 w 12192000"/>
              <a:gd name="connsiteY206" fmla="*/ 101639 h 1157500"/>
              <a:gd name="connsiteX207" fmla="*/ 2454058 w 12192000"/>
              <a:gd name="connsiteY207" fmla="*/ 67266 h 1157500"/>
              <a:gd name="connsiteX208" fmla="*/ 2534188 w 12192000"/>
              <a:gd name="connsiteY208" fmla="*/ 63730 h 1157500"/>
              <a:gd name="connsiteX209" fmla="*/ 2616912 w 12192000"/>
              <a:gd name="connsiteY209" fmla="*/ 44757 h 1157500"/>
              <a:gd name="connsiteX210" fmla="*/ 2698592 w 12192000"/>
              <a:gd name="connsiteY210" fmla="*/ 35873 h 1157500"/>
              <a:gd name="connsiteX211" fmla="*/ 2891953 w 12192000"/>
              <a:gd name="connsiteY21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42719 w 12192000"/>
              <a:gd name="connsiteY63" fmla="*/ 171593 h 1157500"/>
              <a:gd name="connsiteX64" fmla="*/ 6878958 w 12192000"/>
              <a:gd name="connsiteY64" fmla="*/ 180824 h 1157500"/>
              <a:gd name="connsiteX65" fmla="*/ 6894439 w 12192000"/>
              <a:gd name="connsiteY65" fmla="*/ 177642 h 1157500"/>
              <a:gd name="connsiteX66" fmla="*/ 6963220 w 12192000"/>
              <a:gd name="connsiteY66" fmla="*/ 167304 h 1157500"/>
              <a:gd name="connsiteX67" fmla="*/ 6976706 w 12192000"/>
              <a:gd name="connsiteY67" fmla="*/ 170894 h 1157500"/>
              <a:gd name="connsiteX68" fmla="*/ 6987064 w 12192000"/>
              <a:gd name="connsiteY68" fmla="*/ 160402 h 1157500"/>
              <a:gd name="connsiteX69" fmla="*/ 7030230 w 12192000"/>
              <a:gd name="connsiteY69" fmla="*/ 159715 h 1157500"/>
              <a:gd name="connsiteX70" fmla="*/ 7045014 w 12192000"/>
              <a:gd name="connsiteY70" fmla="*/ 169101 h 1157500"/>
              <a:gd name="connsiteX71" fmla="*/ 7058714 w 12192000"/>
              <a:gd name="connsiteY71" fmla="*/ 175992 h 1157500"/>
              <a:gd name="connsiteX72" fmla="*/ 7060499 w 12192000"/>
              <a:gd name="connsiteY72" fmla="*/ 176063 h 1157500"/>
              <a:gd name="connsiteX73" fmla="*/ 7176563 w 12192000"/>
              <a:gd name="connsiteY73" fmla="*/ 173244 h 1157500"/>
              <a:gd name="connsiteX74" fmla="*/ 7205529 w 12192000"/>
              <a:gd name="connsiteY74" fmla="*/ 181011 h 1157500"/>
              <a:gd name="connsiteX75" fmla="*/ 7310118 w 12192000"/>
              <a:gd name="connsiteY75" fmla="*/ 162605 h 1157500"/>
              <a:gd name="connsiteX76" fmla="*/ 7673859 w 12192000"/>
              <a:gd name="connsiteY76" fmla="*/ 150336 h 1157500"/>
              <a:gd name="connsiteX77" fmla="*/ 7692748 w 12192000"/>
              <a:gd name="connsiteY77" fmla="*/ 161537 h 1157500"/>
              <a:gd name="connsiteX78" fmla="*/ 7756672 w 12192000"/>
              <a:gd name="connsiteY78" fmla="*/ 157372 h 1157500"/>
              <a:gd name="connsiteX79" fmla="*/ 7974189 w 12192000"/>
              <a:gd name="connsiteY79" fmla="*/ 154819 h 1157500"/>
              <a:gd name="connsiteX80" fmla="*/ 8101969 w 12192000"/>
              <a:gd name="connsiteY80" fmla="*/ 144495 h 1157500"/>
              <a:gd name="connsiteX81" fmla="*/ 8106826 w 12192000"/>
              <a:gd name="connsiteY81" fmla="*/ 139853 h 1157500"/>
              <a:gd name="connsiteX82" fmla="*/ 8162058 w 12192000"/>
              <a:gd name="connsiteY82" fmla="*/ 96704 h 1157500"/>
              <a:gd name="connsiteX83" fmla="*/ 8184568 w 12192000"/>
              <a:gd name="connsiteY83" fmla="*/ 93990 h 1157500"/>
              <a:gd name="connsiteX84" fmla="*/ 8228227 w 12192000"/>
              <a:gd name="connsiteY84" fmla="*/ 105972 h 1157500"/>
              <a:gd name="connsiteX85" fmla="*/ 8237963 w 12192000"/>
              <a:gd name="connsiteY85" fmla="*/ 106996 h 1157500"/>
              <a:gd name="connsiteX86" fmla="*/ 8248358 w 12192000"/>
              <a:gd name="connsiteY86" fmla="*/ 106062 h 1157500"/>
              <a:gd name="connsiteX87" fmla="*/ 8249309 w 12192000"/>
              <a:gd name="connsiteY87" fmla="*/ 106698 h 1157500"/>
              <a:gd name="connsiteX88" fmla="*/ 8249997 w 12192000"/>
              <a:gd name="connsiteY88" fmla="*/ 105915 h 1157500"/>
              <a:gd name="connsiteX89" fmla="*/ 8272162 w 12192000"/>
              <a:gd name="connsiteY89" fmla="*/ 103924 h 1157500"/>
              <a:gd name="connsiteX90" fmla="*/ 8292349 w 12192000"/>
              <a:gd name="connsiteY90" fmla="*/ 97480 h 1157500"/>
              <a:gd name="connsiteX91" fmla="*/ 8307239 w 12192000"/>
              <a:gd name="connsiteY91" fmla="*/ 94591 h 1157500"/>
              <a:gd name="connsiteX92" fmla="*/ 8339282 w 12192000"/>
              <a:gd name="connsiteY92" fmla="*/ 108942 h 1157500"/>
              <a:gd name="connsiteX93" fmla="*/ 8346156 w 12192000"/>
              <a:gd name="connsiteY93" fmla="*/ 111227 h 1157500"/>
              <a:gd name="connsiteX94" fmla="*/ 8346467 w 12192000"/>
              <a:gd name="connsiteY94" fmla="*/ 111024 h 1157500"/>
              <a:gd name="connsiteX95" fmla="*/ 8354069 w 12192000"/>
              <a:gd name="connsiteY95" fmla="*/ 112942 h 1157500"/>
              <a:gd name="connsiteX96" fmla="*/ 8358687 w 12192000"/>
              <a:gd name="connsiteY96" fmla="*/ 115393 h 1157500"/>
              <a:gd name="connsiteX97" fmla="*/ 8433385 w 12192000"/>
              <a:gd name="connsiteY97" fmla="*/ 99669 h 1157500"/>
              <a:gd name="connsiteX98" fmla="*/ 8533779 w 12192000"/>
              <a:gd name="connsiteY98" fmla="*/ 98374 h 1157500"/>
              <a:gd name="connsiteX99" fmla="*/ 8632833 w 12192000"/>
              <a:gd name="connsiteY99" fmla="*/ 100532 h 1157500"/>
              <a:gd name="connsiteX100" fmla="*/ 8668523 w 12192000"/>
              <a:gd name="connsiteY100" fmla="*/ 102979 h 1157500"/>
              <a:gd name="connsiteX101" fmla="*/ 8732893 w 12192000"/>
              <a:gd name="connsiteY101" fmla="*/ 99991 h 1157500"/>
              <a:gd name="connsiteX102" fmla="*/ 8764071 w 12192000"/>
              <a:gd name="connsiteY102" fmla="*/ 94587 h 1157500"/>
              <a:gd name="connsiteX103" fmla="*/ 8767004 w 12192000"/>
              <a:gd name="connsiteY103" fmla="*/ 91519 h 1157500"/>
              <a:gd name="connsiteX104" fmla="*/ 8772553 w 12192000"/>
              <a:gd name="connsiteY104" fmla="*/ 90314 h 1157500"/>
              <a:gd name="connsiteX105" fmla="*/ 8787201 w 12192000"/>
              <a:gd name="connsiteY105" fmla="*/ 92033 h 1157500"/>
              <a:gd name="connsiteX106" fmla="*/ 8792624 w 12192000"/>
              <a:gd name="connsiteY106" fmla="*/ 93503 h 1157500"/>
              <a:gd name="connsiteX107" fmla="*/ 8800741 w 12192000"/>
              <a:gd name="connsiteY107" fmla="*/ 93897 h 1157500"/>
              <a:gd name="connsiteX108" fmla="*/ 8800966 w 12192000"/>
              <a:gd name="connsiteY108" fmla="*/ 93645 h 1157500"/>
              <a:gd name="connsiteX109" fmla="*/ 8808513 w 12192000"/>
              <a:gd name="connsiteY109" fmla="*/ 94530 h 1157500"/>
              <a:gd name="connsiteX110" fmla="*/ 8845110 w 12192000"/>
              <a:gd name="connsiteY110" fmla="*/ 102179 h 1157500"/>
              <a:gd name="connsiteX111" fmla="*/ 8917529 w 12192000"/>
              <a:gd name="connsiteY111" fmla="*/ 76373 h 1157500"/>
              <a:gd name="connsiteX112" fmla="*/ 9026654 w 12192000"/>
              <a:gd name="connsiteY112" fmla="*/ 93420 h 1157500"/>
              <a:gd name="connsiteX113" fmla="*/ 9088505 w 12192000"/>
              <a:gd name="connsiteY113" fmla="*/ 113002 h 1157500"/>
              <a:gd name="connsiteX114" fmla="*/ 9203241 w 12192000"/>
              <a:gd name="connsiteY114" fmla="*/ 111713 h 1157500"/>
              <a:gd name="connsiteX115" fmla="*/ 9415584 w 12192000"/>
              <a:gd name="connsiteY115" fmla="*/ 157156 h 1157500"/>
              <a:gd name="connsiteX116" fmla="*/ 9505102 w 12192000"/>
              <a:gd name="connsiteY116" fmla="*/ 141042 h 1157500"/>
              <a:gd name="connsiteX117" fmla="*/ 9643040 w 12192000"/>
              <a:gd name="connsiteY117" fmla="*/ 158233 h 1157500"/>
              <a:gd name="connsiteX118" fmla="*/ 9762999 w 12192000"/>
              <a:gd name="connsiteY118" fmla="*/ 162623 h 1157500"/>
              <a:gd name="connsiteX119" fmla="*/ 9776183 w 12192000"/>
              <a:gd name="connsiteY119" fmla="*/ 162191 h 1157500"/>
              <a:gd name="connsiteX120" fmla="*/ 9780532 w 12192000"/>
              <a:gd name="connsiteY120" fmla="*/ 155823 h 1157500"/>
              <a:gd name="connsiteX121" fmla="*/ 9910588 w 12192000"/>
              <a:gd name="connsiteY121" fmla="*/ 154327 h 1157500"/>
              <a:gd name="connsiteX122" fmla="*/ 9924173 w 12192000"/>
              <a:gd name="connsiteY122" fmla="*/ 158591 h 1157500"/>
              <a:gd name="connsiteX123" fmla="*/ 10010969 w 12192000"/>
              <a:gd name="connsiteY123" fmla="*/ 155802 h 1157500"/>
              <a:gd name="connsiteX124" fmla="*/ 10070699 w 12192000"/>
              <a:gd name="connsiteY124" fmla="*/ 157854 h 1157500"/>
              <a:gd name="connsiteX125" fmla="*/ 10155104 w 12192000"/>
              <a:gd name="connsiteY125" fmla="*/ 151613 h 1157500"/>
              <a:gd name="connsiteX126" fmla="*/ 10250982 w 12192000"/>
              <a:gd name="connsiteY126" fmla="*/ 128642 h 1157500"/>
              <a:gd name="connsiteX127" fmla="*/ 10343301 w 12192000"/>
              <a:gd name="connsiteY127" fmla="*/ 90884 h 1157500"/>
              <a:gd name="connsiteX128" fmla="*/ 10366625 w 12192000"/>
              <a:gd name="connsiteY128" fmla="*/ 79428 h 1157500"/>
              <a:gd name="connsiteX129" fmla="*/ 10433505 w 12192000"/>
              <a:gd name="connsiteY129" fmla="*/ 65000 h 1157500"/>
              <a:gd name="connsiteX130" fmla="*/ 10547510 w 12192000"/>
              <a:gd name="connsiteY130" fmla="*/ 47246 h 1157500"/>
              <a:gd name="connsiteX131" fmla="*/ 10588150 w 12192000"/>
              <a:gd name="connsiteY131" fmla="*/ 32287 h 1157500"/>
              <a:gd name="connsiteX132" fmla="*/ 10589457 w 12192000"/>
              <a:gd name="connsiteY132" fmla="*/ 25296 h 1157500"/>
              <a:gd name="connsiteX133" fmla="*/ 10699976 w 12192000"/>
              <a:gd name="connsiteY133" fmla="*/ 43345 h 1157500"/>
              <a:gd name="connsiteX134" fmla="*/ 10812237 w 12192000"/>
              <a:gd name="connsiteY134" fmla="*/ 46327 h 1157500"/>
              <a:gd name="connsiteX135" fmla="*/ 10869837 w 12192000"/>
              <a:gd name="connsiteY135" fmla="*/ 65795 h 1157500"/>
              <a:gd name="connsiteX136" fmla="*/ 10881770 w 12192000"/>
              <a:gd name="connsiteY136" fmla="*/ 73672 h 1157500"/>
              <a:gd name="connsiteX137" fmla="*/ 10896899 w 12192000"/>
              <a:gd name="connsiteY137" fmla="*/ 70731 h 1157500"/>
              <a:gd name="connsiteX138" fmla="*/ 10901748 w 12192000"/>
              <a:gd name="connsiteY138" fmla="*/ 66352 h 1157500"/>
              <a:gd name="connsiteX139" fmla="*/ 10947419 w 12192000"/>
              <a:gd name="connsiteY139" fmla="*/ 83316 h 1157500"/>
              <a:gd name="connsiteX140" fmla="*/ 10953034 w 12192000"/>
              <a:gd name="connsiteY140" fmla="*/ 84438 h 1157500"/>
              <a:gd name="connsiteX141" fmla="*/ 10992070 w 12192000"/>
              <a:gd name="connsiteY141" fmla="*/ 88841 h 1157500"/>
              <a:gd name="connsiteX142" fmla="*/ 11112372 w 12192000"/>
              <a:gd name="connsiteY142" fmla="*/ 82247 h 1157500"/>
              <a:gd name="connsiteX143" fmla="*/ 11147719 w 12192000"/>
              <a:gd name="connsiteY143" fmla="*/ 80560 h 1157500"/>
              <a:gd name="connsiteX144" fmla="*/ 11172617 w 12192000"/>
              <a:gd name="connsiteY144" fmla="*/ 76265 h 1157500"/>
              <a:gd name="connsiteX145" fmla="*/ 11240397 w 12192000"/>
              <a:gd name="connsiteY145" fmla="*/ 81830 h 1157500"/>
              <a:gd name="connsiteX146" fmla="*/ 11270034 w 12192000"/>
              <a:gd name="connsiteY146" fmla="*/ 91947 h 1157500"/>
              <a:gd name="connsiteX147" fmla="*/ 11293091 w 12192000"/>
              <a:gd name="connsiteY147" fmla="*/ 92042 h 1157500"/>
              <a:gd name="connsiteX148" fmla="*/ 11310949 w 12192000"/>
              <a:gd name="connsiteY148" fmla="*/ 97842 h 1157500"/>
              <a:gd name="connsiteX149" fmla="*/ 11345279 w 12192000"/>
              <a:gd name="connsiteY149" fmla="*/ 95451 h 1157500"/>
              <a:gd name="connsiteX150" fmla="*/ 11354597 w 12192000"/>
              <a:gd name="connsiteY150" fmla="*/ 97953 h 1157500"/>
              <a:gd name="connsiteX151" fmla="*/ 11367725 w 12192000"/>
              <a:gd name="connsiteY151" fmla="*/ 97999 h 1157500"/>
              <a:gd name="connsiteX152" fmla="*/ 11399832 w 12192000"/>
              <a:gd name="connsiteY152" fmla="*/ 110616 h 1157500"/>
              <a:gd name="connsiteX153" fmla="*/ 11487595 w 12192000"/>
              <a:gd name="connsiteY153" fmla="*/ 152322 h 1157500"/>
              <a:gd name="connsiteX154" fmla="*/ 11590850 w 12192000"/>
              <a:gd name="connsiteY154" fmla="*/ 238552 h 1157500"/>
              <a:gd name="connsiteX155" fmla="*/ 11736204 w 12192000"/>
              <a:gd name="connsiteY155" fmla="*/ 277509 h 1157500"/>
              <a:gd name="connsiteX156" fmla="*/ 11760331 w 12192000"/>
              <a:gd name="connsiteY156" fmla="*/ 291936 h 1157500"/>
              <a:gd name="connsiteX157" fmla="*/ 11819139 w 12192000"/>
              <a:gd name="connsiteY157" fmla="*/ 304143 h 1157500"/>
              <a:gd name="connsiteX158" fmla="*/ 11821967 w 12192000"/>
              <a:gd name="connsiteY158" fmla="*/ 305790 h 1157500"/>
              <a:gd name="connsiteX159" fmla="*/ 11847125 w 12192000"/>
              <a:gd name="connsiteY159" fmla="*/ 297401 h 1157500"/>
              <a:gd name="connsiteX160" fmla="*/ 11980134 w 12192000"/>
              <a:gd name="connsiteY160" fmla="*/ 321911 h 1157500"/>
              <a:gd name="connsiteX161" fmla="*/ 12174576 w 12192000"/>
              <a:gd name="connsiteY161" fmla="*/ 376108 h 1157500"/>
              <a:gd name="connsiteX162" fmla="*/ 12192000 w 12192000"/>
              <a:gd name="connsiteY162" fmla="*/ 379233 h 1157500"/>
              <a:gd name="connsiteX163" fmla="*/ 12192000 w 12192000"/>
              <a:gd name="connsiteY163" fmla="*/ 1157500 h 1157500"/>
              <a:gd name="connsiteX164" fmla="*/ 0 w 12192000"/>
              <a:gd name="connsiteY164" fmla="*/ 1157500 h 1157500"/>
              <a:gd name="connsiteX165" fmla="*/ 0 w 12192000"/>
              <a:gd name="connsiteY165" fmla="*/ 483545 h 1157500"/>
              <a:gd name="connsiteX166" fmla="*/ 5331 w 12192000"/>
              <a:gd name="connsiteY166" fmla="*/ 482797 h 1157500"/>
              <a:gd name="connsiteX167" fmla="*/ 39902 w 12192000"/>
              <a:gd name="connsiteY167" fmla="*/ 472284 h 1157500"/>
              <a:gd name="connsiteX168" fmla="*/ 117880 w 12192000"/>
              <a:gd name="connsiteY168" fmla="*/ 420956 h 1157500"/>
              <a:gd name="connsiteX169" fmla="*/ 238140 w 12192000"/>
              <a:gd name="connsiteY169" fmla="*/ 379297 h 1157500"/>
              <a:gd name="connsiteX170" fmla="*/ 249589 w 12192000"/>
              <a:gd name="connsiteY170" fmla="*/ 379517 h 1157500"/>
              <a:gd name="connsiteX171" fmla="*/ 296963 w 12192000"/>
              <a:gd name="connsiteY171" fmla="*/ 356102 h 1157500"/>
              <a:gd name="connsiteX172" fmla="*/ 339235 w 12192000"/>
              <a:gd name="connsiteY172" fmla="*/ 324425 h 1157500"/>
              <a:gd name="connsiteX173" fmla="*/ 447152 w 12192000"/>
              <a:gd name="connsiteY173" fmla="*/ 327423 h 1157500"/>
              <a:gd name="connsiteX174" fmla="*/ 475247 w 12192000"/>
              <a:gd name="connsiteY174" fmla="*/ 336714 h 1157500"/>
              <a:gd name="connsiteX175" fmla="*/ 477967 w 12192000"/>
              <a:gd name="connsiteY175" fmla="*/ 337960 h 1157500"/>
              <a:gd name="connsiteX176" fmla="*/ 703732 w 12192000"/>
              <a:gd name="connsiteY176" fmla="*/ 316599 h 1157500"/>
              <a:gd name="connsiteX177" fmla="*/ 853391 w 12192000"/>
              <a:gd name="connsiteY177" fmla="*/ 303591 h 1157500"/>
              <a:gd name="connsiteX178" fmla="*/ 925332 w 12192000"/>
              <a:gd name="connsiteY178" fmla="*/ 298686 h 1157500"/>
              <a:gd name="connsiteX179" fmla="*/ 941286 w 12192000"/>
              <a:gd name="connsiteY179" fmla="*/ 288932 h 1157500"/>
              <a:gd name="connsiteX180" fmla="*/ 950845 w 12192000"/>
              <a:gd name="connsiteY180" fmla="*/ 286595 h 1157500"/>
              <a:gd name="connsiteX181" fmla="*/ 953292 w 12192000"/>
              <a:gd name="connsiteY181" fmla="*/ 280892 h 1157500"/>
              <a:gd name="connsiteX182" fmla="*/ 967499 w 12192000"/>
              <a:gd name="connsiteY182" fmla="*/ 273760 h 1157500"/>
              <a:gd name="connsiteX183" fmla="*/ 1069267 w 12192000"/>
              <a:gd name="connsiteY183" fmla="*/ 262766 h 1157500"/>
              <a:gd name="connsiteX184" fmla="*/ 1138407 w 12192000"/>
              <a:gd name="connsiteY184" fmla="*/ 246567 h 1157500"/>
              <a:gd name="connsiteX185" fmla="*/ 1164931 w 12192000"/>
              <a:gd name="connsiteY185" fmla="*/ 238622 h 1157500"/>
              <a:gd name="connsiteX186" fmla="*/ 1211622 w 12192000"/>
              <a:gd name="connsiteY186" fmla="*/ 220676 h 1157500"/>
              <a:gd name="connsiteX187" fmla="*/ 1274567 w 12192000"/>
              <a:gd name="connsiteY187" fmla="*/ 203380 h 1157500"/>
              <a:gd name="connsiteX188" fmla="*/ 1325029 w 12192000"/>
              <a:gd name="connsiteY188" fmla="*/ 207937 h 1157500"/>
              <a:gd name="connsiteX189" fmla="*/ 1356805 w 12192000"/>
              <a:gd name="connsiteY189" fmla="*/ 203622 h 1157500"/>
              <a:gd name="connsiteX190" fmla="*/ 1468752 w 12192000"/>
              <a:gd name="connsiteY190" fmla="*/ 214604 h 1157500"/>
              <a:gd name="connsiteX191" fmla="*/ 1650750 w 12192000"/>
              <a:gd name="connsiteY191" fmla="*/ 165090 h 1157500"/>
              <a:gd name="connsiteX192" fmla="*/ 1655056 w 12192000"/>
              <a:gd name="connsiteY192" fmla="*/ 172106 h 1157500"/>
              <a:gd name="connsiteX193" fmla="*/ 1683220 w 12192000"/>
              <a:gd name="connsiteY193" fmla="*/ 169652 h 1157500"/>
              <a:gd name="connsiteX194" fmla="*/ 1685599 w 12192000"/>
              <a:gd name="connsiteY194" fmla="*/ 165388 h 1157500"/>
              <a:gd name="connsiteX195" fmla="*/ 1735783 w 12192000"/>
              <a:gd name="connsiteY195" fmla="*/ 177400 h 1157500"/>
              <a:gd name="connsiteX196" fmla="*/ 1797102 w 12192000"/>
              <a:gd name="connsiteY196" fmla="*/ 182289 h 1157500"/>
              <a:gd name="connsiteX197" fmla="*/ 1845638 w 12192000"/>
              <a:gd name="connsiteY197" fmla="*/ 163774 h 1157500"/>
              <a:gd name="connsiteX198" fmla="*/ 1848980 w 12192000"/>
              <a:gd name="connsiteY198" fmla="*/ 167516 h 1157500"/>
              <a:gd name="connsiteX199" fmla="*/ 1880587 w 12192000"/>
              <a:gd name="connsiteY199" fmla="*/ 165506 h 1157500"/>
              <a:gd name="connsiteX200" fmla="*/ 1995803 w 12192000"/>
              <a:gd name="connsiteY200" fmla="*/ 131847 h 1157500"/>
              <a:gd name="connsiteX201" fmla="*/ 2057448 w 12192000"/>
              <a:gd name="connsiteY201" fmla="*/ 128650 h 1157500"/>
              <a:gd name="connsiteX202" fmla="*/ 2119088 w 12192000"/>
              <a:gd name="connsiteY202" fmla="*/ 113508 h 1157500"/>
              <a:gd name="connsiteX203" fmla="*/ 2138831 w 12192000"/>
              <a:gd name="connsiteY203" fmla="*/ 116194 h 1157500"/>
              <a:gd name="connsiteX204" fmla="*/ 2214259 w 12192000"/>
              <a:gd name="connsiteY204" fmla="*/ 110542 h 1157500"/>
              <a:gd name="connsiteX205" fmla="*/ 2264911 w 12192000"/>
              <a:gd name="connsiteY205" fmla="*/ 101639 h 1157500"/>
              <a:gd name="connsiteX206" fmla="*/ 2454058 w 12192000"/>
              <a:gd name="connsiteY206" fmla="*/ 67266 h 1157500"/>
              <a:gd name="connsiteX207" fmla="*/ 2534188 w 12192000"/>
              <a:gd name="connsiteY207" fmla="*/ 63730 h 1157500"/>
              <a:gd name="connsiteX208" fmla="*/ 2616912 w 12192000"/>
              <a:gd name="connsiteY208" fmla="*/ 44757 h 1157500"/>
              <a:gd name="connsiteX209" fmla="*/ 2698592 w 12192000"/>
              <a:gd name="connsiteY209" fmla="*/ 35873 h 1157500"/>
              <a:gd name="connsiteX210" fmla="*/ 2891953 w 12192000"/>
              <a:gd name="connsiteY21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45014 w 12192000"/>
              <a:gd name="connsiteY69" fmla="*/ 169101 h 1157500"/>
              <a:gd name="connsiteX70" fmla="*/ 7058714 w 12192000"/>
              <a:gd name="connsiteY70" fmla="*/ 175992 h 1157500"/>
              <a:gd name="connsiteX71" fmla="*/ 7060499 w 12192000"/>
              <a:gd name="connsiteY71" fmla="*/ 176063 h 1157500"/>
              <a:gd name="connsiteX72" fmla="*/ 7176563 w 12192000"/>
              <a:gd name="connsiteY72" fmla="*/ 173244 h 1157500"/>
              <a:gd name="connsiteX73" fmla="*/ 7205529 w 12192000"/>
              <a:gd name="connsiteY73" fmla="*/ 181011 h 1157500"/>
              <a:gd name="connsiteX74" fmla="*/ 7310118 w 12192000"/>
              <a:gd name="connsiteY74" fmla="*/ 162605 h 1157500"/>
              <a:gd name="connsiteX75" fmla="*/ 7673859 w 12192000"/>
              <a:gd name="connsiteY75" fmla="*/ 150336 h 1157500"/>
              <a:gd name="connsiteX76" fmla="*/ 7692748 w 12192000"/>
              <a:gd name="connsiteY76" fmla="*/ 161537 h 1157500"/>
              <a:gd name="connsiteX77" fmla="*/ 7756672 w 12192000"/>
              <a:gd name="connsiteY77" fmla="*/ 157372 h 1157500"/>
              <a:gd name="connsiteX78" fmla="*/ 7974189 w 12192000"/>
              <a:gd name="connsiteY78" fmla="*/ 154819 h 1157500"/>
              <a:gd name="connsiteX79" fmla="*/ 8101969 w 12192000"/>
              <a:gd name="connsiteY79" fmla="*/ 144495 h 1157500"/>
              <a:gd name="connsiteX80" fmla="*/ 8106826 w 12192000"/>
              <a:gd name="connsiteY80" fmla="*/ 139853 h 1157500"/>
              <a:gd name="connsiteX81" fmla="*/ 8162058 w 12192000"/>
              <a:gd name="connsiteY81" fmla="*/ 96704 h 1157500"/>
              <a:gd name="connsiteX82" fmla="*/ 8184568 w 12192000"/>
              <a:gd name="connsiteY82" fmla="*/ 93990 h 1157500"/>
              <a:gd name="connsiteX83" fmla="*/ 8228227 w 12192000"/>
              <a:gd name="connsiteY83" fmla="*/ 105972 h 1157500"/>
              <a:gd name="connsiteX84" fmla="*/ 8237963 w 12192000"/>
              <a:gd name="connsiteY84" fmla="*/ 106996 h 1157500"/>
              <a:gd name="connsiteX85" fmla="*/ 8248358 w 12192000"/>
              <a:gd name="connsiteY85" fmla="*/ 106062 h 1157500"/>
              <a:gd name="connsiteX86" fmla="*/ 8249309 w 12192000"/>
              <a:gd name="connsiteY86" fmla="*/ 106698 h 1157500"/>
              <a:gd name="connsiteX87" fmla="*/ 8249997 w 12192000"/>
              <a:gd name="connsiteY87" fmla="*/ 105915 h 1157500"/>
              <a:gd name="connsiteX88" fmla="*/ 8272162 w 12192000"/>
              <a:gd name="connsiteY88" fmla="*/ 103924 h 1157500"/>
              <a:gd name="connsiteX89" fmla="*/ 8292349 w 12192000"/>
              <a:gd name="connsiteY89" fmla="*/ 97480 h 1157500"/>
              <a:gd name="connsiteX90" fmla="*/ 8307239 w 12192000"/>
              <a:gd name="connsiteY90" fmla="*/ 94591 h 1157500"/>
              <a:gd name="connsiteX91" fmla="*/ 8339282 w 12192000"/>
              <a:gd name="connsiteY91" fmla="*/ 108942 h 1157500"/>
              <a:gd name="connsiteX92" fmla="*/ 8346156 w 12192000"/>
              <a:gd name="connsiteY92" fmla="*/ 111227 h 1157500"/>
              <a:gd name="connsiteX93" fmla="*/ 8346467 w 12192000"/>
              <a:gd name="connsiteY93" fmla="*/ 111024 h 1157500"/>
              <a:gd name="connsiteX94" fmla="*/ 8354069 w 12192000"/>
              <a:gd name="connsiteY94" fmla="*/ 112942 h 1157500"/>
              <a:gd name="connsiteX95" fmla="*/ 8358687 w 12192000"/>
              <a:gd name="connsiteY95" fmla="*/ 115393 h 1157500"/>
              <a:gd name="connsiteX96" fmla="*/ 8433385 w 12192000"/>
              <a:gd name="connsiteY96" fmla="*/ 99669 h 1157500"/>
              <a:gd name="connsiteX97" fmla="*/ 8533779 w 12192000"/>
              <a:gd name="connsiteY97" fmla="*/ 98374 h 1157500"/>
              <a:gd name="connsiteX98" fmla="*/ 8632833 w 12192000"/>
              <a:gd name="connsiteY98" fmla="*/ 100532 h 1157500"/>
              <a:gd name="connsiteX99" fmla="*/ 8668523 w 12192000"/>
              <a:gd name="connsiteY99" fmla="*/ 102979 h 1157500"/>
              <a:gd name="connsiteX100" fmla="*/ 8732893 w 12192000"/>
              <a:gd name="connsiteY100" fmla="*/ 99991 h 1157500"/>
              <a:gd name="connsiteX101" fmla="*/ 8764071 w 12192000"/>
              <a:gd name="connsiteY101" fmla="*/ 94587 h 1157500"/>
              <a:gd name="connsiteX102" fmla="*/ 8767004 w 12192000"/>
              <a:gd name="connsiteY102" fmla="*/ 91519 h 1157500"/>
              <a:gd name="connsiteX103" fmla="*/ 8772553 w 12192000"/>
              <a:gd name="connsiteY103" fmla="*/ 90314 h 1157500"/>
              <a:gd name="connsiteX104" fmla="*/ 8787201 w 12192000"/>
              <a:gd name="connsiteY104" fmla="*/ 92033 h 1157500"/>
              <a:gd name="connsiteX105" fmla="*/ 8792624 w 12192000"/>
              <a:gd name="connsiteY105" fmla="*/ 93503 h 1157500"/>
              <a:gd name="connsiteX106" fmla="*/ 8800741 w 12192000"/>
              <a:gd name="connsiteY106" fmla="*/ 93897 h 1157500"/>
              <a:gd name="connsiteX107" fmla="*/ 8800966 w 12192000"/>
              <a:gd name="connsiteY107" fmla="*/ 93645 h 1157500"/>
              <a:gd name="connsiteX108" fmla="*/ 8808513 w 12192000"/>
              <a:gd name="connsiteY108" fmla="*/ 94530 h 1157500"/>
              <a:gd name="connsiteX109" fmla="*/ 8845110 w 12192000"/>
              <a:gd name="connsiteY109" fmla="*/ 102179 h 1157500"/>
              <a:gd name="connsiteX110" fmla="*/ 8917529 w 12192000"/>
              <a:gd name="connsiteY110" fmla="*/ 76373 h 1157500"/>
              <a:gd name="connsiteX111" fmla="*/ 9026654 w 12192000"/>
              <a:gd name="connsiteY111" fmla="*/ 93420 h 1157500"/>
              <a:gd name="connsiteX112" fmla="*/ 9088505 w 12192000"/>
              <a:gd name="connsiteY112" fmla="*/ 113002 h 1157500"/>
              <a:gd name="connsiteX113" fmla="*/ 9203241 w 12192000"/>
              <a:gd name="connsiteY113" fmla="*/ 111713 h 1157500"/>
              <a:gd name="connsiteX114" fmla="*/ 9415584 w 12192000"/>
              <a:gd name="connsiteY114" fmla="*/ 157156 h 1157500"/>
              <a:gd name="connsiteX115" fmla="*/ 9505102 w 12192000"/>
              <a:gd name="connsiteY115" fmla="*/ 141042 h 1157500"/>
              <a:gd name="connsiteX116" fmla="*/ 9643040 w 12192000"/>
              <a:gd name="connsiteY116" fmla="*/ 158233 h 1157500"/>
              <a:gd name="connsiteX117" fmla="*/ 9762999 w 12192000"/>
              <a:gd name="connsiteY117" fmla="*/ 162623 h 1157500"/>
              <a:gd name="connsiteX118" fmla="*/ 9776183 w 12192000"/>
              <a:gd name="connsiteY118" fmla="*/ 162191 h 1157500"/>
              <a:gd name="connsiteX119" fmla="*/ 9780532 w 12192000"/>
              <a:gd name="connsiteY119" fmla="*/ 155823 h 1157500"/>
              <a:gd name="connsiteX120" fmla="*/ 9910588 w 12192000"/>
              <a:gd name="connsiteY120" fmla="*/ 154327 h 1157500"/>
              <a:gd name="connsiteX121" fmla="*/ 9924173 w 12192000"/>
              <a:gd name="connsiteY121" fmla="*/ 158591 h 1157500"/>
              <a:gd name="connsiteX122" fmla="*/ 10010969 w 12192000"/>
              <a:gd name="connsiteY122" fmla="*/ 155802 h 1157500"/>
              <a:gd name="connsiteX123" fmla="*/ 10070699 w 12192000"/>
              <a:gd name="connsiteY123" fmla="*/ 157854 h 1157500"/>
              <a:gd name="connsiteX124" fmla="*/ 10155104 w 12192000"/>
              <a:gd name="connsiteY124" fmla="*/ 151613 h 1157500"/>
              <a:gd name="connsiteX125" fmla="*/ 10250982 w 12192000"/>
              <a:gd name="connsiteY125" fmla="*/ 128642 h 1157500"/>
              <a:gd name="connsiteX126" fmla="*/ 10343301 w 12192000"/>
              <a:gd name="connsiteY126" fmla="*/ 90884 h 1157500"/>
              <a:gd name="connsiteX127" fmla="*/ 10366625 w 12192000"/>
              <a:gd name="connsiteY127" fmla="*/ 79428 h 1157500"/>
              <a:gd name="connsiteX128" fmla="*/ 10433505 w 12192000"/>
              <a:gd name="connsiteY128" fmla="*/ 65000 h 1157500"/>
              <a:gd name="connsiteX129" fmla="*/ 10547510 w 12192000"/>
              <a:gd name="connsiteY129" fmla="*/ 47246 h 1157500"/>
              <a:gd name="connsiteX130" fmla="*/ 10588150 w 12192000"/>
              <a:gd name="connsiteY130" fmla="*/ 32287 h 1157500"/>
              <a:gd name="connsiteX131" fmla="*/ 10589457 w 12192000"/>
              <a:gd name="connsiteY131" fmla="*/ 25296 h 1157500"/>
              <a:gd name="connsiteX132" fmla="*/ 10699976 w 12192000"/>
              <a:gd name="connsiteY132" fmla="*/ 43345 h 1157500"/>
              <a:gd name="connsiteX133" fmla="*/ 10812237 w 12192000"/>
              <a:gd name="connsiteY133" fmla="*/ 46327 h 1157500"/>
              <a:gd name="connsiteX134" fmla="*/ 10869837 w 12192000"/>
              <a:gd name="connsiteY134" fmla="*/ 65795 h 1157500"/>
              <a:gd name="connsiteX135" fmla="*/ 10881770 w 12192000"/>
              <a:gd name="connsiteY135" fmla="*/ 73672 h 1157500"/>
              <a:gd name="connsiteX136" fmla="*/ 10896899 w 12192000"/>
              <a:gd name="connsiteY136" fmla="*/ 70731 h 1157500"/>
              <a:gd name="connsiteX137" fmla="*/ 10901748 w 12192000"/>
              <a:gd name="connsiteY137" fmla="*/ 66352 h 1157500"/>
              <a:gd name="connsiteX138" fmla="*/ 10947419 w 12192000"/>
              <a:gd name="connsiteY138" fmla="*/ 83316 h 1157500"/>
              <a:gd name="connsiteX139" fmla="*/ 10953034 w 12192000"/>
              <a:gd name="connsiteY139" fmla="*/ 84438 h 1157500"/>
              <a:gd name="connsiteX140" fmla="*/ 10992070 w 12192000"/>
              <a:gd name="connsiteY140" fmla="*/ 88841 h 1157500"/>
              <a:gd name="connsiteX141" fmla="*/ 11112372 w 12192000"/>
              <a:gd name="connsiteY141" fmla="*/ 82247 h 1157500"/>
              <a:gd name="connsiteX142" fmla="*/ 11147719 w 12192000"/>
              <a:gd name="connsiteY142" fmla="*/ 80560 h 1157500"/>
              <a:gd name="connsiteX143" fmla="*/ 11172617 w 12192000"/>
              <a:gd name="connsiteY143" fmla="*/ 76265 h 1157500"/>
              <a:gd name="connsiteX144" fmla="*/ 11240397 w 12192000"/>
              <a:gd name="connsiteY144" fmla="*/ 81830 h 1157500"/>
              <a:gd name="connsiteX145" fmla="*/ 11270034 w 12192000"/>
              <a:gd name="connsiteY145" fmla="*/ 91947 h 1157500"/>
              <a:gd name="connsiteX146" fmla="*/ 11293091 w 12192000"/>
              <a:gd name="connsiteY146" fmla="*/ 92042 h 1157500"/>
              <a:gd name="connsiteX147" fmla="*/ 11310949 w 12192000"/>
              <a:gd name="connsiteY147" fmla="*/ 97842 h 1157500"/>
              <a:gd name="connsiteX148" fmla="*/ 11345279 w 12192000"/>
              <a:gd name="connsiteY148" fmla="*/ 95451 h 1157500"/>
              <a:gd name="connsiteX149" fmla="*/ 11354597 w 12192000"/>
              <a:gd name="connsiteY149" fmla="*/ 97953 h 1157500"/>
              <a:gd name="connsiteX150" fmla="*/ 11367725 w 12192000"/>
              <a:gd name="connsiteY150" fmla="*/ 97999 h 1157500"/>
              <a:gd name="connsiteX151" fmla="*/ 11399832 w 12192000"/>
              <a:gd name="connsiteY151" fmla="*/ 110616 h 1157500"/>
              <a:gd name="connsiteX152" fmla="*/ 11487595 w 12192000"/>
              <a:gd name="connsiteY152" fmla="*/ 152322 h 1157500"/>
              <a:gd name="connsiteX153" fmla="*/ 11590850 w 12192000"/>
              <a:gd name="connsiteY153" fmla="*/ 238552 h 1157500"/>
              <a:gd name="connsiteX154" fmla="*/ 11736204 w 12192000"/>
              <a:gd name="connsiteY154" fmla="*/ 277509 h 1157500"/>
              <a:gd name="connsiteX155" fmla="*/ 11760331 w 12192000"/>
              <a:gd name="connsiteY155" fmla="*/ 291936 h 1157500"/>
              <a:gd name="connsiteX156" fmla="*/ 11819139 w 12192000"/>
              <a:gd name="connsiteY156" fmla="*/ 304143 h 1157500"/>
              <a:gd name="connsiteX157" fmla="*/ 11821967 w 12192000"/>
              <a:gd name="connsiteY157" fmla="*/ 305790 h 1157500"/>
              <a:gd name="connsiteX158" fmla="*/ 11847125 w 12192000"/>
              <a:gd name="connsiteY158" fmla="*/ 297401 h 1157500"/>
              <a:gd name="connsiteX159" fmla="*/ 11980134 w 12192000"/>
              <a:gd name="connsiteY159" fmla="*/ 321911 h 1157500"/>
              <a:gd name="connsiteX160" fmla="*/ 12174576 w 12192000"/>
              <a:gd name="connsiteY160" fmla="*/ 376108 h 1157500"/>
              <a:gd name="connsiteX161" fmla="*/ 12192000 w 12192000"/>
              <a:gd name="connsiteY161" fmla="*/ 379233 h 1157500"/>
              <a:gd name="connsiteX162" fmla="*/ 12192000 w 12192000"/>
              <a:gd name="connsiteY162" fmla="*/ 1157500 h 1157500"/>
              <a:gd name="connsiteX163" fmla="*/ 0 w 12192000"/>
              <a:gd name="connsiteY163" fmla="*/ 1157500 h 1157500"/>
              <a:gd name="connsiteX164" fmla="*/ 0 w 12192000"/>
              <a:gd name="connsiteY164" fmla="*/ 483545 h 1157500"/>
              <a:gd name="connsiteX165" fmla="*/ 5331 w 12192000"/>
              <a:gd name="connsiteY165" fmla="*/ 482797 h 1157500"/>
              <a:gd name="connsiteX166" fmla="*/ 39902 w 12192000"/>
              <a:gd name="connsiteY166" fmla="*/ 472284 h 1157500"/>
              <a:gd name="connsiteX167" fmla="*/ 117880 w 12192000"/>
              <a:gd name="connsiteY167" fmla="*/ 420956 h 1157500"/>
              <a:gd name="connsiteX168" fmla="*/ 238140 w 12192000"/>
              <a:gd name="connsiteY168" fmla="*/ 379297 h 1157500"/>
              <a:gd name="connsiteX169" fmla="*/ 249589 w 12192000"/>
              <a:gd name="connsiteY169" fmla="*/ 379517 h 1157500"/>
              <a:gd name="connsiteX170" fmla="*/ 296963 w 12192000"/>
              <a:gd name="connsiteY170" fmla="*/ 356102 h 1157500"/>
              <a:gd name="connsiteX171" fmla="*/ 339235 w 12192000"/>
              <a:gd name="connsiteY171" fmla="*/ 324425 h 1157500"/>
              <a:gd name="connsiteX172" fmla="*/ 447152 w 12192000"/>
              <a:gd name="connsiteY172" fmla="*/ 327423 h 1157500"/>
              <a:gd name="connsiteX173" fmla="*/ 475247 w 12192000"/>
              <a:gd name="connsiteY173" fmla="*/ 336714 h 1157500"/>
              <a:gd name="connsiteX174" fmla="*/ 477967 w 12192000"/>
              <a:gd name="connsiteY174" fmla="*/ 337960 h 1157500"/>
              <a:gd name="connsiteX175" fmla="*/ 703732 w 12192000"/>
              <a:gd name="connsiteY175" fmla="*/ 316599 h 1157500"/>
              <a:gd name="connsiteX176" fmla="*/ 853391 w 12192000"/>
              <a:gd name="connsiteY176" fmla="*/ 303591 h 1157500"/>
              <a:gd name="connsiteX177" fmla="*/ 925332 w 12192000"/>
              <a:gd name="connsiteY177" fmla="*/ 298686 h 1157500"/>
              <a:gd name="connsiteX178" fmla="*/ 941286 w 12192000"/>
              <a:gd name="connsiteY178" fmla="*/ 288932 h 1157500"/>
              <a:gd name="connsiteX179" fmla="*/ 950845 w 12192000"/>
              <a:gd name="connsiteY179" fmla="*/ 286595 h 1157500"/>
              <a:gd name="connsiteX180" fmla="*/ 953292 w 12192000"/>
              <a:gd name="connsiteY180" fmla="*/ 280892 h 1157500"/>
              <a:gd name="connsiteX181" fmla="*/ 967499 w 12192000"/>
              <a:gd name="connsiteY181" fmla="*/ 273760 h 1157500"/>
              <a:gd name="connsiteX182" fmla="*/ 1069267 w 12192000"/>
              <a:gd name="connsiteY182" fmla="*/ 262766 h 1157500"/>
              <a:gd name="connsiteX183" fmla="*/ 1138407 w 12192000"/>
              <a:gd name="connsiteY183" fmla="*/ 246567 h 1157500"/>
              <a:gd name="connsiteX184" fmla="*/ 1164931 w 12192000"/>
              <a:gd name="connsiteY184" fmla="*/ 238622 h 1157500"/>
              <a:gd name="connsiteX185" fmla="*/ 1211622 w 12192000"/>
              <a:gd name="connsiteY185" fmla="*/ 220676 h 1157500"/>
              <a:gd name="connsiteX186" fmla="*/ 1274567 w 12192000"/>
              <a:gd name="connsiteY186" fmla="*/ 203380 h 1157500"/>
              <a:gd name="connsiteX187" fmla="*/ 1325029 w 12192000"/>
              <a:gd name="connsiteY187" fmla="*/ 207937 h 1157500"/>
              <a:gd name="connsiteX188" fmla="*/ 1356805 w 12192000"/>
              <a:gd name="connsiteY188" fmla="*/ 203622 h 1157500"/>
              <a:gd name="connsiteX189" fmla="*/ 1468752 w 12192000"/>
              <a:gd name="connsiteY189" fmla="*/ 214604 h 1157500"/>
              <a:gd name="connsiteX190" fmla="*/ 1650750 w 12192000"/>
              <a:gd name="connsiteY190" fmla="*/ 165090 h 1157500"/>
              <a:gd name="connsiteX191" fmla="*/ 1655056 w 12192000"/>
              <a:gd name="connsiteY191" fmla="*/ 172106 h 1157500"/>
              <a:gd name="connsiteX192" fmla="*/ 1683220 w 12192000"/>
              <a:gd name="connsiteY192" fmla="*/ 169652 h 1157500"/>
              <a:gd name="connsiteX193" fmla="*/ 1685599 w 12192000"/>
              <a:gd name="connsiteY193" fmla="*/ 165388 h 1157500"/>
              <a:gd name="connsiteX194" fmla="*/ 1735783 w 12192000"/>
              <a:gd name="connsiteY194" fmla="*/ 177400 h 1157500"/>
              <a:gd name="connsiteX195" fmla="*/ 1797102 w 12192000"/>
              <a:gd name="connsiteY195" fmla="*/ 182289 h 1157500"/>
              <a:gd name="connsiteX196" fmla="*/ 1845638 w 12192000"/>
              <a:gd name="connsiteY196" fmla="*/ 163774 h 1157500"/>
              <a:gd name="connsiteX197" fmla="*/ 1848980 w 12192000"/>
              <a:gd name="connsiteY197" fmla="*/ 167516 h 1157500"/>
              <a:gd name="connsiteX198" fmla="*/ 1880587 w 12192000"/>
              <a:gd name="connsiteY198" fmla="*/ 165506 h 1157500"/>
              <a:gd name="connsiteX199" fmla="*/ 1995803 w 12192000"/>
              <a:gd name="connsiteY199" fmla="*/ 131847 h 1157500"/>
              <a:gd name="connsiteX200" fmla="*/ 2057448 w 12192000"/>
              <a:gd name="connsiteY200" fmla="*/ 128650 h 1157500"/>
              <a:gd name="connsiteX201" fmla="*/ 2119088 w 12192000"/>
              <a:gd name="connsiteY201" fmla="*/ 113508 h 1157500"/>
              <a:gd name="connsiteX202" fmla="*/ 2138831 w 12192000"/>
              <a:gd name="connsiteY202" fmla="*/ 116194 h 1157500"/>
              <a:gd name="connsiteX203" fmla="*/ 2214259 w 12192000"/>
              <a:gd name="connsiteY203" fmla="*/ 110542 h 1157500"/>
              <a:gd name="connsiteX204" fmla="*/ 2264911 w 12192000"/>
              <a:gd name="connsiteY204" fmla="*/ 101639 h 1157500"/>
              <a:gd name="connsiteX205" fmla="*/ 2454058 w 12192000"/>
              <a:gd name="connsiteY205" fmla="*/ 67266 h 1157500"/>
              <a:gd name="connsiteX206" fmla="*/ 2534188 w 12192000"/>
              <a:gd name="connsiteY206" fmla="*/ 63730 h 1157500"/>
              <a:gd name="connsiteX207" fmla="*/ 2616912 w 12192000"/>
              <a:gd name="connsiteY207" fmla="*/ 44757 h 1157500"/>
              <a:gd name="connsiteX208" fmla="*/ 2698592 w 12192000"/>
              <a:gd name="connsiteY208" fmla="*/ 35873 h 1157500"/>
              <a:gd name="connsiteX209" fmla="*/ 2891953 w 12192000"/>
              <a:gd name="connsiteY20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58714 w 12192000"/>
              <a:gd name="connsiteY69" fmla="*/ 175992 h 1157500"/>
              <a:gd name="connsiteX70" fmla="*/ 7060499 w 12192000"/>
              <a:gd name="connsiteY70" fmla="*/ 176063 h 1157500"/>
              <a:gd name="connsiteX71" fmla="*/ 7176563 w 12192000"/>
              <a:gd name="connsiteY71" fmla="*/ 173244 h 1157500"/>
              <a:gd name="connsiteX72" fmla="*/ 7205529 w 12192000"/>
              <a:gd name="connsiteY72" fmla="*/ 181011 h 1157500"/>
              <a:gd name="connsiteX73" fmla="*/ 7310118 w 12192000"/>
              <a:gd name="connsiteY73" fmla="*/ 162605 h 1157500"/>
              <a:gd name="connsiteX74" fmla="*/ 7673859 w 12192000"/>
              <a:gd name="connsiteY74" fmla="*/ 150336 h 1157500"/>
              <a:gd name="connsiteX75" fmla="*/ 7692748 w 12192000"/>
              <a:gd name="connsiteY75" fmla="*/ 161537 h 1157500"/>
              <a:gd name="connsiteX76" fmla="*/ 7756672 w 12192000"/>
              <a:gd name="connsiteY76" fmla="*/ 157372 h 1157500"/>
              <a:gd name="connsiteX77" fmla="*/ 7974189 w 12192000"/>
              <a:gd name="connsiteY77" fmla="*/ 154819 h 1157500"/>
              <a:gd name="connsiteX78" fmla="*/ 8101969 w 12192000"/>
              <a:gd name="connsiteY78" fmla="*/ 144495 h 1157500"/>
              <a:gd name="connsiteX79" fmla="*/ 8106826 w 12192000"/>
              <a:gd name="connsiteY79" fmla="*/ 139853 h 1157500"/>
              <a:gd name="connsiteX80" fmla="*/ 8162058 w 12192000"/>
              <a:gd name="connsiteY80" fmla="*/ 96704 h 1157500"/>
              <a:gd name="connsiteX81" fmla="*/ 8184568 w 12192000"/>
              <a:gd name="connsiteY81" fmla="*/ 93990 h 1157500"/>
              <a:gd name="connsiteX82" fmla="*/ 8228227 w 12192000"/>
              <a:gd name="connsiteY82" fmla="*/ 105972 h 1157500"/>
              <a:gd name="connsiteX83" fmla="*/ 8237963 w 12192000"/>
              <a:gd name="connsiteY83" fmla="*/ 106996 h 1157500"/>
              <a:gd name="connsiteX84" fmla="*/ 8248358 w 12192000"/>
              <a:gd name="connsiteY84" fmla="*/ 106062 h 1157500"/>
              <a:gd name="connsiteX85" fmla="*/ 8249309 w 12192000"/>
              <a:gd name="connsiteY85" fmla="*/ 106698 h 1157500"/>
              <a:gd name="connsiteX86" fmla="*/ 8249997 w 12192000"/>
              <a:gd name="connsiteY86" fmla="*/ 105915 h 1157500"/>
              <a:gd name="connsiteX87" fmla="*/ 8272162 w 12192000"/>
              <a:gd name="connsiteY87" fmla="*/ 103924 h 1157500"/>
              <a:gd name="connsiteX88" fmla="*/ 8292349 w 12192000"/>
              <a:gd name="connsiteY88" fmla="*/ 97480 h 1157500"/>
              <a:gd name="connsiteX89" fmla="*/ 8307239 w 12192000"/>
              <a:gd name="connsiteY89" fmla="*/ 94591 h 1157500"/>
              <a:gd name="connsiteX90" fmla="*/ 8339282 w 12192000"/>
              <a:gd name="connsiteY90" fmla="*/ 108942 h 1157500"/>
              <a:gd name="connsiteX91" fmla="*/ 8346156 w 12192000"/>
              <a:gd name="connsiteY91" fmla="*/ 111227 h 1157500"/>
              <a:gd name="connsiteX92" fmla="*/ 8346467 w 12192000"/>
              <a:gd name="connsiteY92" fmla="*/ 111024 h 1157500"/>
              <a:gd name="connsiteX93" fmla="*/ 8354069 w 12192000"/>
              <a:gd name="connsiteY93" fmla="*/ 112942 h 1157500"/>
              <a:gd name="connsiteX94" fmla="*/ 8358687 w 12192000"/>
              <a:gd name="connsiteY94" fmla="*/ 115393 h 1157500"/>
              <a:gd name="connsiteX95" fmla="*/ 8433385 w 12192000"/>
              <a:gd name="connsiteY95" fmla="*/ 99669 h 1157500"/>
              <a:gd name="connsiteX96" fmla="*/ 8533779 w 12192000"/>
              <a:gd name="connsiteY96" fmla="*/ 98374 h 1157500"/>
              <a:gd name="connsiteX97" fmla="*/ 8632833 w 12192000"/>
              <a:gd name="connsiteY97" fmla="*/ 100532 h 1157500"/>
              <a:gd name="connsiteX98" fmla="*/ 8668523 w 12192000"/>
              <a:gd name="connsiteY98" fmla="*/ 102979 h 1157500"/>
              <a:gd name="connsiteX99" fmla="*/ 8732893 w 12192000"/>
              <a:gd name="connsiteY99" fmla="*/ 99991 h 1157500"/>
              <a:gd name="connsiteX100" fmla="*/ 8764071 w 12192000"/>
              <a:gd name="connsiteY100" fmla="*/ 94587 h 1157500"/>
              <a:gd name="connsiteX101" fmla="*/ 8767004 w 12192000"/>
              <a:gd name="connsiteY101" fmla="*/ 91519 h 1157500"/>
              <a:gd name="connsiteX102" fmla="*/ 8772553 w 12192000"/>
              <a:gd name="connsiteY102" fmla="*/ 90314 h 1157500"/>
              <a:gd name="connsiteX103" fmla="*/ 8787201 w 12192000"/>
              <a:gd name="connsiteY103" fmla="*/ 92033 h 1157500"/>
              <a:gd name="connsiteX104" fmla="*/ 8792624 w 12192000"/>
              <a:gd name="connsiteY104" fmla="*/ 93503 h 1157500"/>
              <a:gd name="connsiteX105" fmla="*/ 8800741 w 12192000"/>
              <a:gd name="connsiteY105" fmla="*/ 93897 h 1157500"/>
              <a:gd name="connsiteX106" fmla="*/ 8800966 w 12192000"/>
              <a:gd name="connsiteY106" fmla="*/ 93645 h 1157500"/>
              <a:gd name="connsiteX107" fmla="*/ 8808513 w 12192000"/>
              <a:gd name="connsiteY107" fmla="*/ 94530 h 1157500"/>
              <a:gd name="connsiteX108" fmla="*/ 8845110 w 12192000"/>
              <a:gd name="connsiteY108" fmla="*/ 102179 h 1157500"/>
              <a:gd name="connsiteX109" fmla="*/ 8917529 w 12192000"/>
              <a:gd name="connsiteY109" fmla="*/ 76373 h 1157500"/>
              <a:gd name="connsiteX110" fmla="*/ 9026654 w 12192000"/>
              <a:gd name="connsiteY110" fmla="*/ 93420 h 1157500"/>
              <a:gd name="connsiteX111" fmla="*/ 9088505 w 12192000"/>
              <a:gd name="connsiteY111" fmla="*/ 113002 h 1157500"/>
              <a:gd name="connsiteX112" fmla="*/ 9203241 w 12192000"/>
              <a:gd name="connsiteY112" fmla="*/ 111713 h 1157500"/>
              <a:gd name="connsiteX113" fmla="*/ 9415584 w 12192000"/>
              <a:gd name="connsiteY113" fmla="*/ 157156 h 1157500"/>
              <a:gd name="connsiteX114" fmla="*/ 9505102 w 12192000"/>
              <a:gd name="connsiteY114" fmla="*/ 141042 h 1157500"/>
              <a:gd name="connsiteX115" fmla="*/ 9643040 w 12192000"/>
              <a:gd name="connsiteY115" fmla="*/ 158233 h 1157500"/>
              <a:gd name="connsiteX116" fmla="*/ 9762999 w 12192000"/>
              <a:gd name="connsiteY116" fmla="*/ 162623 h 1157500"/>
              <a:gd name="connsiteX117" fmla="*/ 9776183 w 12192000"/>
              <a:gd name="connsiteY117" fmla="*/ 162191 h 1157500"/>
              <a:gd name="connsiteX118" fmla="*/ 9780532 w 12192000"/>
              <a:gd name="connsiteY118" fmla="*/ 155823 h 1157500"/>
              <a:gd name="connsiteX119" fmla="*/ 9910588 w 12192000"/>
              <a:gd name="connsiteY119" fmla="*/ 154327 h 1157500"/>
              <a:gd name="connsiteX120" fmla="*/ 9924173 w 12192000"/>
              <a:gd name="connsiteY120" fmla="*/ 158591 h 1157500"/>
              <a:gd name="connsiteX121" fmla="*/ 10010969 w 12192000"/>
              <a:gd name="connsiteY121" fmla="*/ 155802 h 1157500"/>
              <a:gd name="connsiteX122" fmla="*/ 10070699 w 12192000"/>
              <a:gd name="connsiteY122" fmla="*/ 157854 h 1157500"/>
              <a:gd name="connsiteX123" fmla="*/ 10155104 w 12192000"/>
              <a:gd name="connsiteY123" fmla="*/ 151613 h 1157500"/>
              <a:gd name="connsiteX124" fmla="*/ 10250982 w 12192000"/>
              <a:gd name="connsiteY124" fmla="*/ 128642 h 1157500"/>
              <a:gd name="connsiteX125" fmla="*/ 10343301 w 12192000"/>
              <a:gd name="connsiteY125" fmla="*/ 90884 h 1157500"/>
              <a:gd name="connsiteX126" fmla="*/ 10366625 w 12192000"/>
              <a:gd name="connsiteY126" fmla="*/ 79428 h 1157500"/>
              <a:gd name="connsiteX127" fmla="*/ 10433505 w 12192000"/>
              <a:gd name="connsiteY127" fmla="*/ 65000 h 1157500"/>
              <a:gd name="connsiteX128" fmla="*/ 10547510 w 12192000"/>
              <a:gd name="connsiteY128" fmla="*/ 47246 h 1157500"/>
              <a:gd name="connsiteX129" fmla="*/ 10588150 w 12192000"/>
              <a:gd name="connsiteY129" fmla="*/ 32287 h 1157500"/>
              <a:gd name="connsiteX130" fmla="*/ 10589457 w 12192000"/>
              <a:gd name="connsiteY130" fmla="*/ 25296 h 1157500"/>
              <a:gd name="connsiteX131" fmla="*/ 10699976 w 12192000"/>
              <a:gd name="connsiteY131" fmla="*/ 43345 h 1157500"/>
              <a:gd name="connsiteX132" fmla="*/ 10812237 w 12192000"/>
              <a:gd name="connsiteY132" fmla="*/ 46327 h 1157500"/>
              <a:gd name="connsiteX133" fmla="*/ 10869837 w 12192000"/>
              <a:gd name="connsiteY133" fmla="*/ 65795 h 1157500"/>
              <a:gd name="connsiteX134" fmla="*/ 10881770 w 12192000"/>
              <a:gd name="connsiteY134" fmla="*/ 73672 h 1157500"/>
              <a:gd name="connsiteX135" fmla="*/ 10896899 w 12192000"/>
              <a:gd name="connsiteY135" fmla="*/ 70731 h 1157500"/>
              <a:gd name="connsiteX136" fmla="*/ 10901748 w 12192000"/>
              <a:gd name="connsiteY136" fmla="*/ 66352 h 1157500"/>
              <a:gd name="connsiteX137" fmla="*/ 10947419 w 12192000"/>
              <a:gd name="connsiteY137" fmla="*/ 83316 h 1157500"/>
              <a:gd name="connsiteX138" fmla="*/ 10953034 w 12192000"/>
              <a:gd name="connsiteY138" fmla="*/ 84438 h 1157500"/>
              <a:gd name="connsiteX139" fmla="*/ 10992070 w 12192000"/>
              <a:gd name="connsiteY139" fmla="*/ 88841 h 1157500"/>
              <a:gd name="connsiteX140" fmla="*/ 11112372 w 12192000"/>
              <a:gd name="connsiteY140" fmla="*/ 82247 h 1157500"/>
              <a:gd name="connsiteX141" fmla="*/ 11147719 w 12192000"/>
              <a:gd name="connsiteY141" fmla="*/ 80560 h 1157500"/>
              <a:gd name="connsiteX142" fmla="*/ 11172617 w 12192000"/>
              <a:gd name="connsiteY142" fmla="*/ 76265 h 1157500"/>
              <a:gd name="connsiteX143" fmla="*/ 11240397 w 12192000"/>
              <a:gd name="connsiteY143" fmla="*/ 81830 h 1157500"/>
              <a:gd name="connsiteX144" fmla="*/ 11270034 w 12192000"/>
              <a:gd name="connsiteY144" fmla="*/ 91947 h 1157500"/>
              <a:gd name="connsiteX145" fmla="*/ 11293091 w 12192000"/>
              <a:gd name="connsiteY145" fmla="*/ 92042 h 1157500"/>
              <a:gd name="connsiteX146" fmla="*/ 11310949 w 12192000"/>
              <a:gd name="connsiteY146" fmla="*/ 97842 h 1157500"/>
              <a:gd name="connsiteX147" fmla="*/ 11345279 w 12192000"/>
              <a:gd name="connsiteY147" fmla="*/ 95451 h 1157500"/>
              <a:gd name="connsiteX148" fmla="*/ 11354597 w 12192000"/>
              <a:gd name="connsiteY148" fmla="*/ 97953 h 1157500"/>
              <a:gd name="connsiteX149" fmla="*/ 11367725 w 12192000"/>
              <a:gd name="connsiteY149" fmla="*/ 97999 h 1157500"/>
              <a:gd name="connsiteX150" fmla="*/ 11399832 w 12192000"/>
              <a:gd name="connsiteY150" fmla="*/ 110616 h 1157500"/>
              <a:gd name="connsiteX151" fmla="*/ 11487595 w 12192000"/>
              <a:gd name="connsiteY151" fmla="*/ 152322 h 1157500"/>
              <a:gd name="connsiteX152" fmla="*/ 11590850 w 12192000"/>
              <a:gd name="connsiteY152" fmla="*/ 238552 h 1157500"/>
              <a:gd name="connsiteX153" fmla="*/ 11736204 w 12192000"/>
              <a:gd name="connsiteY153" fmla="*/ 277509 h 1157500"/>
              <a:gd name="connsiteX154" fmla="*/ 11760331 w 12192000"/>
              <a:gd name="connsiteY154" fmla="*/ 291936 h 1157500"/>
              <a:gd name="connsiteX155" fmla="*/ 11819139 w 12192000"/>
              <a:gd name="connsiteY155" fmla="*/ 304143 h 1157500"/>
              <a:gd name="connsiteX156" fmla="*/ 11821967 w 12192000"/>
              <a:gd name="connsiteY156" fmla="*/ 305790 h 1157500"/>
              <a:gd name="connsiteX157" fmla="*/ 11847125 w 12192000"/>
              <a:gd name="connsiteY157" fmla="*/ 297401 h 1157500"/>
              <a:gd name="connsiteX158" fmla="*/ 11980134 w 12192000"/>
              <a:gd name="connsiteY158" fmla="*/ 321911 h 1157500"/>
              <a:gd name="connsiteX159" fmla="*/ 12174576 w 12192000"/>
              <a:gd name="connsiteY159" fmla="*/ 376108 h 1157500"/>
              <a:gd name="connsiteX160" fmla="*/ 12192000 w 12192000"/>
              <a:gd name="connsiteY160" fmla="*/ 379233 h 1157500"/>
              <a:gd name="connsiteX161" fmla="*/ 12192000 w 12192000"/>
              <a:gd name="connsiteY161" fmla="*/ 1157500 h 1157500"/>
              <a:gd name="connsiteX162" fmla="*/ 0 w 12192000"/>
              <a:gd name="connsiteY162" fmla="*/ 1157500 h 1157500"/>
              <a:gd name="connsiteX163" fmla="*/ 0 w 12192000"/>
              <a:gd name="connsiteY163" fmla="*/ 483545 h 1157500"/>
              <a:gd name="connsiteX164" fmla="*/ 5331 w 12192000"/>
              <a:gd name="connsiteY164" fmla="*/ 482797 h 1157500"/>
              <a:gd name="connsiteX165" fmla="*/ 39902 w 12192000"/>
              <a:gd name="connsiteY165" fmla="*/ 472284 h 1157500"/>
              <a:gd name="connsiteX166" fmla="*/ 117880 w 12192000"/>
              <a:gd name="connsiteY166" fmla="*/ 420956 h 1157500"/>
              <a:gd name="connsiteX167" fmla="*/ 238140 w 12192000"/>
              <a:gd name="connsiteY167" fmla="*/ 379297 h 1157500"/>
              <a:gd name="connsiteX168" fmla="*/ 249589 w 12192000"/>
              <a:gd name="connsiteY168" fmla="*/ 379517 h 1157500"/>
              <a:gd name="connsiteX169" fmla="*/ 296963 w 12192000"/>
              <a:gd name="connsiteY169" fmla="*/ 356102 h 1157500"/>
              <a:gd name="connsiteX170" fmla="*/ 339235 w 12192000"/>
              <a:gd name="connsiteY170" fmla="*/ 324425 h 1157500"/>
              <a:gd name="connsiteX171" fmla="*/ 447152 w 12192000"/>
              <a:gd name="connsiteY171" fmla="*/ 327423 h 1157500"/>
              <a:gd name="connsiteX172" fmla="*/ 475247 w 12192000"/>
              <a:gd name="connsiteY172" fmla="*/ 336714 h 1157500"/>
              <a:gd name="connsiteX173" fmla="*/ 477967 w 12192000"/>
              <a:gd name="connsiteY173" fmla="*/ 337960 h 1157500"/>
              <a:gd name="connsiteX174" fmla="*/ 703732 w 12192000"/>
              <a:gd name="connsiteY174" fmla="*/ 316599 h 1157500"/>
              <a:gd name="connsiteX175" fmla="*/ 853391 w 12192000"/>
              <a:gd name="connsiteY175" fmla="*/ 303591 h 1157500"/>
              <a:gd name="connsiteX176" fmla="*/ 925332 w 12192000"/>
              <a:gd name="connsiteY176" fmla="*/ 298686 h 1157500"/>
              <a:gd name="connsiteX177" fmla="*/ 941286 w 12192000"/>
              <a:gd name="connsiteY177" fmla="*/ 288932 h 1157500"/>
              <a:gd name="connsiteX178" fmla="*/ 950845 w 12192000"/>
              <a:gd name="connsiteY178" fmla="*/ 286595 h 1157500"/>
              <a:gd name="connsiteX179" fmla="*/ 953292 w 12192000"/>
              <a:gd name="connsiteY179" fmla="*/ 280892 h 1157500"/>
              <a:gd name="connsiteX180" fmla="*/ 967499 w 12192000"/>
              <a:gd name="connsiteY180" fmla="*/ 273760 h 1157500"/>
              <a:gd name="connsiteX181" fmla="*/ 1069267 w 12192000"/>
              <a:gd name="connsiteY181" fmla="*/ 262766 h 1157500"/>
              <a:gd name="connsiteX182" fmla="*/ 1138407 w 12192000"/>
              <a:gd name="connsiteY182" fmla="*/ 246567 h 1157500"/>
              <a:gd name="connsiteX183" fmla="*/ 1164931 w 12192000"/>
              <a:gd name="connsiteY183" fmla="*/ 238622 h 1157500"/>
              <a:gd name="connsiteX184" fmla="*/ 1211622 w 12192000"/>
              <a:gd name="connsiteY184" fmla="*/ 220676 h 1157500"/>
              <a:gd name="connsiteX185" fmla="*/ 1274567 w 12192000"/>
              <a:gd name="connsiteY185" fmla="*/ 203380 h 1157500"/>
              <a:gd name="connsiteX186" fmla="*/ 1325029 w 12192000"/>
              <a:gd name="connsiteY186" fmla="*/ 207937 h 1157500"/>
              <a:gd name="connsiteX187" fmla="*/ 1356805 w 12192000"/>
              <a:gd name="connsiteY187" fmla="*/ 203622 h 1157500"/>
              <a:gd name="connsiteX188" fmla="*/ 1468752 w 12192000"/>
              <a:gd name="connsiteY188" fmla="*/ 214604 h 1157500"/>
              <a:gd name="connsiteX189" fmla="*/ 1650750 w 12192000"/>
              <a:gd name="connsiteY189" fmla="*/ 165090 h 1157500"/>
              <a:gd name="connsiteX190" fmla="*/ 1655056 w 12192000"/>
              <a:gd name="connsiteY190" fmla="*/ 172106 h 1157500"/>
              <a:gd name="connsiteX191" fmla="*/ 1683220 w 12192000"/>
              <a:gd name="connsiteY191" fmla="*/ 169652 h 1157500"/>
              <a:gd name="connsiteX192" fmla="*/ 1685599 w 12192000"/>
              <a:gd name="connsiteY192" fmla="*/ 165388 h 1157500"/>
              <a:gd name="connsiteX193" fmla="*/ 1735783 w 12192000"/>
              <a:gd name="connsiteY193" fmla="*/ 177400 h 1157500"/>
              <a:gd name="connsiteX194" fmla="*/ 1797102 w 12192000"/>
              <a:gd name="connsiteY194" fmla="*/ 182289 h 1157500"/>
              <a:gd name="connsiteX195" fmla="*/ 1845638 w 12192000"/>
              <a:gd name="connsiteY195" fmla="*/ 163774 h 1157500"/>
              <a:gd name="connsiteX196" fmla="*/ 1848980 w 12192000"/>
              <a:gd name="connsiteY196" fmla="*/ 167516 h 1157500"/>
              <a:gd name="connsiteX197" fmla="*/ 1880587 w 12192000"/>
              <a:gd name="connsiteY197" fmla="*/ 165506 h 1157500"/>
              <a:gd name="connsiteX198" fmla="*/ 1995803 w 12192000"/>
              <a:gd name="connsiteY198" fmla="*/ 131847 h 1157500"/>
              <a:gd name="connsiteX199" fmla="*/ 2057448 w 12192000"/>
              <a:gd name="connsiteY199" fmla="*/ 128650 h 1157500"/>
              <a:gd name="connsiteX200" fmla="*/ 2119088 w 12192000"/>
              <a:gd name="connsiteY200" fmla="*/ 113508 h 1157500"/>
              <a:gd name="connsiteX201" fmla="*/ 2138831 w 12192000"/>
              <a:gd name="connsiteY201" fmla="*/ 116194 h 1157500"/>
              <a:gd name="connsiteX202" fmla="*/ 2214259 w 12192000"/>
              <a:gd name="connsiteY202" fmla="*/ 110542 h 1157500"/>
              <a:gd name="connsiteX203" fmla="*/ 2264911 w 12192000"/>
              <a:gd name="connsiteY203" fmla="*/ 101639 h 1157500"/>
              <a:gd name="connsiteX204" fmla="*/ 2454058 w 12192000"/>
              <a:gd name="connsiteY204" fmla="*/ 67266 h 1157500"/>
              <a:gd name="connsiteX205" fmla="*/ 2534188 w 12192000"/>
              <a:gd name="connsiteY205" fmla="*/ 63730 h 1157500"/>
              <a:gd name="connsiteX206" fmla="*/ 2616912 w 12192000"/>
              <a:gd name="connsiteY206" fmla="*/ 44757 h 1157500"/>
              <a:gd name="connsiteX207" fmla="*/ 2698592 w 12192000"/>
              <a:gd name="connsiteY207" fmla="*/ 35873 h 1157500"/>
              <a:gd name="connsiteX208" fmla="*/ 2891953 w 12192000"/>
              <a:gd name="connsiteY20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58714 w 12192000"/>
              <a:gd name="connsiteY68" fmla="*/ 175992 h 1157500"/>
              <a:gd name="connsiteX69" fmla="*/ 7060499 w 12192000"/>
              <a:gd name="connsiteY69" fmla="*/ 176063 h 1157500"/>
              <a:gd name="connsiteX70" fmla="*/ 7176563 w 12192000"/>
              <a:gd name="connsiteY70" fmla="*/ 173244 h 1157500"/>
              <a:gd name="connsiteX71" fmla="*/ 7205529 w 12192000"/>
              <a:gd name="connsiteY71" fmla="*/ 181011 h 1157500"/>
              <a:gd name="connsiteX72" fmla="*/ 7310118 w 12192000"/>
              <a:gd name="connsiteY72" fmla="*/ 162605 h 1157500"/>
              <a:gd name="connsiteX73" fmla="*/ 7673859 w 12192000"/>
              <a:gd name="connsiteY73" fmla="*/ 150336 h 1157500"/>
              <a:gd name="connsiteX74" fmla="*/ 7692748 w 12192000"/>
              <a:gd name="connsiteY74" fmla="*/ 161537 h 1157500"/>
              <a:gd name="connsiteX75" fmla="*/ 7756672 w 12192000"/>
              <a:gd name="connsiteY75" fmla="*/ 157372 h 1157500"/>
              <a:gd name="connsiteX76" fmla="*/ 7974189 w 12192000"/>
              <a:gd name="connsiteY76" fmla="*/ 154819 h 1157500"/>
              <a:gd name="connsiteX77" fmla="*/ 8101969 w 12192000"/>
              <a:gd name="connsiteY77" fmla="*/ 144495 h 1157500"/>
              <a:gd name="connsiteX78" fmla="*/ 8106826 w 12192000"/>
              <a:gd name="connsiteY78" fmla="*/ 139853 h 1157500"/>
              <a:gd name="connsiteX79" fmla="*/ 8162058 w 12192000"/>
              <a:gd name="connsiteY79" fmla="*/ 96704 h 1157500"/>
              <a:gd name="connsiteX80" fmla="*/ 8184568 w 12192000"/>
              <a:gd name="connsiteY80" fmla="*/ 93990 h 1157500"/>
              <a:gd name="connsiteX81" fmla="*/ 8228227 w 12192000"/>
              <a:gd name="connsiteY81" fmla="*/ 105972 h 1157500"/>
              <a:gd name="connsiteX82" fmla="*/ 8237963 w 12192000"/>
              <a:gd name="connsiteY82" fmla="*/ 106996 h 1157500"/>
              <a:gd name="connsiteX83" fmla="*/ 8248358 w 12192000"/>
              <a:gd name="connsiteY83" fmla="*/ 106062 h 1157500"/>
              <a:gd name="connsiteX84" fmla="*/ 8249309 w 12192000"/>
              <a:gd name="connsiteY84" fmla="*/ 106698 h 1157500"/>
              <a:gd name="connsiteX85" fmla="*/ 8249997 w 12192000"/>
              <a:gd name="connsiteY85" fmla="*/ 105915 h 1157500"/>
              <a:gd name="connsiteX86" fmla="*/ 8272162 w 12192000"/>
              <a:gd name="connsiteY86" fmla="*/ 103924 h 1157500"/>
              <a:gd name="connsiteX87" fmla="*/ 8292349 w 12192000"/>
              <a:gd name="connsiteY87" fmla="*/ 97480 h 1157500"/>
              <a:gd name="connsiteX88" fmla="*/ 8307239 w 12192000"/>
              <a:gd name="connsiteY88" fmla="*/ 94591 h 1157500"/>
              <a:gd name="connsiteX89" fmla="*/ 8339282 w 12192000"/>
              <a:gd name="connsiteY89" fmla="*/ 108942 h 1157500"/>
              <a:gd name="connsiteX90" fmla="*/ 8346156 w 12192000"/>
              <a:gd name="connsiteY90" fmla="*/ 111227 h 1157500"/>
              <a:gd name="connsiteX91" fmla="*/ 8346467 w 12192000"/>
              <a:gd name="connsiteY91" fmla="*/ 111024 h 1157500"/>
              <a:gd name="connsiteX92" fmla="*/ 8354069 w 12192000"/>
              <a:gd name="connsiteY92" fmla="*/ 112942 h 1157500"/>
              <a:gd name="connsiteX93" fmla="*/ 8358687 w 12192000"/>
              <a:gd name="connsiteY93" fmla="*/ 115393 h 1157500"/>
              <a:gd name="connsiteX94" fmla="*/ 8433385 w 12192000"/>
              <a:gd name="connsiteY94" fmla="*/ 99669 h 1157500"/>
              <a:gd name="connsiteX95" fmla="*/ 8533779 w 12192000"/>
              <a:gd name="connsiteY95" fmla="*/ 98374 h 1157500"/>
              <a:gd name="connsiteX96" fmla="*/ 8632833 w 12192000"/>
              <a:gd name="connsiteY96" fmla="*/ 100532 h 1157500"/>
              <a:gd name="connsiteX97" fmla="*/ 8668523 w 12192000"/>
              <a:gd name="connsiteY97" fmla="*/ 102979 h 1157500"/>
              <a:gd name="connsiteX98" fmla="*/ 8732893 w 12192000"/>
              <a:gd name="connsiteY98" fmla="*/ 99991 h 1157500"/>
              <a:gd name="connsiteX99" fmla="*/ 8764071 w 12192000"/>
              <a:gd name="connsiteY99" fmla="*/ 94587 h 1157500"/>
              <a:gd name="connsiteX100" fmla="*/ 8767004 w 12192000"/>
              <a:gd name="connsiteY100" fmla="*/ 91519 h 1157500"/>
              <a:gd name="connsiteX101" fmla="*/ 8772553 w 12192000"/>
              <a:gd name="connsiteY101" fmla="*/ 90314 h 1157500"/>
              <a:gd name="connsiteX102" fmla="*/ 8787201 w 12192000"/>
              <a:gd name="connsiteY102" fmla="*/ 92033 h 1157500"/>
              <a:gd name="connsiteX103" fmla="*/ 8792624 w 12192000"/>
              <a:gd name="connsiteY103" fmla="*/ 93503 h 1157500"/>
              <a:gd name="connsiteX104" fmla="*/ 8800741 w 12192000"/>
              <a:gd name="connsiteY104" fmla="*/ 93897 h 1157500"/>
              <a:gd name="connsiteX105" fmla="*/ 8800966 w 12192000"/>
              <a:gd name="connsiteY105" fmla="*/ 93645 h 1157500"/>
              <a:gd name="connsiteX106" fmla="*/ 8808513 w 12192000"/>
              <a:gd name="connsiteY106" fmla="*/ 94530 h 1157500"/>
              <a:gd name="connsiteX107" fmla="*/ 8845110 w 12192000"/>
              <a:gd name="connsiteY107" fmla="*/ 102179 h 1157500"/>
              <a:gd name="connsiteX108" fmla="*/ 8917529 w 12192000"/>
              <a:gd name="connsiteY108" fmla="*/ 76373 h 1157500"/>
              <a:gd name="connsiteX109" fmla="*/ 9026654 w 12192000"/>
              <a:gd name="connsiteY109" fmla="*/ 93420 h 1157500"/>
              <a:gd name="connsiteX110" fmla="*/ 9088505 w 12192000"/>
              <a:gd name="connsiteY110" fmla="*/ 113002 h 1157500"/>
              <a:gd name="connsiteX111" fmla="*/ 9203241 w 12192000"/>
              <a:gd name="connsiteY111" fmla="*/ 111713 h 1157500"/>
              <a:gd name="connsiteX112" fmla="*/ 9415584 w 12192000"/>
              <a:gd name="connsiteY112" fmla="*/ 157156 h 1157500"/>
              <a:gd name="connsiteX113" fmla="*/ 9505102 w 12192000"/>
              <a:gd name="connsiteY113" fmla="*/ 141042 h 1157500"/>
              <a:gd name="connsiteX114" fmla="*/ 9643040 w 12192000"/>
              <a:gd name="connsiteY114" fmla="*/ 158233 h 1157500"/>
              <a:gd name="connsiteX115" fmla="*/ 9762999 w 12192000"/>
              <a:gd name="connsiteY115" fmla="*/ 162623 h 1157500"/>
              <a:gd name="connsiteX116" fmla="*/ 9776183 w 12192000"/>
              <a:gd name="connsiteY116" fmla="*/ 162191 h 1157500"/>
              <a:gd name="connsiteX117" fmla="*/ 9780532 w 12192000"/>
              <a:gd name="connsiteY117" fmla="*/ 155823 h 1157500"/>
              <a:gd name="connsiteX118" fmla="*/ 9910588 w 12192000"/>
              <a:gd name="connsiteY118" fmla="*/ 154327 h 1157500"/>
              <a:gd name="connsiteX119" fmla="*/ 9924173 w 12192000"/>
              <a:gd name="connsiteY119" fmla="*/ 158591 h 1157500"/>
              <a:gd name="connsiteX120" fmla="*/ 10010969 w 12192000"/>
              <a:gd name="connsiteY120" fmla="*/ 155802 h 1157500"/>
              <a:gd name="connsiteX121" fmla="*/ 10070699 w 12192000"/>
              <a:gd name="connsiteY121" fmla="*/ 157854 h 1157500"/>
              <a:gd name="connsiteX122" fmla="*/ 10155104 w 12192000"/>
              <a:gd name="connsiteY122" fmla="*/ 151613 h 1157500"/>
              <a:gd name="connsiteX123" fmla="*/ 10250982 w 12192000"/>
              <a:gd name="connsiteY123" fmla="*/ 128642 h 1157500"/>
              <a:gd name="connsiteX124" fmla="*/ 10343301 w 12192000"/>
              <a:gd name="connsiteY124" fmla="*/ 90884 h 1157500"/>
              <a:gd name="connsiteX125" fmla="*/ 10366625 w 12192000"/>
              <a:gd name="connsiteY125" fmla="*/ 79428 h 1157500"/>
              <a:gd name="connsiteX126" fmla="*/ 10433505 w 12192000"/>
              <a:gd name="connsiteY126" fmla="*/ 65000 h 1157500"/>
              <a:gd name="connsiteX127" fmla="*/ 10547510 w 12192000"/>
              <a:gd name="connsiteY127" fmla="*/ 47246 h 1157500"/>
              <a:gd name="connsiteX128" fmla="*/ 10588150 w 12192000"/>
              <a:gd name="connsiteY128" fmla="*/ 32287 h 1157500"/>
              <a:gd name="connsiteX129" fmla="*/ 10589457 w 12192000"/>
              <a:gd name="connsiteY129" fmla="*/ 25296 h 1157500"/>
              <a:gd name="connsiteX130" fmla="*/ 10699976 w 12192000"/>
              <a:gd name="connsiteY130" fmla="*/ 43345 h 1157500"/>
              <a:gd name="connsiteX131" fmla="*/ 10812237 w 12192000"/>
              <a:gd name="connsiteY131" fmla="*/ 46327 h 1157500"/>
              <a:gd name="connsiteX132" fmla="*/ 10869837 w 12192000"/>
              <a:gd name="connsiteY132" fmla="*/ 65795 h 1157500"/>
              <a:gd name="connsiteX133" fmla="*/ 10881770 w 12192000"/>
              <a:gd name="connsiteY133" fmla="*/ 73672 h 1157500"/>
              <a:gd name="connsiteX134" fmla="*/ 10896899 w 12192000"/>
              <a:gd name="connsiteY134" fmla="*/ 70731 h 1157500"/>
              <a:gd name="connsiteX135" fmla="*/ 10901748 w 12192000"/>
              <a:gd name="connsiteY135" fmla="*/ 66352 h 1157500"/>
              <a:gd name="connsiteX136" fmla="*/ 10947419 w 12192000"/>
              <a:gd name="connsiteY136" fmla="*/ 83316 h 1157500"/>
              <a:gd name="connsiteX137" fmla="*/ 10953034 w 12192000"/>
              <a:gd name="connsiteY137" fmla="*/ 84438 h 1157500"/>
              <a:gd name="connsiteX138" fmla="*/ 10992070 w 12192000"/>
              <a:gd name="connsiteY138" fmla="*/ 88841 h 1157500"/>
              <a:gd name="connsiteX139" fmla="*/ 11112372 w 12192000"/>
              <a:gd name="connsiteY139" fmla="*/ 82247 h 1157500"/>
              <a:gd name="connsiteX140" fmla="*/ 11147719 w 12192000"/>
              <a:gd name="connsiteY140" fmla="*/ 80560 h 1157500"/>
              <a:gd name="connsiteX141" fmla="*/ 11172617 w 12192000"/>
              <a:gd name="connsiteY141" fmla="*/ 76265 h 1157500"/>
              <a:gd name="connsiteX142" fmla="*/ 11240397 w 12192000"/>
              <a:gd name="connsiteY142" fmla="*/ 81830 h 1157500"/>
              <a:gd name="connsiteX143" fmla="*/ 11270034 w 12192000"/>
              <a:gd name="connsiteY143" fmla="*/ 91947 h 1157500"/>
              <a:gd name="connsiteX144" fmla="*/ 11293091 w 12192000"/>
              <a:gd name="connsiteY144" fmla="*/ 92042 h 1157500"/>
              <a:gd name="connsiteX145" fmla="*/ 11310949 w 12192000"/>
              <a:gd name="connsiteY145" fmla="*/ 97842 h 1157500"/>
              <a:gd name="connsiteX146" fmla="*/ 11345279 w 12192000"/>
              <a:gd name="connsiteY146" fmla="*/ 95451 h 1157500"/>
              <a:gd name="connsiteX147" fmla="*/ 11354597 w 12192000"/>
              <a:gd name="connsiteY147" fmla="*/ 97953 h 1157500"/>
              <a:gd name="connsiteX148" fmla="*/ 11367725 w 12192000"/>
              <a:gd name="connsiteY148" fmla="*/ 97999 h 1157500"/>
              <a:gd name="connsiteX149" fmla="*/ 11399832 w 12192000"/>
              <a:gd name="connsiteY149" fmla="*/ 110616 h 1157500"/>
              <a:gd name="connsiteX150" fmla="*/ 11487595 w 12192000"/>
              <a:gd name="connsiteY150" fmla="*/ 152322 h 1157500"/>
              <a:gd name="connsiteX151" fmla="*/ 11590850 w 12192000"/>
              <a:gd name="connsiteY151" fmla="*/ 238552 h 1157500"/>
              <a:gd name="connsiteX152" fmla="*/ 11736204 w 12192000"/>
              <a:gd name="connsiteY152" fmla="*/ 277509 h 1157500"/>
              <a:gd name="connsiteX153" fmla="*/ 11760331 w 12192000"/>
              <a:gd name="connsiteY153" fmla="*/ 291936 h 1157500"/>
              <a:gd name="connsiteX154" fmla="*/ 11819139 w 12192000"/>
              <a:gd name="connsiteY154" fmla="*/ 304143 h 1157500"/>
              <a:gd name="connsiteX155" fmla="*/ 11821967 w 12192000"/>
              <a:gd name="connsiteY155" fmla="*/ 305790 h 1157500"/>
              <a:gd name="connsiteX156" fmla="*/ 11847125 w 12192000"/>
              <a:gd name="connsiteY156" fmla="*/ 297401 h 1157500"/>
              <a:gd name="connsiteX157" fmla="*/ 11980134 w 12192000"/>
              <a:gd name="connsiteY157" fmla="*/ 321911 h 1157500"/>
              <a:gd name="connsiteX158" fmla="*/ 12174576 w 12192000"/>
              <a:gd name="connsiteY158" fmla="*/ 376108 h 1157500"/>
              <a:gd name="connsiteX159" fmla="*/ 12192000 w 12192000"/>
              <a:gd name="connsiteY159" fmla="*/ 379233 h 1157500"/>
              <a:gd name="connsiteX160" fmla="*/ 12192000 w 12192000"/>
              <a:gd name="connsiteY160" fmla="*/ 1157500 h 1157500"/>
              <a:gd name="connsiteX161" fmla="*/ 0 w 12192000"/>
              <a:gd name="connsiteY161" fmla="*/ 1157500 h 1157500"/>
              <a:gd name="connsiteX162" fmla="*/ 0 w 12192000"/>
              <a:gd name="connsiteY162" fmla="*/ 483545 h 1157500"/>
              <a:gd name="connsiteX163" fmla="*/ 5331 w 12192000"/>
              <a:gd name="connsiteY163" fmla="*/ 482797 h 1157500"/>
              <a:gd name="connsiteX164" fmla="*/ 39902 w 12192000"/>
              <a:gd name="connsiteY164" fmla="*/ 472284 h 1157500"/>
              <a:gd name="connsiteX165" fmla="*/ 117880 w 12192000"/>
              <a:gd name="connsiteY165" fmla="*/ 420956 h 1157500"/>
              <a:gd name="connsiteX166" fmla="*/ 238140 w 12192000"/>
              <a:gd name="connsiteY166" fmla="*/ 379297 h 1157500"/>
              <a:gd name="connsiteX167" fmla="*/ 249589 w 12192000"/>
              <a:gd name="connsiteY167" fmla="*/ 379517 h 1157500"/>
              <a:gd name="connsiteX168" fmla="*/ 296963 w 12192000"/>
              <a:gd name="connsiteY168" fmla="*/ 356102 h 1157500"/>
              <a:gd name="connsiteX169" fmla="*/ 339235 w 12192000"/>
              <a:gd name="connsiteY169" fmla="*/ 324425 h 1157500"/>
              <a:gd name="connsiteX170" fmla="*/ 447152 w 12192000"/>
              <a:gd name="connsiteY170" fmla="*/ 327423 h 1157500"/>
              <a:gd name="connsiteX171" fmla="*/ 475247 w 12192000"/>
              <a:gd name="connsiteY171" fmla="*/ 336714 h 1157500"/>
              <a:gd name="connsiteX172" fmla="*/ 477967 w 12192000"/>
              <a:gd name="connsiteY172" fmla="*/ 337960 h 1157500"/>
              <a:gd name="connsiteX173" fmla="*/ 703732 w 12192000"/>
              <a:gd name="connsiteY173" fmla="*/ 316599 h 1157500"/>
              <a:gd name="connsiteX174" fmla="*/ 853391 w 12192000"/>
              <a:gd name="connsiteY174" fmla="*/ 303591 h 1157500"/>
              <a:gd name="connsiteX175" fmla="*/ 925332 w 12192000"/>
              <a:gd name="connsiteY175" fmla="*/ 298686 h 1157500"/>
              <a:gd name="connsiteX176" fmla="*/ 941286 w 12192000"/>
              <a:gd name="connsiteY176" fmla="*/ 288932 h 1157500"/>
              <a:gd name="connsiteX177" fmla="*/ 950845 w 12192000"/>
              <a:gd name="connsiteY177" fmla="*/ 286595 h 1157500"/>
              <a:gd name="connsiteX178" fmla="*/ 953292 w 12192000"/>
              <a:gd name="connsiteY178" fmla="*/ 280892 h 1157500"/>
              <a:gd name="connsiteX179" fmla="*/ 967499 w 12192000"/>
              <a:gd name="connsiteY179" fmla="*/ 273760 h 1157500"/>
              <a:gd name="connsiteX180" fmla="*/ 1069267 w 12192000"/>
              <a:gd name="connsiteY180" fmla="*/ 262766 h 1157500"/>
              <a:gd name="connsiteX181" fmla="*/ 1138407 w 12192000"/>
              <a:gd name="connsiteY181" fmla="*/ 246567 h 1157500"/>
              <a:gd name="connsiteX182" fmla="*/ 1164931 w 12192000"/>
              <a:gd name="connsiteY182" fmla="*/ 238622 h 1157500"/>
              <a:gd name="connsiteX183" fmla="*/ 1211622 w 12192000"/>
              <a:gd name="connsiteY183" fmla="*/ 220676 h 1157500"/>
              <a:gd name="connsiteX184" fmla="*/ 1274567 w 12192000"/>
              <a:gd name="connsiteY184" fmla="*/ 203380 h 1157500"/>
              <a:gd name="connsiteX185" fmla="*/ 1325029 w 12192000"/>
              <a:gd name="connsiteY185" fmla="*/ 207937 h 1157500"/>
              <a:gd name="connsiteX186" fmla="*/ 1356805 w 12192000"/>
              <a:gd name="connsiteY186" fmla="*/ 203622 h 1157500"/>
              <a:gd name="connsiteX187" fmla="*/ 1468752 w 12192000"/>
              <a:gd name="connsiteY187" fmla="*/ 214604 h 1157500"/>
              <a:gd name="connsiteX188" fmla="*/ 1650750 w 12192000"/>
              <a:gd name="connsiteY188" fmla="*/ 165090 h 1157500"/>
              <a:gd name="connsiteX189" fmla="*/ 1655056 w 12192000"/>
              <a:gd name="connsiteY189" fmla="*/ 172106 h 1157500"/>
              <a:gd name="connsiteX190" fmla="*/ 1683220 w 12192000"/>
              <a:gd name="connsiteY190" fmla="*/ 169652 h 1157500"/>
              <a:gd name="connsiteX191" fmla="*/ 1685599 w 12192000"/>
              <a:gd name="connsiteY191" fmla="*/ 165388 h 1157500"/>
              <a:gd name="connsiteX192" fmla="*/ 1735783 w 12192000"/>
              <a:gd name="connsiteY192" fmla="*/ 177400 h 1157500"/>
              <a:gd name="connsiteX193" fmla="*/ 1797102 w 12192000"/>
              <a:gd name="connsiteY193" fmla="*/ 182289 h 1157500"/>
              <a:gd name="connsiteX194" fmla="*/ 1845638 w 12192000"/>
              <a:gd name="connsiteY194" fmla="*/ 163774 h 1157500"/>
              <a:gd name="connsiteX195" fmla="*/ 1848980 w 12192000"/>
              <a:gd name="connsiteY195" fmla="*/ 167516 h 1157500"/>
              <a:gd name="connsiteX196" fmla="*/ 1880587 w 12192000"/>
              <a:gd name="connsiteY196" fmla="*/ 165506 h 1157500"/>
              <a:gd name="connsiteX197" fmla="*/ 1995803 w 12192000"/>
              <a:gd name="connsiteY197" fmla="*/ 131847 h 1157500"/>
              <a:gd name="connsiteX198" fmla="*/ 2057448 w 12192000"/>
              <a:gd name="connsiteY198" fmla="*/ 128650 h 1157500"/>
              <a:gd name="connsiteX199" fmla="*/ 2119088 w 12192000"/>
              <a:gd name="connsiteY199" fmla="*/ 113508 h 1157500"/>
              <a:gd name="connsiteX200" fmla="*/ 2138831 w 12192000"/>
              <a:gd name="connsiteY200" fmla="*/ 116194 h 1157500"/>
              <a:gd name="connsiteX201" fmla="*/ 2214259 w 12192000"/>
              <a:gd name="connsiteY201" fmla="*/ 110542 h 1157500"/>
              <a:gd name="connsiteX202" fmla="*/ 2264911 w 12192000"/>
              <a:gd name="connsiteY202" fmla="*/ 101639 h 1157500"/>
              <a:gd name="connsiteX203" fmla="*/ 2454058 w 12192000"/>
              <a:gd name="connsiteY203" fmla="*/ 67266 h 1157500"/>
              <a:gd name="connsiteX204" fmla="*/ 2534188 w 12192000"/>
              <a:gd name="connsiteY204" fmla="*/ 63730 h 1157500"/>
              <a:gd name="connsiteX205" fmla="*/ 2616912 w 12192000"/>
              <a:gd name="connsiteY205" fmla="*/ 44757 h 1157500"/>
              <a:gd name="connsiteX206" fmla="*/ 2698592 w 12192000"/>
              <a:gd name="connsiteY206" fmla="*/ 35873 h 1157500"/>
              <a:gd name="connsiteX207" fmla="*/ 2891953 w 12192000"/>
              <a:gd name="connsiteY20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78958 w 12192000"/>
              <a:gd name="connsiteY62" fmla="*/ 180824 h 1157500"/>
              <a:gd name="connsiteX63" fmla="*/ 6894439 w 12192000"/>
              <a:gd name="connsiteY63" fmla="*/ 177642 h 1157500"/>
              <a:gd name="connsiteX64" fmla="*/ 6963220 w 12192000"/>
              <a:gd name="connsiteY64" fmla="*/ 167304 h 1157500"/>
              <a:gd name="connsiteX65" fmla="*/ 6976706 w 12192000"/>
              <a:gd name="connsiteY65" fmla="*/ 170894 h 1157500"/>
              <a:gd name="connsiteX66" fmla="*/ 6987064 w 12192000"/>
              <a:gd name="connsiteY66" fmla="*/ 160402 h 1157500"/>
              <a:gd name="connsiteX67" fmla="*/ 7058714 w 12192000"/>
              <a:gd name="connsiteY67" fmla="*/ 175992 h 1157500"/>
              <a:gd name="connsiteX68" fmla="*/ 7060499 w 12192000"/>
              <a:gd name="connsiteY68" fmla="*/ 176063 h 1157500"/>
              <a:gd name="connsiteX69" fmla="*/ 7176563 w 12192000"/>
              <a:gd name="connsiteY69" fmla="*/ 173244 h 1157500"/>
              <a:gd name="connsiteX70" fmla="*/ 7205529 w 12192000"/>
              <a:gd name="connsiteY70" fmla="*/ 181011 h 1157500"/>
              <a:gd name="connsiteX71" fmla="*/ 7310118 w 12192000"/>
              <a:gd name="connsiteY71" fmla="*/ 162605 h 1157500"/>
              <a:gd name="connsiteX72" fmla="*/ 7673859 w 12192000"/>
              <a:gd name="connsiteY72" fmla="*/ 150336 h 1157500"/>
              <a:gd name="connsiteX73" fmla="*/ 7692748 w 12192000"/>
              <a:gd name="connsiteY73" fmla="*/ 161537 h 1157500"/>
              <a:gd name="connsiteX74" fmla="*/ 7756672 w 12192000"/>
              <a:gd name="connsiteY74" fmla="*/ 157372 h 1157500"/>
              <a:gd name="connsiteX75" fmla="*/ 7974189 w 12192000"/>
              <a:gd name="connsiteY75" fmla="*/ 154819 h 1157500"/>
              <a:gd name="connsiteX76" fmla="*/ 8101969 w 12192000"/>
              <a:gd name="connsiteY76" fmla="*/ 144495 h 1157500"/>
              <a:gd name="connsiteX77" fmla="*/ 8106826 w 12192000"/>
              <a:gd name="connsiteY77" fmla="*/ 139853 h 1157500"/>
              <a:gd name="connsiteX78" fmla="*/ 8162058 w 12192000"/>
              <a:gd name="connsiteY78" fmla="*/ 96704 h 1157500"/>
              <a:gd name="connsiteX79" fmla="*/ 8184568 w 12192000"/>
              <a:gd name="connsiteY79" fmla="*/ 93990 h 1157500"/>
              <a:gd name="connsiteX80" fmla="*/ 8228227 w 12192000"/>
              <a:gd name="connsiteY80" fmla="*/ 105972 h 1157500"/>
              <a:gd name="connsiteX81" fmla="*/ 8237963 w 12192000"/>
              <a:gd name="connsiteY81" fmla="*/ 106996 h 1157500"/>
              <a:gd name="connsiteX82" fmla="*/ 8248358 w 12192000"/>
              <a:gd name="connsiteY82" fmla="*/ 106062 h 1157500"/>
              <a:gd name="connsiteX83" fmla="*/ 8249309 w 12192000"/>
              <a:gd name="connsiteY83" fmla="*/ 106698 h 1157500"/>
              <a:gd name="connsiteX84" fmla="*/ 8249997 w 12192000"/>
              <a:gd name="connsiteY84" fmla="*/ 105915 h 1157500"/>
              <a:gd name="connsiteX85" fmla="*/ 8272162 w 12192000"/>
              <a:gd name="connsiteY85" fmla="*/ 103924 h 1157500"/>
              <a:gd name="connsiteX86" fmla="*/ 8292349 w 12192000"/>
              <a:gd name="connsiteY86" fmla="*/ 97480 h 1157500"/>
              <a:gd name="connsiteX87" fmla="*/ 8307239 w 12192000"/>
              <a:gd name="connsiteY87" fmla="*/ 94591 h 1157500"/>
              <a:gd name="connsiteX88" fmla="*/ 8339282 w 12192000"/>
              <a:gd name="connsiteY88" fmla="*/ 108942 h 1157500"/>
              <a:gd name="connsiteX89" fmla="*/ 8346156 w 12192000"/>
              <a:gd name="connsiteY89" fmla="*/ 111227 h 1157500"/>
              <a:gd name="connsiteX90" fmla="*/ 8346467 w 12192000"/>
              <a:gd name="connsiteY90" fmla="*/ 111024 h 1157500"/>
              <a:gd name="connsiteX91" fmla="*/ 8354069 w 12192000"/>
              <a:gd name="connsiteY91" fmla="*/ 112942 h 1157500"/>
              <a:gd name="connsiteX92" fmla="*/ 8358687 w 12192000"/>
              <a:gd name="connsiteY92" fmla="*/ 115393 h 1157500"/>
              <a:gd name="connsiteX93" fmla="*/ 8433385 w 12192000"/>
              <a:gd name="connsiteY93" fmla="*/ 99669 h 1157500"/>
              <a:gd name="connsiteX94" fmla="*/ 8533779 w 12192000"/>
              <a:gd name="connsiteY94" fmla="*/ 98374 h 1157500"/>
              <a:gd name="connsiteX95" fmla="*/ 8632833 w 12192000"/>
              <a:gd name="connsiteY95" fmla="*/ 100532 h 1157500"/>
              <a:gd name="connsiteX96" fmla="*/ 8668523 w 12192000"/>
              <a:gd name="connsiteY96" fmla="*/ 102979 h 1157500"/>
              <a:gd name="connsiteX97" fmla="*/ 8732893 w 12192000"/>
              <a:gd name="connsiteY97" fmla="*/ 99991 h 1157500"/>
              <a:gd name="connsiteX98" fmla="*/ 8764071 w 12192000"/>
              <a:gd name="connsiteY98" fmla="*/ 94587 h 1157500"/>
              <a:gd name="connsiteX99" fmla="*/ 8767004 w 12192000"/>
              <a:gd name="connsiteY99" fmla="*/ 91519 h 1157500"/>
              <a:gd name="connsiteX100" fmla="*/ 8772553 w 12192000"/>
              <a:gd name="connsiteY100" fmla="*/ 90314 h 1157500"/>
              <a:gd name="connsiteX101" fmla="*/ 8787201 w 12192000"/>
              <a:gd name="connsiteY101" fmla="*/ 92033 h 1157500"/>
              <a:gd name="connsiteX102" fmla="*/ 8792624 w 12192000"/>
              <a:gd name="connsiteY102" fmla="*/ 93503 h 1157500"/>
              <a:gd name="connsiteX103" fmla="*/ 8800741 w 12192000"/>
              <a:gd name="connsiteY103" fmla="*/ 93897 h 1157500"/>
              <a:gd name="connsiteX104" fmla="*/ 8800966 w 12192000"/>
              <a:gd name="connsiteY104" fmla="*/ 93645 h 1157500"/>
              <a:gd name="connsiteX105" fmla="*/ 8808513 w 12192000"/>
              <a:gd name="connsiteY105" fmla="*/ 94530 h 1157500"/>
              <a:gd name="connsiteX106" fmla="*/ 8845110 w 12192000"/>
              <a:gd name="connsiteY106" fmla="*/ 102179 h 1157500"/>
              <a:gd name="connsiteX107" fmla="*/ 8917529 w 12192000"/>
              <a:gd name="connsiteY107" fmla="*/ 76373 h 1157500"/>
              <a:gd name="connsiteX108" fmla="*/ 9026654 w 12192000"/>
              <a:gd name="connsiteY108" fmla="*/ 93420 h 1157500"/>
              <a:gd name="connsiteX109" fmla="*/ 9088505 w 12192000"/>
              <a:gd name="connsiteY109" fmla="*/ 113002 h 1157500"/>
              <a:gd name="connsiteX110" fmla="*/ 9203241 w 12192000"/>
              <a:gd name="connsiteY110" fmla="*/ 111713 h 1157500"/>
              <a:gd name="connsiteX111" fmla="*/ 9415584 w 12192000"/>
              <a:gd name="connsiteY111" fmla="*/ 157156 h 1157500"/>
              <a:gd name="connsiteX112" fmla="*/ 9505102 w 12192000"/>
              <a:gd name="connsiteY112" fmla="*/ 141042 h 1157500"/>
              <a:gd name="connsiteX113" fmla="*/ 9643040 w 12192000"/>
              <a:gd name="connsiteY113" fmla="*/ 158233 h 1157500"/>
              <a:gd name="connsiteX114" fmla="*/ 9762999 w 12192000"/>
              <a:gd name="connsiteY114" fmla="*/ 162623 h 1157500"/>
              <a:gd name="connsiteX115" fmla="*/ 9776183 w 12192000"/>
              <a:gd name="connsiteY115" fmla="*/ 162191 h 1157500"/>
              <a:gd name="connsiteX116" fmla="*/ 9780532 w 12192000"/>
              <a:gd name="connsiteY116" fmla="*/ 155823 h 1157500"/>
              <a:gd name="connsiteX117" fmla="*/ 9910588 w 12192000"/>
              <a:gd name="connsiteY117" fmla="*/ 154327 h 1157500"/>
              <a:gd name="connsiteX118" fmla="*/ 9924173 w 12192000"/>
              <a:gd name="connsiteY118" fmla="*/ 158591 h 1157500"/>
              <a:gd name="connsiteX119" fmla="*/ 10010969 w 12192000"/>
              <a:gd name="connsiteY119" fmla="*/ 155802 h 1157500"/>
              <a:gd name="connsiteX120" fmla="*/ 10070699 w 12192000"/>
              <a:gd name="connsiteY120" fmla="*/ 157854 h 1157500"/>
              <a:gd name="connsiteX121" fmla="*/ 10155104 w 12192000"/>
              <a:gd name="connsiteY121" fmla="*/ 151613 h 1157500"/>
              <a:gd name="connsiteX122" fmla="*/ 10250982 w 12192000"/>
              <a:gd name="connsiteY122" fmla="*/ 128642 h 1157500"/>
              <a:gd name="connsiteX123" fmla="*/ 10343301 w 12192000"/>
              <a:gd name="connsiteY123" fmla="*/ 90884 h 1157500"/>
              <a:gd name="connsiteX124" fmla="*/ 10366625 w 12192000"/>
              <a:gd name="connsiteY124" fmla="*/ 79428 h 1157500"/>
              <a:gd name="connsiteX125" fmla="*/ 10433505 w 12192000"/>
              <a:gd name="connsiteY125" fmla="*/ 65000 h 1157500"/>
              <a:gd name="connsiteX126" fmla="*/ 10547510 w 12192000"/>
              <a:gd name="connsiteY126" fmla="*/ 47246 h 1157500"/>
              <a:gd name="connsiteX127" fmla="*/ 10588150 w 12192000"/>
              <a:gd name="connsiteY127" fmla="*/ 32287 h 1157500"/>
              <a:gd name="connsiteX128" fmla="*/ 10589457 w 12192000"/>
              <a:gd name="connsiteY128" fmla="*/ 25296 h 1157500"/>
              <a:gd name="connsiteX129" fmla="*/ 10699976 w 12192000"/>
              <a:gd name="connsiteY129" fmla="*/ 43345 h 1157500"/>
              <a:gd name="connsiteX130" fmla="*/ 10812237 w 12192000"/>
              <a:gd name="connsiteY130" fmla="*/ 46327 h 1157500"/>
              <a:gd name="connsiteX131" fmla="*/ 10869837 w 12192000"/>
              <a:gd name="connsiteY131" fmla="*/ 65795 h 1157500"/>
              <a:gd name="connsiteX132" fmla="*/ 10881770 w 12192000"/>
              <a:gd name="connsiteY132" fmla="*/ 73672 h 1157500"/>
              <a:gd name="connsiteX133" fmla="*/ 10896899 w 12192000"/>
              <a:gd name="connsiteY133" fmla="*/ 70731 h 1157500"/>
              <a:gd name="connsiteX134" fmla="*/ 10901748 w 12192000"/>
              <a:gd name="connsiteY134" fmla="*/ 66352 h 1157500"/>
              <a:gd name="connsiteX135" fmla="*/ 10947419 w 12192000"/>
              <a:gd name="connsiteY135" fmla="*/ 83316 h 1157500"/>
              <a:gd name="connsiteX136" fmla="*/ 10953034 w 12192000"/>
              <a:gd name="connsiteY136" fmla="*/ 84438 h 1157500"/>
              <a:gd name="connsiteX137" fmla="*/ 10992070 w 12192000"/>
              <a:gd name="connsiteY137" fmla="*/ 88841 h 1157500"/>
              <a:gd name="connsiteX138" fmla="*/ 11112372 w 12192000"/>
              <a:gd name="connsiteY138" fmla="*/ 82247 h 1157500"/>
              <a:gd name="connsiteX139" fmla="*/ 11147719 w 12192000"/>
              <a:gd name="connsiteY139" fmla="*/ 80560 h 1157500"/>
              <a:gd name="connsiteX140" fmla="*/ 11172617 w 12192000"/>
              <a:gd name="connsiteY140" fmla="*/ 76265 h 1157500"/>
              <a:gd name="connsiteX141" fmla="*/ 11240397 w 12192000"/>
              <a:gd name="connsiteY141" fmla="*/ 81830 h 1157500"/>
              <a:gd name="connsiteX142" fmla="*/ 11270034 w 12192000"/>
              <a:gd name="connsiteY142" fmla="*/ 91947 h 1157500"/>
              <a:gd name="connsiteX143" fmla="*/ 11293091 w 12192000"/>
              <a:gd name="connsiteY143" fmla="*/ 92042 h 1157500"/>
              <a:gd name="connsiteX144" fmla="*/ 11310949 w 12192000"/>
              <a:gd name="connsiteY144" fmla="*/ 97842 h 1157500"/>
              <a:gd name="connsiteX145" fmla="*/ 11345279 w 12192000"/>
              <a:gd name="connsiteY145" fmla="*/ 95451 h 1157500"/>
              <a:gd name="connsiteX146" fmla="*/ 11354597 w 12192000"/>
              <a:gd name="connsiteY146" fmla="*/ 97953 h 1157500"/>
              <a:gd name="connsiteX147" fmla="*/ 11367725 w 12192000"/>
              <a:gd name="connsiteY147" fmla="*/ 97999 h 1157500"/>
              <a:gd name="connsiteX148" fmla="*/ 11399832 w 12192000"/>
              <a:gd name="connsiteY148" fmla="*/ 110616 h 1157500"/>
              <a:gd name="connsiteX149" fmla="*/ 11487595 w 12192000"/>
              <a:gd name="connsiteY149" fmla="*/ 152322 h 1157500"/>
              <a:gd name="connsiteX150" fmla="*/ 11590850 w 12192000"/>
              <a:gd name="connsiteY150" fmla="*/ 238552 h 1157500"/>
              <a:gd name="connsiteX151" fmla="*/ 11736204 w 12192000"/>
              <a:gd name="connsiteY151" fmla="*/ 277509 h 1157500"/>
              <a:gd name="connsiteX152" fmla="*/ 11760331 w 12192000"/>
              <a:gd name="connsiteY152" fmla="*/ 291936 h 1157500"/>
              <a:gd name="connsiteX153" fmla="*/ 11819139 w 12192000"/>
              <a:gd name="connsiteY153" fmla="*/ 304143 h 1157500"/>
              <a:gd name="connsiteX154" fmla="*/ 11821967 w 12192000"/>
              <a:gd name="connsiteY154" fmla="*/ 305790 h 1157500"/>
              <a:gd name="connsiteX155" fmla="*/ 11847125 w 12192000"/>
              <a:gd name="connsiteY155" fmla="*/ 297401 h 1157500"/>
              <a:gd name="connsiteX156" fmla="*/ 11980134 w 12192000"/>
              <a:gd name="connsiteY156" fmla="*/ 321911 h 1157500"/>
              <a:gd name="connsiteX157" fmla="*/ 12174576 w 12192000"/>
              <a:gd name="connsiteY157" fmla="*/ 376108 h 1157500"/>
              <a:gd name="connsiteX158" fmla="*/ 12192000 w 12192000"/>
              <a:gd name="connsiteY158" fmla="*/ 379233 h 1157500"/>
              <a:gd name="connsiteX159" fmla="*/ 12192000 w 12192000"/>
              <a:gd name="connsiteY159" fmla="*/ 1157500 h 1157500"/>
              <a:gd name="connsiteX160" fmla="*/ 0 w 12192000"/>
              <a:gd name="connsiteY160" fmla="*/ 1157500 h 1157500"/>
              <a:gd name="connsiteX161" fmla="*/ 0 w 12192000"/>
              <a:gd name="connsiteY161" fmla="*/ 483545 h 1157500"/>
              <a:gd name="connsiteX162" fmla="*/ 5331 w 12192000"/>
              <a:gd name="connsiteY162" fmla="*/ 482797 h 1157500"/>
              <a:gd name="connsiteX163" fmla="*/ 39902 w 12192000"/>
              <a:gd name="connsiteY163" fmla="*/ 472284 h 1157500"/>
              <a:gd name="connsiteX164" fmla="*/ 117880 w 12192000"/>
              <a:gd name="connsiteY164" fmla="*/ 420956 h 1157500"/>
              <a:gd name="connsiteX165" fmla="*/ 238140 w 12192000"/>
              <a:gd name="connsiteY165" fmla="*/ 379297 h 1157500"/>
              <a:gd name="connsiteX166" fmla="*/ 249589 w 12192000"/>
              <a:gd name="connsiteY166" fmla="*/ 379517 h 1157500"/>
              <a:gd name="connsiteX167" fmla="*/ 296963 w 12192000"/>
              <a:gd name="connsiteY167" fmla="*/ 356102 h 1157500"/>
              <a:gd name="connsiteX168" fmla="*/ 339235 w 12192000"/>
              <a:gd name="connsiteY168" fmla="*/ 324425 h 1157500"/>
              <a:gd name="connsiteX169" fmla="*/ 447152 w 12192000"/>
              <a:gd name="connsiteY169" fmla="*/ 327423 h 1157500"/>
              <a:gd name="connsiteX170" fmla="*/ 475247 w 12192000"/>
              <a:gd name="connsiteY170" fmla="*/ 336714 h 1157500"/>
              <a:gd name="connsiteX171" fmla="*/ 477967 w 12192000"/>
              <a:gd name="connsiteY171" fmla="*/ 337960 h 1157500"/>
              <a:gd name="connsiteX172" fmla="*/ 703732 w 12192000"/>
              <a:gd name="connsiteY172" fmla="*/ 316599 h 1157500"/>
              <a:gd name="connsiteX173" fmla="*/ 853391 w 12192000"/>
              <a:gd name="connsiteY173" fmla="*/ 303591 h 1157500"/>
              <a:gd name="connsiteX174" fmla="*/ 925332 w 12192000"/>
              <a:gd name="connsiteY174" fmla="*/ 298686 h 1157500"/>
              <a:gd name="connsiteX175" fmla="*/ 941286 w 12192000"/>
              <a:gd name="connsiteY175" fmla="*/ 288932 h 1157500"/>
              <a:gd name="connsiteX176" fmla="*/ 950845 w 12192000"/>
              <a:gd name="connsiteY176" fmla="*/ 286595 h 1157500"/>
              <a:gd name="connsiteX177" fmla="*/ 953292 w 12192000"/>
              <a:gd name="connsiteY177" fmla="*/ 280892 h 1157500"/>
              <a:gd name="connsiteX178" fmla="*/ 967499 w 12192000"/>
              <a:gd name="connsiteY178" fmla="*/ 273760 h 1157500"/>
              <a:gd name="connsiteX179" fmla="*/ 1069267 w 12192000"/>
              <a:gd name="connsiteY179" fmla="*/ 262766 h 1157500"/>
              <a:gd name="connsiteX180" fmla="*/ 1138407 w 12192000"/>
              <a:gd name="connsiteY180" fmla="*/ 246567 h 1157500"/>
              <a:gd name="connsiteX181" fmla="*/ 1164931 w 12192000"/>
              <a:gd name="connsiteY181" fmla="*/ 238622 h 1157500"/>
              <a:gd name="connsiteX182" fmla="*/ 1211622 w 12192000"/>
              <a:gd name="connsiteY182" fmla="*/ 220676 h 1157500"/>
              <a:gd name="connsiteX183" fmla="*/ 1274567 w 12192000"/>
              <a:gd name="connsiteY183" fmla="*/ 203380 h 1157500"/>
              <a:gd name="connsiteX184" fmla="*/ 1325029 w 12192000"/>
              <a:gd name="connsiteY184" fmla="*/ 207937 h 1157500"/>
              <a:gd name="connsiteX185" fmla="*/ 1356805 w 12192000"/>
              <a:gd name="connsiteY185" fmla="*/ 203622 h 1157500"/>
              <a:gd name="connsiteX186" fmla="*/ 1468752 w 12192000"/>
              <a:gd name="connsiteY186" fmla="*/ 214604 h 1157500"/>
              <a:gd name="connsiteX187" fmla="*/ 1650750 w 12192000"/>
              <a:gd name="connsiteY187" fmla="*/ 165090 h 1157500"/>
              <a:gd name="connsiteX188" fmla="*/ 1655056 w 12192000"/>
              <a:gd name="connsiteY188" fmla="*/ 172106 h 1157500"/>
              <a:gd name="connsiteX189" fmla="*/ 1683220 w 12192000"/>
              <a:gd name="connsiteY189" fmla="*/ 169652 h 1157500"/>
              <a:gd name="connsiteX190" fmla="*/ 1685599 w 12192000"/>
              <a:gd name="connsiteY190" fmla="*/ 165388 h 1157500"/>
              <a:gd name="connsiteX191" fmla="*/ 1735783 w 12192000"/>
              <a:gd name="connsiteY191" fmla="*/ 177400 h 1157500"/>
              <a:gd name="connsiteX192" fmla="*/ 1797102 w 12192000"/>
              <a:gd name="connsiteY192" fmla="*/ 182289 h 1157500"/>
              <a:gd name="connsiteX193" fmla="*/ 1845638 w 12192000"/>
              <a:gd name="connsiteY193" fmla="*/ 163774 h 1157500"/>
              <a:gd name="connsiteX194" fmla="*/ 1848980 w 12192000"/>
              <a:gd name="connsiteY194" fmla="*/ 167516 h 1157500"/>
              <a:gd name="connsiteX195" fmla="*/ 1880587 w 12192000"/>
              <a:gd name="connsiteY195" fmla="*/ 165506 h 1157500"/>
              <a:gd name="connsiteX196" fmla="*/ 1995803 w 12192000"/>
              <a:gd name="connsiteY196" fmla="*/ 131847 h 1157500"/>
              <a:gd name="connsiteX197" fmla="*/ 2057448 w 12192000"/>
              <a:gd name="connsiteY197" fmla="*/ 128650 h 1157500"/>
              <a:gd name="connsiteX198" fmla="*/ 2119088 w 12192000"/>
              <a:gd name="connsiteY198" fmla="*/ 113508 h 1157500"/>
              <a:gd name="connsiteX199" fmla="*/ 2138831 w 12192000"/>
              <a:gd name="connsiteY199" fmla="*/ 116194 h 1157500"/>
              <a:gd name="connsiteX200" fmla="*/ 2214259 w 12192000"/>
              <a:gd name="connsiteY200" fmla="*/ 110542 h 1157500"/>
              <a:gd name="connsiteX201" fmla="*/ 2264911 w 12192000"/>
              <a:gd name="connsiteY201" fmla="*/ 101639 h 1157500"/>
              <a:gd name="connsiteX202" fmla="*/ 2454058 w 12192000"/>
              <a:gd name="connsiteY202" fmla="*/ 67266 h 1157500"/>
              <a:gd name="connsiteX203" fmla="*/ 2534188 w 12192000"/>
              <a:gd name="connsiteY203" fmla="*/ 63730 h 1157500"/>
              <a:gd name="connsiteX204" fmla="*/ 2616912 w 12192000"/>
              <a:gd name="connsiteY204" fmla="*/ 44757 h 1157500"/>
              <a:gd name="connsiteX205" fmla="*/ 2698592 w 12192000"/>
              <a:gd name="connsiteY205" fmla="*/ 35873 h 1157500"/>
              <a:gd name="connsiteX206" fmla="*/ 2891953 w 12192000"/>
              <a:gd name="connsiteY20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19089 w 12192000"/>
              <a:gd name="connsiteY53" fmla="*/ 191842 h 1157500"/>
              <a:gd name="connsiteX54" fmla="*/ 6595639 w 12192000"/>
              <a:gd name="connsiteY54" fmla="*/ 168164 h 1157500"/>
              <a:gd name="connsiteX55" fmla="*/ 6692265 w 12192000"/>
              <a:gd name="connsiteY55" fmla="*/ 164829 h 1157500"/>
              <a:gd name="connsiteX56" fmla="*/ 6697219 w 12192000"/>
              <a:gd name="connsiteY56" fmla="*/ 165301 h 1157500"/>
              <a:gd name="connsiteX57" fmla="*/ 6713656 w 12192000"/>
              <a:gd name="connsiteY57" fmla="*/ 153600 h 1157500"/>
              <a:gd name="connsiteX58" fmla="*/ 6714383 w 12192000"/>
              <a:gd name="connsiteY58" fmla="*/ 150425 h 1157500"/>
              <a:gd name="connsiteX59" fmla="*/ 6774793 w 12192000"/>
              <a:gd name="connsiteY59" fmla="*/ 159713 h 1157500"/>
              <a:gd name="connsiteX60" fmla="*/ 6782112 w 12192000"/>
              <a:gd name="connsiteY60" fmla="*/ 155255 h 1157500"/>
              <a:gd name="connsiteX61" fmla="*/ 6878958 w 12192000"/>
              <a:gd name="connsiteY61" fmla="*/ 180824 h 1157500"/>
              <a:gd name="connsiteX62" fmla="*/ 6894439 w 12192000"/>
              <a:gd name="connsiteY62" fmla="*/ 177642 h 1157500"/>
              <a:gd name="connsiteX63" fmla="*/ 6963220 w 12192000"/>
              <a:gd name="connsiteY63" fmla="*/ 167304 h 1157500"/>
              <a:gd name="connsiteX64" fmla="*/ 6976706 w 12192000"/>
              <a:gd name="connsiteY64" fmla="*/ 170894 h 1157500"/>
              <a:gd name="connsiteX65" fmla="*/ 6987064 w 12192000"/>
              <a:gd name="connsiteY65" fmla="*/ 160402 h 1157500"/>
              <a:gd name="connsiteX66" fmla="*/ 7058714 w 12192000"/>
              <a:gd name="connsiteY66" fmla="*/ 175992 h 1157500"/>
              <a:gd name="connsiteX67" fmla="*/ 7060499 w 12192000"/>
              <a:gd name="connsiteY67" fmla="*/ 176063 h 1157500"/>
              <a:gd name="connsiteX68" fmla="*/ 7176563 w 12192000"/>
              <a:gd name="connsiteY68" fmla="*/ 173244 h 1157500"/>
              <a:gd name="connsiteX69" fmla="*/ 7205529 w 12192000"/>
              <a:gd name="connsiteY69" fmla="*/ 181011 h 1157500"/>
              <a:gd name="connsiteX70" fmla="*/ 7310118 w 12192000"/>
              <a:gd name="connsiteY70" fmla="*/ 162605 h 1157500"/>
              <a:gd name="connsiteX71" fmla="*/ 7673859 w 12192000"/>
              <a:gd name="connsiteY71" fmla="*/ 150336 h 1157500"/>
              <a:gd name="connsiteX72" fmla="*/ 7692748 w 12192000"/>
              <a:gd name="connsiteY72" fmla="*/ 161537 h 1157500"/>
              <a:gd name="connsiteX73" fmla="*/ 7756672 w 12192000"/>
              <a:gd name="connsiteY73" fmla="*/ 157372 h 1157500"/>
              <a:gd name="connsiteX74" fmla="*/ 7974189 w 12192000"/>
              <a:gd name="connsiteY74" fmla="*/ 154819 h 1157500"/>
              <a:gd name="connsiteX75" fmla="*/ 8101969 w 12192000"/>
              <a:gd name="connsiteY75" fmla="*/ 144495 h 1157500"/>
              <a:gd name="connsiteX76" fmla="*/ 8106826 w 12192000"/>
              <a:gd name="connsiteY76" fmla="*/ 139853 h 1157500"/>
              <a:gd name="connsiteX77" fmla="*/ 8162058 w 12192000"/>
              <a:gd name="connsiteY77" fmla="*/ 96704 h 1157500"/>
              <a:gd name="connsiteX78" fmla="*/ 8184568 w 12192000"/>
              <a:gd name="connsiteY78" fmla="*/ 93990 h 1157500"/>
              <a:gd name="connsiteX79" fmla="*/ 8228227 w 12192000"/>
              <a:gd name="connsiteY79" fmla="*/ 105972 h 1157500"/>
              <a:gd name="connsiteX80" fmla="*/ 8237963 w 12192000"/>
              <a:gd name="connsiteY80" fmla="*/ 106996 h 1157500"/>
              <a:gd name="connsiteX81" fmla="*/ 8248358 w 12192000"/>
              <a:gd name="connsiteY81" fmla="*/ 106062 h 1157500"/>
              <a:gd name="connsiteX82" fmla="*/ 8249309 w 12192000"/>
              <a:gd name="connsiteY82" fmla="*/ 106698 h 1157500"/>
              <a:gd name="connsiteX83" fmla="*/ 8249997 w 12192000"/>
              <a:gd name="connsiteY83" fmla="*/ 105915 h 1157500"/>
              <a:gd name="connsiteX84" fmla="*/ 8272162 w 12192000"/>
              <a:gd name="connsiteY84" fmla="*/ 103924 h 1157500"/>
              <a:gd name="connsiteX85" fmla="*/ 8292349 w 12192000"/>
              <a:gd name="connsiteY85" fmla="*/ 97480 h 1157500"/>
              <a:gd name="connsiteX86" fmla="*/ 8307239 w 12192000"/>
              <a:gd name="connsiteY86" fmla="*/ 94591 h 1157500"/>
              <a:gd name="connsiteX87" fmla="*/ 8339282 w 12192000"/>
              <a:gd name="connsiteY87" fmla="*/ 108942 h 1157500"/>
              <a:gd name="connsiteX88" fmla="*/ 8346156 w 12192000"/>
              <a:gd name="connsiteY88" fmla="*/ 111227 h 1157500"/>
              <a:gd name="connsiteX89" fmla="*/ 8346467 w 12192000"/>
              <a:gd name="connsiteY89" fmla="*/ 111024 h 1157500"/>
              <a:gd name="connsiteX90" fmla="*/ 8354069 w 12192000"/>
              <a:gd name="connsiteY90" fmla="*/ 112942 h 1157500"/>
              <a:gd name="connsiteX91" fmla="*/ 8358687 w 12192000"/>
              <a:gd name="connsiteY91" fmla="*/ 115393 h 1157500"/>
              <a:gd name="connsiteX92" fmla="*/ 8433385 w 12192000"/>
              <a:gd name="connsiteY92" fmla="*/ 99669 h 1157500"/>
              <a:gd name="connsiteX93" fmla="*/ 8533779 w 12192000"/>
              <a:gd name="connsiteY93" fmla="*/ 98374 h 1157500"/>
              <a:gd name="connsiteX94" fmla="*/ 8632833 w 12192000"/>
              <a:gd name="connsiteY94" fmla="*/ 100532 h 1157500"/>
              <a:gd name="connsiteX95" fmla="*/ 8668523 w 12192000"/>
              <a:gd name="connsiteY95" fmla="*/ 102979 h 1157500"/>
              <a:gd name="connsiteX96" fmla="*/ 8732893 w 12192000"/>
              <a:gd name="connsiteY96" fmla="*/ 99991 h 1157500"/>
              <a:gd name="connsiteX97" fmla="*/ 8764071 w 12192000"/>
              <a:gd name="connsiteY97" fmla="*/ 94587 h 1157500"/>
              <a:gd name="connsiteX98" fmla="*/ 8767004 w 12192000"/>
              <a:gd name="connsiteY98" fmla="*/ 91519 h 1157500"/>
              <a:gd name="connsiteX99" fmla="*/ 8772553 w 12192000"/>
              <a:gd name="connsiteY99" fmla="*/ 90314 h 1157500"/>
              <a:gd name="connsiteX100" fmla="*/ 8787201 w 12192000"/>
              <a:gd name="connsiteY100" fmla="*/ 92033 h 1157500"/>
              <a:gd name="connsiteX101" fmla="*/ 8792624 w 12192000"/>
              <a:gd name="connsiteY101" fmla="*/ 93503 h 1157500"/>
              <a:gd name="connsiteX102" fmla="*/ 8800741 w 12192000"/>
              <a:gd name="connsiteY102" fmla="*/ 93897 h 1157500"/>
              <a:gd name="connsiteX103" fmla="*/ 8800966 w 12192000"/>
              <a:gd name="connsiteY103" fmla="*/ 93645 h 1157500"/>
              <a:gd name="connsiteX104" fmla="*/ 8808513 w 12192000"/>
              <a:gd name="connsiteY104" fmla="*/ 94530 h 1157500"/>
              <a:gd name="connsiteX105" fmla="*/ 8845110 w 12192000"/>
              <a:gd name="connsiteY105" fmla="*/ 102179 h 1157500"/>
              <a:gd name="connsiteX106" fmla="*/ 8917529 w 12192000"/>
              <a:gd name="connsiteY106" fmla="*/ 76373 h 1157500"/>
              <a:gd name="connsiteX107" fmla="*/ 9026654 w 12192000"/>
              <a:gd name="connsiteY107" fmla="*/ 93420 h 1157500"/>
              <a:gd name="connsiteX108" fmla="*/ 9088505 w 12192000"/>
              <a:gd name="connsiteY108" fmla="*/ 113002 h 1157500"/>
              <a:gd name="connsiteX109" fmla="*/ 9203241 w 12192000"/>
              <a:gd name="connsiteY109" fmla="*/ 111713 h 1157500"/>
              <a:gd name="connsiteX110" fmla="*/ 9415584 w 12192000"/>
              <a:gd name="connsiteY110" fmla="*/ 157156 h 1157500"/>
              <a:gd name="connsiteX111" fmla="*/ 9505102 w 12192000"/>
              <a:gd name="connsiteY111" fmla="*/ 141042 h 1157500"/>
              <a:gd name="connsiteX112" fmla="*/ 9643040 w 12192000"/>
              <a:gd name="connsiteY112" fmla="*/ 158233 h 1157500"/>
              <a:gd name="connsiteX113" fmla="*/ 9762999 w 12192000"/>
              <a:gd name="connsiteY113" fmla="*/ 162623 h 1157500"/>
              <a:gd name="connsiteX114" fmla="*/ 9776183 w 12192000"/>
              <a:gd name="connsiteY114" fmla="*/ 162191 h 1157500"/>
              <a:gd name="connsiteX115" fmla="*/ 9780532 w 12192000"/>
              <a:gd name="connsiteY115" fmla="*/ 155823 h 1157500"/>
              <a:gd name="connsiteX116" fmla="*/ 9910588 w 12192000"/>
              <a:gd name="connsiteY116" fmla="*/ 154327 h 1157500"/>
              <a:gd name="connsiteX117" fmla="*/ 9924173 w 12192000"/>
              <a:gd name="connsiteY117" fmla="*/ 158591 h 1157500"/>
              <a:gd name="connsiteX118" fmla="*/ 10010969 w 12192000"/>
              <a:gd name="connsiteY118" fmla="*/ 155802 h 1157500"/>
              <a:gd name="connsiteX119" fmla="*/ 10070699 w 12192000"/>
              <a:gd name="connsiteY119" fmla="*/ 157854 h 1157500"/>
              <a:gd name="connsiteX120" fmla="*/ 10155104 w 12192000"/>
              <a:gd name="connsiteY120" fmla="*/ 151613 h 1157500"/>
              <a:gd name="connsiteX121" fmla="*/ 10250982 w 12192000"/>
              <a:gd name="connsiteY121" fmla="*/ 128642 h 1157500"/>
              <a:gd name="connsiteX122" fmla="*/ 10343301 w 12192000"/>
              <a:gd name="connsiteY122" fmla="*/ 90884 h 1157500"/>
              <a:gd name="connsiteX123" fmla="*/ 10366625 w 12192000"/>
              <a:gd name="connsiteY123" fmla="*/ 79428 h 1157500"/>
              <a:gd name="connsiteX124" fmla="*/ 10433505 w 12192000"/>
              <a:gd name="connsiteY124" fmla="*/ 65000 h 1157500"/>
              <a:gd name="connsiteX125" fmla="*/ 10547510 w 12192000"/>
              <a:gd name="connsiteY125" fmla="*/ 47246 h 1157500"/>
              <a:gd name="connsiteX126" fmla="*/ 10588150 w 12192000"/>
              <a:gd name="connsiteY126" fmla="*/ 32287 h 1157500"/>
              <a:gd name="connsiteX127" fmla="*/ 10589457 w 12192000"/>
              <a:gd name="connsiteY127" fmla="*/ 25296 h 1157500"/>
              <a:gd name="connsiteX128" fmla="*/ 10699976 w 12192000"/>
              <a:gd name="connsiteY128" fmla="*/ 43345 h 1157500"/>
              <a:gd name="connsiteX129" fmla="*/ 10812237 w 12192000"/>
              <a:gd name="connsiteY129" fmla="*/ 46327 h 1157500"/>
              <a:gd name="connsiteX130" fmla="*/ 10869837 w 12192000"/>
              <a:gd name="connsiteY130" fmla="*/ 65795 h 1157500"/>
              <a:gd name="connsiteX131" fmla="*/ 10881770 w 12192000"/>
              <a:gd name="connsiteY131" fmla="*/ 73672 h 1157500"/>
              <a:gd name="connsiteX132" fmla="*/ 10896899 w 12192000"/>
              <a:gd name="connsiteY132" fmla="*/ 70731 h 1157500"/>
              <a:gd name="connsiteX133" fmla="*/ 10901748 w 12192000"/>
              <a:gd name="connsiteY133" fmla="*/ 66352 h 1157500"/>
              <a:gd name="connsiteX134" fmla="*/ 10947419 w 12192000"/>
              <a:gd name="connsiteY134" fmla="*/ 83316 h 1157500"/>
              <a:gd name="connsiteX135" fmla="*/ 10953034 w 12192000"/>
              <a:gd name="connsiteY135" fmla="*/ 84438 h 1157500"/>
              <a:gd name="connsiteX136" fmla="*/ 10992070 w 12192000"/>
              <a:gd name="connsiteY136" fmla="*/ 88841 h 1157500"/>
              <a:gd name="connsiteX137" fmla="*/ 11112372 w 12192000"/>
              <a:gd name="connsiteY137" fmla="*/ 82247 h 1157500"/>
              <a:gd name="connsiteX138" fmla="*/ 11147719 w 12192000"/>
              <a:gd name="connsiteY138" fmla="*/ 80560 h 1157500"/>
              <a:gd name="connsiteX139" fmla="*/ 11172617 w 12192000"/>
              <a:gd name="connsiteY139" fmla="*/ 76265 h 1157500"/>
              <a:gd name="connsiteX140" fmla="*/ 11240397 w 12192000"/>
              <a:gd name="connsiteY140" fmla="*/ 81830 h 1157500"/>
              <a:gd name="connsiteX141" fmla="*/ 11270034 w 12192000"/>
              <a:gd name="connsiteY141" fmla="*/ 91947 h 1157500"/>
              <a:gd name="connsiteX142" fmla="*/ 11293091 w 12192000"/>
              <a:gd name="connsiteY142" fmla="*/ 92042 h 1157500"/>
              <a:gd name="connsiteX143" fmla="*/ 11310949 w 12192000"/>
              <a:gd name="connsiteY143" fmla="*/ 97842 h 1157500"/>
              <a:gd name="connsiteX144" fmla="*/ 11345279 w 12192000"/>
              <a:gd name="connsiteY144" fmla="*/ 95451 h 1157500"/>
              <a:gd name="connsiteX145" fmla="*/ 11354597 w 12192000"/>
              <a:gd name="connsiteY145" fmla="*/ 97953 h 1157500"/>
              <a:gd name="connsiteX146" fmla="*/ 11367725 w 12192000"/>
              <a:gd name="connsiteY146" fmla="*/ 97999 h 1157500"/>
              <a:gd name="connsiteX147" fmla="*/ 11399832 w 12192000"/>
              <a:gd name="connsiteY147" fmla="*/ 110616 h 1157500"/>
              <a:gd name="connsiteX148" fmla="*/ 11487595 w 12192000"/>
              <a:gd name="connsiteY148" fmla="*/ 152322 h 1157500"/>
              <a:gd name="connsiteX149" fmla="*/ 11590850 w 12192000"/>
              <a:gd name="connsiteY149" fmla="*/ 238552 h 1157500"/>
              <a:gd name="connsiteX150" fmla="*/ 11736204 w 12192000"/>
              <a:gd name="connsiteY150" fmla="*/ 277509 h 1157500"/>
              <a:gd name="connsiteX151" fmla="*/ 11760331 w 12192000"/>
              <a:gd name="connsiteY151" fmla="*/ 291936 h 1157500"/>
              <a:gd name="connsiteX152" fmla="*/ 11819139 w 12192000"/>
              <a:gd name="connsiteY152" fmla="*/ 304143 h 1157500"/>
              <a:gd name="connsiteX153" fmla="*/ 11821967 w 12192000"/>
              <a:gd name="connsiteY153" fmla="*/ 305790 h 1157500"/>
              <a:gd name="connsiteX154" fmla="*/ 11847125 w 12192000"/>
              <a:gd name="connsiteY154" fmla="*/ 297401 h 1157500"/>
              <a:gd name="connsiteX155" fmla="*/ 11980134 w 12192000"/>
              <a:gd name="connsiteY155" fmla="*/ 321911 h 1157500"/>
              <a:gd name="connsiteX156" fmla="*/ 12174576 w 12192000"/>
              <a:gd name="connsiteY156" fmla="*/ 376108 h 1157500"/>
              <a:gd name="connsiteX157" fmla="*/ 12192000 w 12192000"/>
              <a:gd name="connsiteY157" fmla="*/ 379233 h 1157500"/>
              <a:gd name="connsiteX158" fmla="*/ 12192000 w 12192000"/>
              <a:gd name="connsiteY158" fmla="*/ 1157500 h 1157500"/>
              <a:gd name="connsiteX159" fmla="*/ 0 w 12192000"/>
              <a:gd name="connsiteY159" fmla="*/ 1157500 h 1157500"/>
              <a:gd name="connsiteX160" fmla="*/ 0 w 12192000"/>
              <a:gd name="connsiteY160" fmla="*/ 483545 h 1157500"/>
              <a:gd name="connsiteX161" fmla="*/ 5331 w 12192000"/>
              <a:gd name="connsiteY161" fmla="*/ 482797 h 1157500"/>
              <a:gd name="connsiteX162" fmla="*/ 39902 w 12192000"/>
              <a:gd name="connsiteY162" fmla="*/ 472284 h 1157500"/>
              <a:gd name="connsiteX163" fmla="*/ 117880 w 12192000"/>
              <a:gd name="connsiteY163" fmla="*/ 420956 h 1157500"/>
              <a:gd name="connsiteX164" fmla="*/ 238140 w 12192000"/>
              <a:gd name="connsiteY164" fmla="*/ 379297 h 1157500"/>
              <a:gd name="connsiteX165" fmla="*/ 249589 w 12192000"/>
              <a:gd name="connsiteY165" fmla="*/ 379517 h 1157500"/>
              <a:gd name="connsiteX166" fmla="*/ 296963 w 12192000"/>
              <a:gd name="connsiteY166" fmla="*/ 356102 h 1157500"/>
              <a:gd name="connsiteX167" fmla="*/ 339235 w 12192000"/>
              <a:gd name="connsiteY167" fmla="*/ 324425 h 1157500"/>
              <a:gd name="connsiteX168" fmla="*/ 447152 w 12192000"/>
              <a:gd name="connsiteY168" fmla="*/ 327423 h 1157500"/>
              <a:gd name="connsiteX169" fmla="*/ 475247 w 12192000"/>
              <a:gd name="connsiteY169" fmla="*/ 336714 h 1157500"/>
              <a:gd name="connsiteX170" fmla="*/ 477967 w 12192000"/>
              <a:gd name="connsiteY170" fmla="*/ 337960 h 1157500"/>
              <a:gd name="connsiteX171" fmla="*/ 703732 w 12192000"/>
              <a:gd name="connsiteY171" fmla="*/ 316599 h 1157500"/>
              <a:gd name="connsiteX172" fmla="*/ 853391 w 12192000"/>
              <a:gd name="connsiteY172" fmla="*/ 303591 h 1157500"/>
              <a:gd name="connsiteX173" fmla="*/ 925332 w 12192000"/>
              <a:gd name="connsiteY173" fmla="*/ 298686 h 1157500"/>
              <a:gd name="connsiteX174" fmla="*/ 941286 w 12192000"/>
              <a:gd name="connsiteY174" fmla="*/ 288932 h 1157500"/>
              <a:gd name="connsiteX175" fmla="*/ 950845 w 12192000"/>
              <a:gd name="connsiteY175" fmla="*/ 286595 h 1157500"/>
              <a:gd name="connsiteX176" fmla="*/ 953292 w 12192000"/>
              <a:gd name="connsiteY176" fmla="*/ 280892 h 1157500"/>
              <a:gd name="connsiteX177" fmla="*/ 967499 w 12192000"/>
              <a:gd name="connsiteY177" fmla="*/ 273760 h 1157500"/>
              <a:gd name="connsiteX178" fmla="*/ 1069267 w 12192000"/>
              <a:gd name="connsiteY178" fmla="*/ 262766 h 1157500"/>
              <a:gd name="connsiteX179" fmla="*/ 1138407 w 12192000"/>
              <a:gd name="connsiteY179" fmla="*/ 246567 h 1157500"/>
              <a:gd name="connsiteX180" fmla="*/ 1164931 w 12192000"/>
              <a:gd name="connsiteY180" fmla="*/ 238622 h 1157500"/>
              <a:gd name="connsiteX181" fmla="*/ 1211622 w 12192000"/>
              <a:gd name="connsiteY181" fmla="*/ 220676 h 1157500"/>
              <a:gd name="connsiteX182" fmla="*/ 1274567 w 12192000"/>
              <a:gd name="connsiteY182" fmla="*/ 203380 h 1157500"/>
              <a:gd name="connsiteX183" fmla="*/ 1325029 w 12192000"/>
              <a:gd name="connsiteY183" fmla="*/ 207937 h 1157500"/>
              <a:gd name="connsiteX184" fmla="*/ 1356805 w 12192000"/>
              <a:gd name="connsiteY184" fmla="*/ 203622 h 1157500"/>
              <a:gd name="connsiteX185" fmla="*/ 1468752 w 12192000"/>
              <a:gd name="connsiteY185" fmla="*/ 214604 h 1157500"/>
              <a:gd name="connsiteX186" fmla="*/ 1650750 w 12192000"/>
              <a:gd name="connsiteY186" fmla="*/ 165090 h 1157500"/>
              <a:gd name="connsiteX187" fmla="*/ 1655056 w 12192000"/>
              <a:gd name="connsiteY187" fmla="*/ 172106 h 1157500"/>
              <a:gd name="connsiteX188" fmla="*/ 1683220 w 12192000"/>
              <a:gd name="connsiteY188" fmla="*/ 169652 h 1157500"/>
              <a:gd name="connsiteX189" fmla="*/ 1685599 w 12192000"/>
              <a:gd name="connsiteY189" fmla="*/ 165388 h 1157500"/>
              <a:gd name="connsiteX190" fmla="*/ 1735783 w 12192000"/>
              <a:gd name="connsiteY190" fmla="*/ 177400 h 1157500"/>
              <a:gd name="connsiteX191" fmla="*/ 1797102 w 12192000"/>
              <a:gd name="connsiteY191" fmla="*/ 182289 h 1157500"/>
              <a:gd name="connsiteX192" fmla="*/ 1845638 w 12192000"/>
              <a:gd name="connsiteY192" fmla="*/ 163774 h 1157500"/>
              <a:gd name="connsiteX193" fmla="*/ 1848980 w 12192000"/>
              <a:gd name="connsiteY193" fmla="*/ 167516 h 1157500"/>
              <a:gd name="connsiteX194" fmla="*/ 1880587 w 12192000"/>
              <a:gd name="connsiteY194" fmla="*/ 165506 h 1157500"/>
              <a:gd name="connsiteX195" fmla="*/ 1995803 w 12192000"/>
              <a:gd name="connsiteY195" fmla="*/ 131847 h 1157500"/>
              <a:gd name="connsiteX196" fmla="*/ 2057448 w 12192000"/>
              <a:gd name="connsiteY196" fmla="*/ 128650 h 1157500"/>
              <a:gd name="connsiteX197" fmla="*/ 2119088 w 12192000"/>
              <a:gd name="connsiteY197" fmla="*/ 113508 h 1157500"/>
              <a:gd name="connsiteX198" fmla="*/ 2138831 w 12192000"/>
              <a:gd name="connsiteY198" fmla="*/ 116194 h 1157500"/>
              <a:gd name="connsiteX199" fmla="*/ 2214259 w 12192000"/>
              <a:gd name="connsiteY199" fmla="*/ 110542 h 1157500"/>
              <a:gd name="connsiteX200" fmla="*/ 2264911 w 12192000"/>
              <a:gd name="connsiteY200" fmla="*/ 101639 h 1157500"/>
              <a:gd name="connsiteX201" fmla="*/ 2454058 w 12192000"/>
              <a:gd name="connsiteY201" fmla="*/ 67266 h 1157500"/>
              <a:gd name="connsiteX202" fmla="*/ 2534188 w 12192000"/>
              <a:gd name="connsiteY202" fmla="*/ 63730 h 1157500"/>
              <a:gd name="connsiteX203" fmla="*/ 2616912 w 12192000"/>
              <a:gd name="connsiteY203" fmla="*/ 44757 h 1157500"/>
              <a:gd name="connsiteX204" fmla="*/ 2698592 w 12192000"/>
              <a:gd name="connsiteY204" fmla="*/ 35873 h 1157500"/>
              <a:gd name="connsiteX205" fmla="*/ 2891953 w 12192000"/>
              <a:gd name="connsiteY20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590850 w 12192000"/>
              <a:gd name="connsiteY148" fmla="*/ 238552 h 1157500"/>
              <a:gd name="connsiteX149" fmla="*/ 11736204 w 12192000"/>
              <a:gd name="connsiteY149" fmla="*/ 277509 h 1157500"/>
              <a:gd name="connsiteX150" fmla="*/ 11760331 w 12192000"/>
              <a:gd name="connsiteY150" fmla="*/ 291936 h 1157500"/>
              <a:gd name="connsiteX151" fmla="*/ 11819139 w 12192000"/>
              <a:gd name="connsiteY151" fmla="*/ 304143 h 1157500"/>
              <a:gd name="connsiteX152" fmla="*/ 11821967 w 12192000"/>
              <a:gd name="connsiteY152" fmla="*/ 305790 h 1157500"/>
              <a:gd name="connsiteX153" fmla="*/ 11847125 w 12192000"/>
              <a:gd name="connsiteY153" fmla="*/ 297401 h 1157500"/>
              <a:gd name="connsiteX154" fmla="*/ 11980134 w 12192000"/>
              <a:gd name="connsiteY154" fmla="*/ 321911 h 1157500"/>
              <a:gd name="connsiteX155" fmla="*/ 12174576 w 12192000"/>
              <a:gd name="connsiteY155" fmla="*/ 376108 h 1157500"/>
              <a:gd name="connsiteX156" fmla="*/ 12192000 w 12192000"/>
              <a:gd name="connsiteY156" fmla="*/ 379233 h 1157500"/>
              <a:gd name="connsiteX157" fmla="*/ 12192000 w 12192000"/>
              <a:gd name="connsiteY157" fmla="*/ 1157500 h 1157500"/>
              <a:gd name="connsiteX158" fmla="*/ 0 w 12192000"/>
              <a:gd name="connsiteY158" fmla="*/ 1157500 h 1157500"/>
              <a:gd name="connsiteX159" fmla="*/ 0 w 12192000"/>
              <a:gd name="connsiteY159" fmla="*/ 483545 h 1157500"/>
              <a:gd name="connsiteX160" fmla="*/ 5331 w 12192000"/>
              <a:gd name="connsiteY160" fmla="*/ 482797 h 1157500"/>
              <a:gd name="connsiteX161" fmla="*/ 39902 w 12192000"/>
              <a:gd name="connsiteY161" fmla="*/ 472284 h 1157500"/>
              <a:gd name="connsiteX162" fmla="*/ 117880 w 12192000"/>
              <a:gd name="connsiteY162" fmla="*/ 420956 h 1157500"/>
              <a:gd name="connsiteX163" fmla="*/ 238140 w 12192000"/>
              <a:gd name="connsiteY163" fmla="*/ 379297 h 1157500"/>
              <a:gd name="connsiteX164" fmla="*/ 249589 w 12192000"/>
              <a:gd name="connsiteY164" fmla="*/ 379517 h 1157500"/>
              <a:gd name="connsiteX165" fmla="*/ 296963 w 12192000"/>
              <a:gd name="connsiteY165" fmla="*/ 356102 h 1157500"/>
              <a:gd name="connsiteX166" fmla="*/ 339235 w 12192000"/>
              <a:gd name="connsiteY166" fmla="*/ 324425 h 1157500"/>
              <a:gd name="connsiteX167" fmla="*/ 447152 w 12192000"/>
              <a:gd name="connsiteY167" fmla="*/ 327423 h 1157500"/>
              <a:gd name="connsiteX168" fmla="*/ 475247 w 12192000"/>
              <a:gd name="connsiteY168" fmla="*/ 336714 h 1157500"/>
              <a:gd name="connsiteX169" fmla="*/ 477967 w 12192000"/>
              <a:gd name="connsiteY169" fmla="*/ 337960 h 1157500"/>
              <a:gd name="connsiteX170" fmla="*/ 703732 w 12192000"/>
              <a:gd name="connsiteY170" fmla="*/ 316599 h 1157500"/>
              <a:gd name="connsiteX171" fmla="*/ 853391 w 12192000"/>
              <a:gd name="connsiteY171" fmla="*/ 303591 h 1157500"/>
              <a:gd name="connsiteX172" fmla="*/ 925332 w 12192000"/>
              <a:gd name="connsiteY172" fmla="*/ 298686 h 1157500"/>
              <a:gd name="connsiteX173" fmla="*/ 941286 w 12192000"/>
              <a:gd name="connsiteY173" fmla="*/ 288932 h 1157500"/>
              <a:gd name="connsiteX174" fmla="*/ 950845 w 12192000"/>
              <a:gd name="connsiteY174" fmla="*/ 286595 h 1157500"/>
              <a:gd name="connsiteX175" fmla="*/ 953292 w 12192000"/>
              <a:gd name="connsiteY175" fmla="*/ 280892 h 1157500"/>
              <a:gd name="connsiteX176" fmla="*/ 967499 w 12192000"/>
              <a:gd name="connsiteY176" fmla="*/ 273760 h 1157500"/>
              <a:gd name="connsiteX177" fmla="*/ 1069267 w 12192000"/>
              <a:gd name="connsiteY177" fmla="*/ 262766 h 1157500"/>
              <a:gd name="connsiteX178" fmla="*/ 1138407 w 12192000"/>
              <a:gd name="connsiteY178" fmla="*/ 246567 h 1157500"/>
              <a:gd name="connsiteX179" fmla="*/ 1164931 w 12192000"/>
              <a:gd name="connsiteY179" fmla="*/ 238622 h 1157500"/>
              <a:gd name="connsiteX180" fmla="*/ 1211622 w 12192000"/>
              <a:gd name="connsiteY180" fmla="*/ 220676 h 1157500"/>
              <a:gd name="connsiteX181" fmla="*/ 1274567 w 12192000"/>
              <a:gd name="connsiteY181" fmla="*/ 203380 h 1157500"/>
              <a:gd name="connsiteX182" fmla="*/ 1325029 w 12192000"/>
              <a:gd name="connsiteY182" fmla="*/ 207937 h 1157500"/>
              <a:gd name="connsiteX183" fmla="*/ 1356805 w 12192000"/>
              <a:gd name="connsiteY183" fmla="*/ 203622 h 1157500"/>
              <a:gd name="connsiteX184" fmla="*/ 1468752 w 12192000"/>
              <a:gd name="connsiteY184" fmla="*/ 214604 h 1157500"/>
              <a:gd name="connsiteX185" fmla="*/ 1650750 w 12192000"/>
              <a:gd name="connsiteY185" fmla="*/ 165090 h 1157500"/>
              <a:gd name="connsiteX186" fmla="*/ 1655056 w 12192000"/>
              <a:gd name="connsiteY186" fmla="*/ 172106 h 1157500"/>
              <a:gd name="connsiteX187" fmla="*/ 1683220 w 12192000"/>
              <a:gd name="connsiteY187" fmla="*/ 169652 h 1157500"/>
              <a:gd name="connsiteX188" fmla="*/ 1685599 w 12192000"/>
              <a:gd name="connsiteY188" fmla="*/ 165388 h 1157500"/>
              <a:gd name="connsiteX189" fmla="*/ 1735783 w 12192000"/>
              <a:gd name="connsiteY189" fmla="*/ 177400 h 1157500"/>
              <a:gd name="connsiteX190" fmla="*/ 1797102 w 12192000"/>
              <a:gd name="connsiteY190" fmla="*/ 182289 h 1157500"/>
              <a:gd name="connsiteX191" fmla="*/ 1845638 w 12192000"/>
              <a:gd name="connsiteY191" fmla="*/ 163774 h 1157500"/>
              <a:gd name="connsiteX192" fmla="*/ 1848980 w 12192000"/>
              <a:gd name="connsiteY192" fmla="*/ 167516 h 1157500"/>
              <a:gd name="connsiteX193" fmla="*/ 1880587 w 12192000"/>
              <a:gd name="connsiteY193" fmla="*/ 165506 h 1157500"/>
              <a:gd name="connsiteX194" fmla="*/ 1995803 w 12192000"/>
              <a:gd name="connsiteY194" fmla="*/ 131847 h 1157500"/>
              <a:gd name="connsiteX195" fmla="*/ 2057448 w 12192000"/>
              <a:gd name="connsiteY195" fmla="*/ 128650 h 1157500"/>
              <a:gd name="connsiteX196" fmla="*/ 2119088 w 12192000"/>
              <a:gd name="connsiteY196" fmla="*/ 113508 h 1157500"/>
              <a:gd name="connsiteX197" fmla="*/ 2138831 w 12192000"/>
              <a:gd name="connsiteY197" fmla="*/ 116194 h 1157500"/>
              <a:gd name="connsiteX198" fmla="*/ 2214259 w 12192000"/>
              <a:gd name="connsiteY198" fmla="*/ 110542 h 1157500"/>
              <a:gd name="connsiteX199" fmla="*/ 2264911 w 12192000"/>
              <a:gd name="connsiteY199" fmla="*/ 101639 h 1157500"/>
              <a:gd name="connsiteX200" fmla="*/ 2454058 w 12192000"/>
              <a:gd name="connsiteY200" fmla="*/ 67266 h 1157500"/>
              <a:gd name="connsiteX201" fmla="*/ 2534188 w 12192000"/>
              <a:gd name="connsiteY201" fmla="*/ 63730 h 1157500"/>
              <a:gd name="connsiteX202" fmla="*/ 2616912 w 12192000"/>
              <a:gd name="connsiteY202" fmla="*/ 44757 h 1157500"/>
              <a:gd name="connsiteX203" fmla="*/ 2698592 w 12192000"/>
              <a:gd name="connsiteY203" fmla="*/ 35873 h 1157500"/>
              <a:gd name="connsiteX204" fmla="*/ 2891953 w 12192000"/>
              <a:gd name="connsiteY20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60331 w 12192000"/>
              <a:gd name="connsiteY149" fmla="*/ 291936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488543 w 12192000"/>
              <a:gd name="connsiteY146" fmla="*/ 14473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488543 w 12192000"/>
              <a:gd name="connsiteY145" fmla="*/ 144736 h 1157500"/>
              <a:gd name="connsiteX146" fmla="*/ 11603601 w 12192000"/>
              <a:gd name="connsiteY146" fmla="*/ 193266 h 1157500"/>
              <a:gd name="connsiteX147" fmla="*/ 11736204 w 12192000"/>
              <a:gd name="connsiteY147" fmla="*/ 277509 h 1157500"/>
              <a:gd name="connsiteX148" fmla="*/ 11705740 w 12192000"/>
              <a:gd name="connsiteY148" fmla="*/ 250993 h 1157500"/>
              <a:gd name="connsiteX149" fmla="*/ 11819139 w 12192000"/>
              <a:gd name="connsiteY149" fmla="*/ 304143 h 1157500"/>
              <a:gd name="connsiteX150" fmla="*/ 11835615 w 12192000"/>
              <a:gd name="connsiteY150" fmla="*/ 305790 h 1157500"/>
              <a:gd name="connsiteX151" fmla="*/ 11980134 w 12192000"/>
              <a:gd name="connsiteY151" fmla="*/ 321911 h 1157500"/>
              <a:gd name="connsiteX152" fmla="*/ 12174576 w 12192000"/>
              <a:gd name="connsiteY152" fmla="*/ 376108 h 1157500"/>
              <a:gd name="connsiteX153" fmla="*/ 12192000 w 12192000"/>
              <a:gd name="connsiteY153" fmla="*/ 379233 h 1157500"/>
              <a:gd name="connsiteX154" fmla="*/ 12192000 w 12192000"/>
              <a:gd name="connsiteY154" fmla="*/ 1157500 h 1157500"/>
              <a:gd name="connsiteX155" fmla="*/ 0 w 12192000"/>
              <a:gd name="connsiteY155" fmla="*/ 1157500 h 1157500"/>
              <a:gd name="connsiteX156" fmla="*/ 0 w 12192000"/>
              <a:gd name="connsiteY156" fmla="*/ 483545 h 1157500"/>
              <a:gd name="connsiteX157" fmla="*/ 5331 w 12192000"/>
              <a:gd name="connsiteY157" fmla="*/ 482797 h 1157500"/>
              <a:gd name="connsiteX158" fmla="*/ 39902 w 12192000"/>
              <a:gd name="connsiteY158" fmla="*/ 472284 h 1157500"/>
              <a:gd name="connsiteX159" fmla="*/ 117880 w 12192000"/>
              <a:gd name="connsiteY159" fmla="*/ 420956 h 1157500"/>
              <a:gd name="connsiteX160" fmla="*/ 238140 w 12192000"/>
              <a:gd name="connsiteY160" fmla="*/ 379297 h 1157500"/>
              <a:gd name="connsiteX161" fmla="*/ 249589 w 12192000"/>
              <a:gd name="connsiteY161" fmla="*/ 379517 h 1157500"/>
              <a:gd name="connsiteX162" fmla="*/ 296963 w 12192000"/>
              <a:gd name="connsiteY162" fmla="*/ 356102 h 1157500"/>
              <a:gd name="connsiteX163" fmla="*/ 339235 w 12192000"/>
              <a:gd name="connsiteY163" fmla="*/ 324425 h 1157500"/>
              <a:gd name="connsiteX164" fmla="*/ 447152 w 12192000"/>
              <a:gd name="connsiteY164" fmla="*/ 327423 h 1157500"/>
              <a:gd name="connsiteX165" fmla="*/ 475247 w 12192000"/>
              <a:gd name="connsiteY165" fmla="*/ 336714 h 1157500"/>
              <a:gd name="connsiteX166" fmla="*/ 477967 w 12192000"/>
              <a:gd name="connsiteY166" fmla="*/ 337960 h 1157500"/>
              <a:gd name="connsiteX167" fmla="*/ 703732 w 12192000"/>
              <a:gd name="connsiteY167" fmla="*/ 316599 h 1157500"/>
              <a:gd name="connsiteX168" fmla="*/ 853391 w 12192000"/>
              <a:gd name="connsiteY168" fmla="*/ 303591 h 1157500"/>
              <a:gd name="connsiteX169" fmla="*/ 925332 w 12192000"/>
              <a:gd name="connsiteY169" fmla="*/ 298686 h 1157500"/>
              <a:gd name="connsiteX170" fmla="*/ 941286 w 12192000"/>
              <a:gd name="connsiteY170" fmla="*/ 288932 h 1157500"/>
              <a:gd name="connsiteX171" fmla="*/ 950845 w 12192000"/>
              <a:gd name="connsiteY171" fmla="*/ 286595 h 1157500"/>
              <a:gd name="connsiteX172" fmla="*/ 953292 w 12192000"/>
              <a:gd name="connsiteY172" fmla="*/ 280892 h 1157500"/>
              <a:gd name="connsiteX173" fmla="*/ 967499 w 12192000"/>
              <a:gd name="connsiteY173" fmla="*/ 273760 h 1157500"/>
              <a:gd name="connsiteX174" fmla="*/ 1069267 w 12192000"/>
              <a:gd name="connsiteY174" fmla="*/ 262766 h 1157500"/>
              <a:gd name="connsiteX175" fmla="*/ 1138407 w 12192000"/>
              <a:gd name="connsiteY175" fmla="*/ 246567 h 1157500"/>
              <a:gd name="connsiteX176" fmla="*/ 1164931 w 12192000"/>
              <a:gd name="connsiteY176" fmla="*/ 238622 h 1157500"/>
              <a:gd name="connsiteX177" fmla="*/ 1211622 w 12192000"/>
              <a:gd name="connsiteY177" fmla="*/ 220676 h 1157500"/>
              <a:gd name="connsiteX178" fmla="*/ 1274567 w 12192000"/>
              <a:gd name="connsiteY178" fmla="*/ 203380 h 1157500"/>
              <a:gd name="connsiteX179" fmla="*/ 1325029 w 12192000"/>
              <a:gd name="connsiteY179" fmla="*/ 207937 h 1157500"/>
              <a:gd name="connsiteX180" fmla="*/ 1356805 w 12192000"/>
              <a:gd name="connsiteY180" fmla="*/ 203622 h 1157500"/>
              <a:gd name="connsiteX181" fmla="*/ 1468752 w 12192000"/>
              <a:gd name="connsiteY181" fmla="*/ 214604 h 1157500"/>
              <a:gd name="connsiteX182" fmla="*/ 1650750 w 12192000"/>
              <a:gd name="connsiteY182" fmla="*/ 165090 h 1157500"/>
              <a:gd name="connsiteX183" fmla="*/ 1655056 w 12192000"/>
              <a:gd name="connsiteY183" fmla="*/ 172106 h 1157500"/>
              <a:gd name="connsiteX184" fmla="*/ 1683220 w 12192000"/>
              <a:gd name="connsiteY184" fmla="*/ 169652 h 1157500"/>
              <a:gd name="connsiteX185" fmla="*/ 1685599 w 12192000"/>
              <a:gd name="connsiteY185" fmla="*/ 165388 h 1157500"/>
              <a:gd name="connsiteX186" fmla="*/ 1735783 w 12192000"/>
              <a:gd name="connsiteY186" fmla="*/ 177400 h 1157500"/>
              <a:gd name="connsiteX187" fmla="*/ 1797102 w 12192000"/>
              <a:gd name="connsiteY187" fmla="*/ 182289 h 1157500"/>
              <a:gd name="connsiteX188" fmla="*/ 1845638 w 12192000"/>
              <a:gd name="connsiteY188" fmla="*/ 163774 h 1157500"/>
              <a:gd name="connsiteX189" fmla="*/ 1848980 w 12192000"/>
              <a:gd name="connsiteY189" fmla="*/ 167516 h 1157500"/>
              <a:gd name="connsiteX190" fmla="*/ 1880587 w 12192000"/>
              <a:gd name="connsiteY190" fmla="*/ 165506 h 1157500"/>
              <a:gd name="connsiteX191" fmla="*/ 1995803 w 12192000"/>
              <a:gd name="connsiteY191" fmla="*/ 131847 h 1157500"/>
              <a:gd name="connsiteX192" fmla="*/ 2057448 w 12192000"/>
              <a:gd name="connsiteY192" fmla="*/ 128650 h 1157500"/>
              <a:gd name="connsiteX193" fmla="*/ 2119088 w 12192000"/>
              <a:gd name="connsiteY193" fmla="*/ 113508 h 1157500"/>
              <a:gd name="connsiteX194" fmla="*/ 2138831 w 12192000"/>
              <a:gd name="connsiteY194" fmla="*/ 116194 h 1157500"/>
              <a:gd name="connsiteX195" fmla="*/ 2214259 w 12192000"/>
              <a:gd name="connsiteY195" fmla="*/ 110542 h 1157500"/>
              <a:gd name="connsiteX196" fmla="*/ 2264911 w 12192000"/>
              <a:gd name="connsiteY196" fmla="*/ 101639 h 1157500"/>
              <a:gd name="connsiteX197" fmla="*/ 2454058 w 12192000"/>
              <a:gd name="connsiteY197" fmla="*/ 67266 h 1157500"/>
              <a:gd name="connsiteX198" fmla="*/ 2534188 w 12192000"/>
              <a:gd name="connsiteY198" fmla="*/ 63730 h 1157500"/>
              <a:gd name="connsiteX199" fmla="*/ 2616912 w 12192000"/>
              <a:gd name="connsiteY199" fmla="*/ 44757 h 1157500"/>
              <a:gd name="connsiteX200" fmla="*/ 2698592 w 12192000"/>
              <a:gd name="connsiteY200" fmla="*/ 35873 h 1157500"/>
              <a:gd name="connsiteX201" fmla="*/ 2891953 w 12192000"/>
              <a:gd name="connsiteY201" fmla="*/ 28541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201" fmla="*/ 11402389 w 12192000"/>
              <a:gd name="connsiteY201" fmla="*/ 18928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488543 w 12192000"/>
              <a:gd name="connsiteY2" fmla="*/ 144736 h 1157500"/>
              <a:gd name="connsiteX3" fmla="*/ 11603601 w 12192000"/>
              <a:gd name="connsiteY3" fmla="*/ 193266 h 1157500"/>
              <a:gd name="connsiteX4" fmla="*/ 11736204 w 12192000"/>
              <a:gd name="connsiteY4" fmla="*/ 277509 h 1157500"/>
              <a:gd name="connsiteX5" fmla="*/ 11705740 w 12192000"/>
              <a:gd name="connsiteY5" fmla="*/ 250993 h 1157500"/>
              <a:gd name="connsiteX6" fmla="*/ 11819139 w 12192000"/>
              <a:gd name="connsiteY6" fmla="*/ 304143 h 1157500"/>
              <a:gd name="connsiteX7" fmla="*/ 11835615 w 12192000"/>
              <a:gd name="connsiteY7" fmla="*/ 305790 h 1157500"/>
              <a:gd name="connsiteX8" fmla="*/ 11980134 w 12192000"/>
              <a:gd name="connsiteY8" fmla="*/ 321911 h 1157500"/>
              <a:gd name="connsiteX9" fmla="*/ 12174576 w 12192000"/>
              <a:gd name="connsiteY9" fmla="*/ 376108 h 1157500"/>
              <a:gd name="connsiteX10" fmla="*/ 12192000 w 12192000"/>
              <a:gd name="connsiteY10" fmla="*/ 379233 h 1157500"/>
              <a:gd name="connsiteX11" fmla="*/ 12192000 w 12192000"/>
              <a:gd name="connsiteY11" fmla="*/ 1157500 h 1157500"/>
              <a:gd name="connsiteX12" fmla="*/ 0 w 12192000"/>
              <a:gd name="connsiteY12" fmla="*/ 1157500 h 1157500"/>
              <a:gd name="connsiteX13" fmla="*/ 0 w 12192000"/>
              <a:gd name="connsiteY13" fmla="*/ 483545 h 1157500"/>
              <a:gd name="connsiteX14" fmla="*/ 5331 w 12192000"/>
              <a:gd name="connsiteY14" fmla="*/ 482797 h 1157500"/>
              <a:gd name="connsiteX15" fmla="*/ 39902 w 12192000"/>
              <a:gd name="connsiteY15" fmla="*/ 472284 h 1157500"/>
              <a:gd name="connsiteX16" fmla="*/ 117880 w 12192000"/>
              <a:gd name="connsiteY16" fmla="*/ 420956 h 1157500"/>
              <a:gd name="connsiteX17" fmla="*/ 238140 w 12192000"/>
              <a:gd name="connsiteY17" fmla="*/ 379297 h 1157500"/>
              <a:gd name="connsiteX18" fmla="*/ 249589 w 12192000"/>
              <a:gd name="connsiteY18" fmla="*/ 379517 h 1157500"/>
              <a:gd name="connsiteX19" fmla="*/ 296963 w 12192000"/>
              <a:gd name="connsiteY19" fmla="*/ 356102 h 1157500"/>
              <a:gd name="connsiteX20" fmla="*/ 339235 w 12192000"/>
              <a:gd name="connsiteY20" fmla="*/ 324425 h 1157500"/>
              <a:gd name="connsiteX21" fmla="*/ 447152 w 12192000"/>
              <a:gd name="connsiteY21" fmla="*/ 327423 h 1157500"/>
              <a:gd name="connsiteX22" fmla="*/ 475247 w 12192000"/>
              <a:gd name="connsiteY22" fmla="*/ 336714 h 1157500"/>
              <a:gd name="connsiteX23" fmla="*/ 477967 w 12192000"/>
              <a:gd name="connsiteY23" fmla="*/ 337960 h 1157500"/>
              <a:gd name="connsiteX24" fmla="*/ 703732 w 12192000"/>
              <a:gd name="connsiteY24" fmla="*/ 316599 h 1157500"/>
              <a:gd name="connsiteX25" fmla="*/ 853391 w 12192000"/>
              <a:gd name="connsiteY25" fmla="*/ 303591 h 1157500"/>
              <a:gd name="connsiteX26" fmla="*/ 925332 w 12192000"/>
              <a:gd name="connsiteY26" fmla="*/ 298686 h 1157500"/>
              <a:gd name="connsiteX27" fmla="*/ 941286 w 12192000"/>
              <a:gd name="connsiteY27" fmla="*/ 288932 h 1157500"/>
              <a:gd name="connsiteX28" fmla="*/ 950845 w 12192000"/>
              <a:gd name="connsiteY28" fmla="*/ 286595 h 1157500"/>
              <a:gd name="connsiteX29" fmla="*/ 953292 w 12192000"/>
              <a:gd name="connsiteY29" fmla="*/ 280892 h 1157500"/>
              <a:gd name="connsiteX30" fmla="*/ 967499 w 12192000"/>
              <a:gd name="connsiteY30" fmla="*/ 273760 h 1157500"/>
              <a:gd name="connsiteX31" fmla="*/ 1069267 w 12192000"/>
              <a:gd name="connsiteY31" fmla="*/ 262766 h 1157500"/>
              <a:gd name="connsiteX32" fmla="*/ 1138407 w 12192000"/>
              <a:gd name="connsiteY32" fmla="*/ 246567 h 1157500"/>
              <a:gd name="connsiteX33" fmla="*/ 1164931 w 12192000"/>
              <a:gd name="connsiteY33" fmla="*/ 238622 h 1157500"/>
              <a:gd name="connsiteX34" fmla="*/ 1211622 w 12192000"/>
              <a:gd name="connsiteY34" fmla="*/ 220676 h 1157500"/>
              <a:gd name="connsiteX35" fmla="*/ 1274567 w 12192000"/>
              <a:gd name="connsiteY35" fmla="*/ 203380 h 1157500"/>
              <a:gd name="connsiteX36" fmla="*/ 1325029 w 12192000"/>
              <a:gd name="connsiteY36" fmla="*/ 207937 h 1157500"/>
              <a:gd name="connsiteX37" fmla="*/ 1356805 w 12192000"/>
              <a:gd name="connsiteY37" fmla="*/ 203622 h 1157500"/>
              <a:gd name="connsiteX38" fmla="*/ 1468752 w 12192000"/>
              <a:gd name="connsiteY38" fmla="*/ 214604 h 1157500"/>
              <a:gd name="connsiteX39" fmla="*/ 1650750 w 12192000"/>
              <a:gd name="connsiteY39" fmla="*/ 165090 h 1157500"/>
              <a:gd name="connsiteX40" fmla="*/ 1655056 w 12192000"/>
              <a:gd name="connsiteY40" fmla="*/ 172106 h 1157500"/>
              <a:gd name="connsiteX41" fmla="*/ 1683220 w 12192000"/>
              <a:gd name="connsiteY41" fmla="*/ 169652 h 1157500"/>
              <a:gd name="connsiteX42" fmla="*/ 1685599 w 12192000"/>
              <a:gd name="connsiteY42" fmla="*/ 165388 h 1157500"/>
              <a:gd name="connsiteX43" fmla="*/ 1735783 w 12192000"/>
              <a:gd name="connsiteY43" fmla="*/ 177400 h 1157500"/>
              <a:gd name="connsiteX44" fmla="*/ 1797102 w 12192000"/>
              <a:gd name="connsiteY44" fmla="*/ 182289 h 1157500"/>
              <a:gd name="connsiteX45" fmla="*/ 1845638 w 12192000"/>
              <a:gd name="connsiteY45" fmla="*/ 163774 h 1157500"/>
              <a:gd name="connsiteX46" fmla="*/ 1848980 w 12192000"/>
              <a:gd name="connsiteY46" fmla="*/ 167516 h 1157500"/>
              <a:gd name="connsiteX47" fmla="*/ 1880587 w 12192000"/>
              <a:gd name="connsiteY47" fmla="*/ 165506 h 1157500"/>
              <a:gd name="connsiteX48" fmla="*/ 1995803 w 12192000"/>
              <a:gd name="connsiteY48" fmla="*/ 131847 h 1157500"/>
              <a:gd name="connsiteX49" fmla="*/ 2057448 w 12192000"/>
              <a:gd name="connsiteY49" fmla="*/ 128650 h 1157500"/>
              <a:gd name="connsiteX50" fmla="*/ 2119088 w 12192000"/>
              <a:gd name="connsiteY50" fmla="*/ 113508 h 1157500"/>
              <a:gd name="connsiteX51" fmla="*/ 2138831 w 12192000"/>
              <a:gd name="connsiteY51" fmla="*/ 116194 h 1157500"/>
              <a:gd name="connsiteX52" fmla="*/ 2214259 w 12192000"/>
              <a:gd name="connsiteY52" fmla="*/ 110542 h 1157500"/>
              <a:gd name="connsiteX53" fmla="*/ 2264911 w 12192000"/>
              <a:gd name="connsiteY53" fmla="*/ 101639 h 1157500"/>
              <a:gd name="connsiteX54" fmla="*/ 2454058 w 12192000"/>
              <a:gd name="connsiteY54" fmla="*/ 67266 h 1157500"/>
              <a:gd name="connsiteX55" fmla="*/ 2534188 w 12192000"/>
              <a:gd name="connsiteY55" fmla="*/ 63730 h 1157500"/>
              <a:gd name="connsiteX56" fmla="*/ 2616912 w 12192000"/>
              <a:gd name="connsiteY56" fmla="*/ 44757 h 1157500"/>
              <a:gd name="connsiteX57" fmla="*/ 2698592 w 12192000"/>
              <a:gd name="connsiteY57" fmla="*/ 35873 h 1157500"/>
              <a:gd name="connsiteX58" fmla="*/ 2891953 w 12192000"/>
              <a:gd name="connsiteY58" fmla="*/ 28541 h 1157500"/>
              <a:gd name="connsiteX59" fmla="*/ 3052621 w 12192000"/>
              <a:gd name="connsiteY59" fmla="*/ 7598 h 1157500"/>
              <a:gd name="connsiteX60" fmla="*/ 3145220 w 12192000"/>
              <a:gd name="connsiteY60" fmla="*/ 9845 h 1157500"/>
              <a:gd name="connsiteX61" fmla="*/ 3233309 w 12192000"/>
              <a:gd name="connsiteY61" fmla="*/ 2536 h 1157500"/>
              <a:gd name="connsiteX62" fmla="*/ 3320851 w 12192000"/>
              <a:gd name="connsiteY62" fmla="*/ 12470 h 1157500"/>
              <a:gd name="connsiteX63" fmla="*/ 3394552 w 12192000"/>
              <a:gd name="connsiteY63" fmla="*/ 31847 h 1157500"/>
              <a:gd name="connsiteX64" fmla="*/ 3462252 w 12192000"/>
              <a:gd name="connsiteY64" fmla="*/ 62214 h 1157500"/>
              <a:gd name="connsiteX65" fmla="*/ 3504799 w 12192000"/>
              <a:gd name="connsiteY65" fmla="*/ 86931 h 1157500"/>
              <a:gd name="connsiteX66" fmla="*/ 3568807 w 12192000"/>
              <a:gd name="connsiteY66" fmla="*/ 78125 h 1157500"/>
              <a:gd name="connsiteX67" fmla="*/ 3571993 w 12192000"/>
              <a:gd name="connsiteY67" fmla="*/ 80673 h 1157500"/>
              <a:gd name="connsiteX68" fmla="*/ 3590879 w 12192000"/>
              <a:gd name="connsiteY68" fmla="*/ 93683 h 1157500"/>
              <a:gd name="connsiteX69" fmla="*/ 3623973 w 12192000"/>
              <a:gd name="connsiteY69" fmla="*/ 86652 h 1157500"/>
              <a:gd name="connsiteX70" fmla="*/ 3636728 w 12192000"/>
              <a:gd name="connsiteY70" fmla="*/ 91587 h 1157500"/>
              <a:gd name="connsiteX71" fmla="*/ 3676976 w 12192000"/>
              <a:gd name="connsiteY71" fmla="*/ 90168 h 1157500"/>
              <a:gd name="connsiteX72" fmla="*/ 3722653 w 12192000"/>
              <a:gd name="connsiteY72" fmla="*/ 108931 h 1157500"/>
              <a:gd name="connsiteX73" fmla="*/ 3775112 w 12192000"/>
              <a:gd name="connsiteY73" fmla="*/ 92538 h 1157500"/>
              <a:gd name="connsiteX74" fmla="*/ 3932956 w 12192000"/>
              <a:gd name="connsiteY74" fmla="*/ 115905 h 1157500"/>
              <a:gd name="connsiteX75" fmla="*/ 4100593 w 12192000"/>
              <a:gd name="connsiteY75" fmla="*/ 157402 h 1157500"/>
              <a:gd name="connsiteX76" fmla="*/ 4316364 w 12192000"/>
              <a:gd name="connsiteY76" fmla="*/ 171021 h 1157500"/>
              <a:gd name="connsiteX77" fmla="*/ 4387387 w 12192000"/>
              <a:gd name="connsiteY77" fmla="*/ 157928 h 1157500"/>
              <a:gd name="connsiteX78" fmla="*/ 4427957 w 12192000"/>
              <a:gd name="connsiteY78" fmla="*/ 171094 h 1157500"/>
              <a:gd name="connsiteX79" fmla="*/ 4502291 w 12192000"/>
              <a:gd name="connsiteY79" fmla="*/ 181765 h 1157500"/>
              <a:gd name="connsiteX80" fmla="*/ 4600771 w 12192000"/>
              <a:gd name="connsiteY80" fmla="*/ 205711 h 1157500"/>
              <a:gd name="connsiteX81" fmla="*/ 4644102 w 12192000"/>
              <a:gd name="connsiteY81" fmla="*/ 203931 h 1157500"/>
              <a:gd name="connsiteX82" fmla="*/ 4652752 w 12192000"/>
              <a:gd name="connsiteY82" fmla="*/ 204470 h 1157500"/>
              <a:gd name="connsiteX83" fmla="*/ 4652896 w 12192000"/>
              <a:gd name="connsiteY83" fmla="*/ 204854 h 1157500"/>
              <a:gd name="connsiteX84" fmla="*/ 4685303 w 12192000"/>
              <a:gd name="connsiteY84" fmla="*/ 206507 h 1157500"/>
              <a:gd name="connsiteX85" fmla="*/ 4690886 w 12192000"/>
              <a:gd name="connsiteY85" fmla="*/ 209335 h 1157500"/>
              <a:gd name="connsiteX86" fmla="*/ 4725430 w 12192000"/>
              <a:gd name="connsiteY86" fmla="*/ 232300 h 1157500"/>
              <a:gd name="connsiteX87" fmla="*/ 4800051 w 12192000"/>
              <a:gd name="connsiteY87" fmla="*/ 224667 h 1157500"/>
              <a:gd name="connsiteX88" fmla="*/ 4875115 w 12192000"/>
              <a:gd name="connsiteY88" fmla="*/ 257918 h 1157500"/>
              <a:gd name="connsiteX89" fmla="*/ 4936450 w 12192000"/>
              <a:gd name="connsiteY89" fmla="*/ 274470 h 1157500"/>
              <a:gd name="connsiteX90" fmla="*/ 5030961 w 12192000"/>
              <a:gd name="connsiteY90" fmla="*/ 299480 h 1157500"/>
              <a:gd name="connsiteX91" fmla="*/ 5082734 w 12192000"/>
              <a:gd name="connsiteY91" fmla="*/ 302149 h 1157500"/>
              <a:gd name="connsiteX92" fmla="*/ 5138799 w 12192000"/>
              <a:gd name="connsiteY92" fmla="*/ 297368 h 1157500"/>
              <a:gd name="connsiteX93" fmla="*/ 5259695 w 12192000"/>
              <a:gd name="connsiteY93" fmla="*/ 324044 h 1157500"/>
              <a:gd name="connsiteX94" fmla="*/ 5359642 w 12192000"/>
              <a:gd name="connsiteY94" fmla="*/ 334143 h 1157500"/>
              <a:gd name="connsiteX95" fmla="*/ 5372918 w 12192000"/>
              <a:gd name="connsiteY95" fmla="*/ 330402 h 1157500"/>
              <a:gd name="connsiteX96" fmla="*/ 5396084 w 12192000"/>
              <a:gd name="connsiteY96" fmla="*/ 321836 h 1157500"/>
              <a:gd name="connsiteX97" fmla="*/ 5414292 w 12192000"/>
              <a:gd name="connsiteY97" fmla="*/ 314431 h 1157500"/>
              <a:gd name="connsiteX98" fmla="*/ 5487276 w 12192000"/>
              <a:gd name="connsiteY98" fmla="*/ 300918 h 1157500"/>
              <a:gd name="connsiteX99" fmla="*/ 5612716 w 12192000"/>
              <a:gd name="connsiteY99" fmla="*/ 301686 h 1157500"/>
              <a:gd name="connsiteX100" fmla="*/ 5864813 w 12192000"/>
              <a:gd name="connsiteY100" fmla="*/ 251420 h 1157500"/>
              <a:gd name="connsiteX101" fmla="*/ 6151392 w 12192000"/>
              <a:gd name="connsiteY101" fmla="*/ 219300 h 1157500"/>
              <a:gd name="connsiteX102" fmla="*/ 6209396 w 12192000"/>
              <a:gd name="connsiteY102" fmla="*/ 214037 h 1157500"/>
              <a:gd name="connsiteX103" fmla="*/ 6269898 w 12192000"/>
              <a:gd name="connsiteY103" fmla="*/ 219868 h 1157500"/>
              <a:gd name="connsiteX104" fmla="*/ 6352373 w 12192000"/>
              <a:gd name="connsiteY104" fmla="*/ 202729 h 1157500"/>
              <a:gd name="connsiteX105" fmla="*/ 6353759 w 12192000"/>
              <a:gd name="connsiteY105" fmla="*/ 202703 h 1157500"/>
              <a:gd name="connsiteX106" fmla="*/ 6363346 w 12192000"/>
              <a:gd name="connsiteY106" fmla="*/ 190268 h 1157500"/>
              <a:gd name="connsiteX107" fmla="*/ 6400681 w 12192000"/>
              <a:gd name="connsiteY107" fmla="*/ 197970 h 1157500"/>
              <a:gd name="connsiteX108" fmla="*/ 6402041 w 12192000"/>
              <a:gd name="connsiteY108" fmla="*/ 200641 h 1157500"/>
              <a:gd name="connsiteX109" fmla="*/ 6502019 w 12192000"/>
              <a:gd name="connsiteY109" fmla="*/ 192356 h 1157500"/>
              <a:gd name="connsiteX110" fmla="*/ 6518229 w 12192000"/>
              <a:gd name="connsiteY110" fmla="*/ 191407 h 1157500"/>
              <a:gd name="connsiteX111" fmla="*/ 6595639 w 12192000"/>
              <a:gd name="connsiteY111" fmla="*/ 168164 h 1157500"/>
              <a:gd name="connsiteX112" fmla="*/ 6692265 w 12192000"/>
              <a:gd name="connsiteY112" fmla="*/ 164829 h 1157500"/>
              <a:gd name="connsiteX113" fmla="*/ 6697219 w 12192000"/>
              <a:gd name="connsiteY113" fmla="*/ 165301 h 1157500"/>
              <a:gd name="connsiteX114" fmla="*/ 6713656 w 12192000"/>
              <a:gd name="connsiteY114" fmla="*/ 153600 h 1157500"/>
              <a:gd name="connsiteX115" fmla="*/ 6714383 w 12192000"/>
              <a:gd name="connsiteY115" fmla="*/ 150425 h 1157500"/>
              <a:gd name="connsiteX116" fmla="*/ 6774793 w 12192000"/>
              <a:gd name="connsiteY116" fmla="*/ 159713 h 1157500"/>
              <a:gd name="connsiteX117" fmla="*/ 6782112 w 12192000"/>
              <a:gd name="connsiteY117" fmla="*/ 155255 h 1157500"/>
              <a:gd name="connsiteX118" fmla="*/ 6878958 w 12192000"/>
              <a:gd name="connsiteY118" fmla="*/ 180824 h 1157500"/>
              <a:gd name="connsiteX119" fmla="*/ 6894439 w 12192000"/>
              <a:gd name="connsiteY119" fmla="*/ 177642 h 1157500"/>
              <a:gd name="connsiteX120" fmla="*/ 6963220 w 12192000"/>
              <a:gd name="connsiteY120" fmla="*/ 167304 h 1157500"/>
              <a:gd name="connsiteX121" fmla="*/ 6976706 w 12192000"/>
              <a:gd name="connsiteY121" fmla="*/ 170894 h 1157500"/>
              <a:gd name="connsiteX122" fmla="*/ 6987064 w 12192000"/>
              <a:gd name="connsiteY122" fmla="*/ 160402 h 1157500"/>
              <a:gd name="connsiteX123" fmla="*/ 7058714 w 12192000"/>
              <a:gd name="connsiteY123" fmla="*/ 175992 h 1157500"/>
              <a:gd name="connsiteX124" fmla="*/ 7060499 w 12192000"/>
              <a:gd name="connsiteY124" fmla="*/ 176063 h 1157500"/>
              <a:gd name="connsiteX125" fmla="*/ 7176563 w 12192000"/>
              <a:gd name="connsiteY125" fmla="*/ 173244 h 1157500"/>
              <a:gd name="connsiteX126" fmla="*/ 7205529 w 12192000"/>
              <a:gd name="connsiteY126" fmla="*/ 181011 h 1157500"/>
              <a:gd name="connsiteX127" fmla="*/ 7310118 w 12192000"/>
              <a:gd name="connsiteY127" fmla="*/ 162605 h 1157500"/>
              <a:gd name="connsiteX128" fmla="*/ 7673859 w 12192000"/>
              <a:gd name="connsiteY128" fmla="*/ 150336 h 1157500"/>
              <a:gd name="connsiteX129" fmla="*/ 7692748 w 12192000"/>
              <a:gd name="connsiteY129" fmla="*/ 161537 h 1157500"/>
              <a:gd name="connsiteX130" fmla="*/ 7756672 w 12192000"/>
              <a:gd name="connsiteY130" fmla="*/ 157372 h 1157500"/>
              <a:gd name="connsiteX131" fmla="*/ 7974189 w 12192000"/>
              <a:gd name="connsiteY131" fmla="*/ 154819 h 1157500"/>
              <a:gd name="connsiteX132" fmla="*/ 8101969 w 12192000"/>
              <a:gd name="connsiteY132" fmla="*/ 144495 h 1157500"/>
              <a:gd name="connsiteX133" fmla="*/ 8106826 w 12192000"/>
              <a:gd name="connsiteY133" fmla="*/ 139853 h 1157500"/>
              <a:gd name="connsiteX134" fmla="*/ 8162058 w 12192000"/>
              <a:gd name="connsiteY134" fmla="*/ 96704 h 1157500"/>
              <a:gd name="connsiteX135" fmla="*/ 8184568 w 12192000"/>
              <a:gd name="connsiteY135" fmla="*/ 93990 h 1157500"/>
              <a:gd name="connsiteX136" fmla="*/ 8228227 w 12192000"/>
              <a:gd name="connsiteY136" fmla="*/ 105972 h 1157500"/>
              <a:gd name="connsiteX137" fmla="*/ 8237963 w 12192000"/>
              <a:gd name="connsiteY137" fmla="*/ 106996 h 1157500"/>
              <a:gd name="connsiteX138" fmla="*/ 8248358 w 12192000"/>
              <a:gd name="connsiteY138" fmla="*/ 106062 h 1157500"/>
              <a:gd name="connsiteX139" fmla="*/ 8249309 w 12192000"/>
              <a:gd name="connsiteY139" fmla="*/ 106698 h 1157500"/>
              <a:gd name="connsiteX140" fmla="*/ 8249997 w 12192000"/>
              <a:gd name="connsiteY140" fmla="*/ 105915 h 1157500"/>
              <a:gd name="connsiteX141" fmla="*/ 8272162 w 12192000"/>
              <a:gd name="connsiteY141" fmla="*/ 103924 h 1157500"/>
              <a:gd name="connsiteX142" fmla="*/ 8292349 w 12192000"/>
              <a:gd name="connsiteY142" fmla="*/ 97480 h 1157500"/>
              <a:gd name="connsiteX143" fmla="*/ 8307239 w 12192000"/>
              <a:gd name="connsiteY143" fmla="*/ 94591 h 1157500"/>
              <a:gd name="connsiteX144" fmla="*/ 8339282 w 12192000"/>
              <a:gd name="connsiteY144" fmla="*/ 108942 h 1157500"/>
              <a:gd name="connsiteX145" fmla="*/ 8346156 w 12192000"/>
              <a:gd name="connsiteY145" fmla="*/ 111227 h 1157500"/>
              <a:gd name="connsiteX146" fmla="*/ 8346467 w 12192000"/>
              <a:gd name="connsiteY146" fmla="*/ 111024 h 1157500"/>
              <a:gd name="connsiteX147" fmla="*/ 8354069 w 12192000"/>
              <a:gd name="connsiteY147" fmla="*/ 112942 h 1157500"/>
              <a:gd name="connsiteX148" fmla="*/ 8358687 w 12192000"/>
              <a:gd name="connsiteY148" fmla="*/ 115393 h 1157500"/>
              <a:gd name="connsiteX149" fmla="*/ 8433385 w 12192000"/>
              <a:gd name="connsiteY149" fmla="*/ 99669 h 1157500"/>
              <a:gd name="connsiteX150" fmla="*/ 8533779 w 12192000"/>
              <a:gd name="connsiteY150" fmla="*/ 98374 h 1157500"/>
              <a:gd name="connsiteX151" fmla="*/ 8632833 w 12192000"/>
              <a:gd name="connsiteY151" fmla="*/ 100532 h 1157500"/>
              <a:gd name="connsiteX152" fmla="*/ 8668523 w 12192000"/>
              <a:gd name="connsiteY152" fmla="*/ 102979 h 1157500"/>
              <a:gd name="connsiteX153" fmla="*/ 8732893 w 12192000"/>
              <a:gd name="connsiteY153" fmla="*/ 99991 h 1157500"/>
              <a:gd name="connsiteX154" fmla="*/ 8764071 w 12192000"/>
              <a:gd name="connsiteY154" fmla="*/ 94587 h 1157500"/>
              <a:gd name="connsiteX155" fmla="*/ 8767004 w 12192000"/>
              <a:gd name="connsiteY155" fmla="*/ 91519 h 1157500"/>
              <a:gd name="connsiteX156" fmla="*/ 8772553 w 12192000"/>
              <a:gd name="connsiteY156" fmla="*/ 90314 h 1157500"/>
              <a:gd name="connsiteX157" fmla="*/ 8787201 w 12192000"/>
              <a:gd name="connsiteY157" fmla="*/ 92033 h 1157500"/>
              <a:gd name="connsiteX158" fmla="*/ 8792624 w 12192000"/>
              <a:gd name="connsiteY158" fmla="*/ 93503 h 1157500"/>
              <a:gd name="connsiteX159" fmla="*/ 8800741 w 12192000"/>
              <a:gd name="connsiteY159" fmla="*/ 93897 h 1157500"/>
              <a:gd name="connsiteX160" fmla="*/ 8800966 w 12192000"/>
              <a:gd name="connsiteY160" fmla="*/ 93645 h 1157500"/>
              <a:gd name="connsiteX161" fmla="*/ 8808513 w 12192000"/>
              <a:gd name="connsiteY161" fmla="*/ 94530 h 1157500"/>
              <a:gd name="connsiteX162" fmla="*/ 8845110 w 12192000"/>
              <a:gd name="connsiteY162" fmla="*/ 102179 h 1157500"/>
              <a:gd name="connsiteX163" fmla="*/ 8917529 w 12192000"/>
              <a:gd name="connsiteY163" fmla="*/ 76373 h 1157500"/>
              <a:gd name="connsiteX164" fmla="*/ 9026654 w 12192000"/>
              <a:gd name="connsiteY164" fmla="*/ 93420 h 1157500"/>
              <a:gd name="connsiteX165" fmla="*/ 9088505 w 12192000"/>
              <a:gd name="connsiteY165" fmla="*/ 113002 h 1157500"/>
              <a:gd name="connsiteX166" fmla="*/ 9203241 w 12192000"/>
              <a:gd name="connsiteY166" fmla="*/ 111713 h 1157500"/>
              <a:gd name="connsiteX167" fmla="*/ 9415584 w 12192000"/>
              <a:gd name="connsiteY167" fmla="*/ 157156 h 1157500"/>
              <a:gd name="connsiteX168" fmla="*/ 9505102 w 12192000"/>
              <a:gd name="connsiteY168" fmla="*/ 141042 h 1157500"/>
              <a:gd name="connsiteX169" fmla="*/ 9643040 w 12192000"/>
              <a:gd name="connsiteY169" fmla="*/ 158233 h 1157500"/>
              <a:gd name="connsiteX170" fmla="*/ 9762999 w 12192000"/>
              <a:gd name="connsiteY170" fmla="*/ 162623 h 1157500"/>
              <a:gd name="connsiteX171" fmla="*/ 9776183 w 12192000"/>
              <a:gd name="connsiteY171" fmla="*/ 162191 h 1157500"/>
              <a:gd name="connsiteX172" fmla="*/ 9780532 w 12192000"/>
              <a:gd name="connsiteY172" fmla="*/ 155823 h 1157500"/>
              <a:gd name="connsiteX173" fmla="*/ 9910588 w 12192000"/>
              <a:gd name="connsiteY173" fmla="*/ 154327 h 1157500"/>
              <a:gd name="connsiteX174" fmla="*/ 9924173 w 12192000"/>
              <a:gd name="connsiteY174" fmla="*/ 158591 h 1157500"/>
              <a:gd name="connsiteX175" fmla="*/ 10010969 w 12192000"/>
              <a:gd name="connsiteY175" fmla="*/ 155802 h 1157500"/>
              <a:gd name="connsiteX176" fmla="*/ 10070699 w 12192000"/>
              <a:gd name="connsiteY176" fmla="*/ 157854 h 1157500"/>
              <a:gd name="connsiteX177" fmla="*/ 10155104 w 12192000"/>
              <a:gd name="connsiteY177" fmla="*/ 151613 h 1157500"/>
              <a:gd name="connsiteX178" fmla="*/ 10250982 w 12192000"/>
              <a:gd name="connsiteY178" fmla="*/ 128642 h 1157500"/>
              <a:gd name="connsiteX179" fmla="*/ 10343301 w 12192000"/>
              <a:gd name="connsiteY179" fmla="*/ 90884 h 1157500"/>
              <a:gd name="connsiteX180" fmla="*/ 10366625 w 12192000"/>
              <a:gd name="connsiteY180" fmla="*/ 79428 h 1157500"/>
              <a:gd name="connsiteX181" fmla="*/ 10433505 w 12192000"/>
              <a:gd name="connsiteY181" fmla="*/ 65000 h 1157500"/>
              <a:gd name="connsiteX182" fmla="*/ 10547510 w 12192000"/>
              <a:gd name="connsiteY182" fmla="*/ 47246 h 1157500"/>
              <a:gd name="connsiteX183" fmla="*/ 10588150 w 12192000"/>
              <a:gd name="connsiteY183" fmla="*/ 32287 h 1157500"/>
              <a:gd name="connsiteX184" fmla="*/ 10589457 w 12192000"/>
              <a:gd name="connsiteY184" fmla="*/ 25296 h 1157500"/>
              <a:gd name="connsiteX185" fmla="*/ 10699976 w 12192000"/>
              <a:gd name="connsiteY185" fmla="*/ 43345 h 1157500"/>
              <a:gd name="connsiteX186" fmla="*/ 10812237 w 12192000"/>
              <a:gd name="connsiteY186" fmla="*/ 46327 h 1157500"/>
              <a:gd name="connsiteX187" fmla="*/ 10869837 w 12192000"/>
              <a:gd name="connsiteY187" fmla="*/ 65795 h 1157500"/>
              <a:gd name="connsiteX188" fmla="*/ 10881770 w 12192000"/>
              <a:gd name="connsiteY188" fmla="*/ 73672 h 1157500"/>
              <a:gd name="connsiteX189" fmla="*/ 10896899 w 12192000"/>
              <a:gd name="connsiteY189" fmla="*/ 70731 h 1157500"/>
              <a:gd name="connsiteX190" fmla="*/ 10901748 w 12192000"/>
              <a:gd name="connsiteY190" fmla="*/ 66352 h 1157500"/>
              <a:gd name="connsiteX191" fmla="*/ 10947419 w 12192000"/>
              <a:gd name="connsiteY191" fmla="*/ 83316 h 1157500"/>
              <a:gd name="connsiteX192" fmla="*/ 10953034 w 12192000"/>
              <a:gd name="connsiteY192" fmla="*/ 84438 h 1157500"/>
              <a:gd name="connsiteX193" fmla="*/ 10992070 w 12192000"/>
              <a:gd name="connsiteY193" fmla="*/ 88841 h 1157500"/>
              <a:gd name="connsiteX194" fmla="*/ 11112372 w 12192000"/>
              <a:gd name="connsiteY194" fmla="*/ 82247 h 1157500"/>
              <a:gd name="connsiteX195" fmla="*/ 11147719 w 12192000"/>
              <a:gd name="connsiteY195" fmla="*/ 80560 h 1157500"/>
              <a:gd name="connsiteX196" fmla="*/ 11172617 w 12192000"/>
              <a:gd name="connsiteY196" fmla="*/ 76265 h 1157500"/>
              <a:gd name="connsiteX197" fmla="*/ 11240397 w 12192000"/>
              <a:gd name="connsiteY197" fmla="*/ 81830 h 1157500"/>
              <a:gd name="connsiteX198" fmla="*/ 11270034 w 12192000"/>
              <a:gd name="connsiteY198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603601 w 12192000"/>
              <a:gd name="connsiteY2" fmla="*/ 193266 h 1157500"/>
              <a:gd name="connsiteX3" fmla="*/ 11736204 w 12192000"/>
              <a:gd name="connsiteY3" fmla="*/ 277509 h 1157500"/>
              <a:gd name="connsiteX4" fmla="*/ 11705740 w 12192000"/>
              <a:gd name="connsiteY4" fmla="*/ 250993 h 1157500"/>
              <a:gd name="connsiteX5" fmla="*/ 11819139 w 12192000"/>
              <a:gd name="connsiteY5" fmla="*/ 304143 h 1157500"/>
              <a:gd name="connsiteX6" fmla="*/ 11835615 w 12192000"/>
              <a:gd name="connsiteY6" fmla="*/ 305790 h 1157500"/>
              <a:gd name="connsiteX7" fmla="*/ 11980134 w 12192000"/>
              <a:gd name="connsiteY7" fmla="*/ 321911 h 1157500"/>
              <a:gd name="connsiteX8" fmla="*/ 12174576 w 12192000"/>
              <a:gd name="connsiteY8" fmla="*/ 376108 h 1157500"/>
              <a:gd name="connsiteX9" fmla="*/ 12192000 w 12192000"/>
              <a:gd name="connsiteY9" fmla="*/ 379233 h 1157500"/>
              <a:gd name="connsiteX10" fmla="*/ 12192000 w 12192000"/>
              <a:gd name="connsiteY10" fmla="*/ 1157500 h 1157500"/>
              <a:gd name="connsiteX11" fmla="*/ 0 w 12192000"/>
              <a:gd name="connsiteY11" fmla="*/ 1157500 h 1157500"/>
              <a:gd name="connsiteX12" fmla="*/ 0 w 12192000"/>
              <a:gd name="connsiteY12" fmla="*/ 483545 h 1157500"/>
              <a:gd name="connsiteX13" fmla="*/ 5331 w 12192000"/>
              <a:gd name="connsiteY13" fmla="*/ 482797 h 1157500"/>
              <a:gd name="connsiteX14" fmla="*/ 39902 w 12192000"/>
              <a:gd name="connsiteY14" fmla="*/ 472284 h 1157500"/>
              <a:gd name="connsiteX15" fmla="*/ 117880 w 12192000"/>
              <a:gd name="connsiteY15" fmla="*/ 420956 h 1157500"/>
              <a:gd name="connsiteX16" fmla="*/ 238140 w 12192000"/>
              <a:gd name="connsiteY16" fmla="*/ 379297 h 1157500"/>
              <a:gd name="connsiteX17" fmla="*/ 249589 w 12192000"/>
              <a:gd name="connsiteY17" fmla="*/ 379517 h 1157500"/>
              <a:gd name="connsiteX18" fmla="*/ 296963 w 12192000"/>
              <a:gd name="connsiteY18" fmla="*/ 356102 h 1157500"/>
              <a:gd name="connsiteX19" fmla="*/ 339235 w 12192000"/>
              <a:gd name="connsiteY19" fmla="*/ 324425 h 1157500"/>
              <a:gd name="connsiteX20" fmla="*/ 447152 w 12192000"/>
              <a:gd name="connsiteY20" fmla="*/ 327423 h 1157500"/>
              <a:gd name="connsiteX21" fmla="*/ 475247 w 12192000"/>
              <a:gd name="connsiteY21" fmla="*/ 336714 h 1157500"/>
              <a:gd name="connsiteX22" fmla="*/ 477967 w 12192000"/>
              <a:gd name="connsiteY22" fmla="*/ 337960 h 1157500"/>
              <a:gd name="connsiteX23" fmla="*/ 703732 w 12192000"/>
              <a:gd name="connsiteY23" fmla="*/ 316599 h 1157500"/>
              <a:gd name="connsiteX24" fmla="*/ 853391 w 12192000"/>
              <a:gd name="connsiteY24" fmla="*/ 303591 h 1157500"/>
              <a:gd name="connsiteX25" fmla="*/ 925332 w 12192000"/>
              <a:gd name="connsiteY25" fmla="*/ 298686 h 1157500"/>
              <a:gd name="connsiteX26" fmla="*/ 941286 w 12192000"/>
              <a:gd name="connsiteY26" fmla="*/ 288932 h 1157500"/>
              <a:gd name="connsiteX27" fmla="*/ 950845 w 12192000"/>
              <a:gd name="connsiteY27" fmla="*/ 286595 h 1157500"/>
              <a:gd name="connsiteX28" fmla="*/ 953292 w 12192000"/>
              <a:gd name="connsiteY28" fmla="*/ 280892 h 1157500"/>
              <a:gd name="connsiteX29" fmla="*/ 967499 w 12192000"/>
              <a:gd name="connsiteY29" fmla="*/ 273760 h 1157500"/>
              <a:gd name="connsiteX30" fmla="*/ 1069267 w 12192000"/>
              <a:gd name="connsiteY30" fmla="*/ 262766 h 1157500"/>
              <a:gd name="connsiteX31" fmla="*/ 1138407 w 12192000"/>
              <a:gd name="connsiteY31" fmla="*/ 246567 h 1157500"/>
              <a:gd name="connsiteX32" fmla="*/ 1164931 w 12192000"/>
              <a:gd name="connsiteY32" fmla="*/ 238622 h 1157500"/>
              <a:gd name="connsiteX33" fmla="*/ 1211622 w 12192000"/>
              <a:gd name="connsiteY33" fmla="*/ 220676 h 1157500"/>
              <a:gd name="connsiteX34" fmla="*/ 1274567 w 12192000"/>
              <a:gd name="connsiteY34" fmla="*/ 203380 h 1157500"/>
              <a:gd name="connsiteX35" fmla="*/ 1325029 w 12192000"/>
              <a:gd name="connsiteY35" fmla="*/ 207937 h 1157500"/>
              <a:gd name="connsiteX36" fmla="*/ 1356805 w 12192000"/>
              <a:gd name="connsiteY36" fmla="*/ 203622 h 1157500"/>
              <a:gd name="connsiteX37" fmla="*/ 1468752 w 12192000"/>
              <a:gd name="connsiteY37" fmla="*/ 214604 h 1157500"/>
              <a:gd name="connsiteX38" fmla="*/ 1650750 w 12192000"/>
              <a:gd name="connsiteY38" fmla="*/ 165090 h 1157500"/>
              <a:gd name="connsiteX39" fmla="*/ 1655056 w 12192000"/>
              <a:gd name="connsiteY39" fmla="*/ 172106 h 1157500"/>
              <a:gd name="connsiteX40" fmla="*/ 1683220 w 12192000"/>
              <a:gd name="connsiteY40" fmla="*/ 169652 h 1157500"/>
              <a:gd name="connsiteX41" fmla="*/ 1685599 w 12192000"/>
              <a:gd name="connsiteY41" fmla="*/ 165388 h 1157500"/>
              <a:gd name="connsiteX42" fmla="*/ 1735783 w 12192000"/>
              <a:gd name="connsiteY42" fmla="*/ 177400 h 1157500"/>
              <a:gd name="connsiteX43" fmla="*/ 1797102 w 12192000"/>
              <a:gd name="connsiteY43" fmla="*/ 182289 h 1157500"/>
              <a:gd name="connsiteX44" fmla="*/ 1845638 w 12192000"/>
              <a:gd name="connsiteY44" fmla="*/ 163774 h 1157500"/>
              <a:gd name="connsiteX45" fmla="*/ 1848980 w 12192000"/>
              <a:gd name="connsiteY45" fmla="*/ 167516 h 1157500"/>
              <a:gd name="connsiteX46" fmla="*/ 1880587 w 12192000"/>
              <a:gd name="connsiteY46" fmla="*/ 165506 h 1157500"/>
              <a:gd name="connsiteX47" fmla="*/ 1995803 w 12192000"/>
              <a:gd name="connsiteY47" fmla="*/ 131847 h 1157500"/>
              <a:gd name="connsiteX48" fmla="*/ 2057448 w 12192000"/>
              <a:gd name="connsiteY48" fmla="*/ 128650 h 1157500"/>
              <a:gd name="connsiteX49" fmla="*/ 2119088 w 12192000"/>
              <a:gd name="connsiteY49" fmla="*/ 113508 h 1157500"/>
              <a:gd name="connsiteX50" fmla="*/ 2138831 w 12192000"/>
              <a:gd name="connsiteY50" fmla="*/ 116194 h 1157500"/>
              <a:gd name="connsiteX51" fmla="*/ 2214259 w 12192000"/>
              <a:gd name="connsiteY51" fmla="*/ 110542 h 1157500"/>
              <a:gd name="connsiteX52" fmla="*/ 2264911 w 12192000"/>
              <a:gd name="connsiteY52" fmla="*/ 101639 h 1157500"/>
              <a:gd name="connsiteX53" fmla="*/ 2454058 w 12192000"/>
              <a:gd name="connsiteY53" fmla="*/ 67266 h 1157500"/>
              <a:gd name="connsiteX54" fmla="*/ 2534188 w 12192000"/>
              <a:gd name="connsiteY54" fmla="*/ 63730 h 1157500"/>
              <a:gd name="connsiteX55" fmla="*/ 2616912 w 12192000"/>
              <a:gd name="connsiteY55" fmla="*/ 44757 h 1157500"/>
              <a:gd name="connsiteX56" fmla="*/ 2698592 w 12192000"/>
              <a:gd name="connsiteY56" fmla="*/ 35873 h 1157500"/>
              <a:gd name="connsiteX57" fmla="*/ 2891953 w 12192000"/>
              <a:gd name="connsiteY57" fmla="*/ 28541 h 1157500"/>
              <a:gd name="connsiteX58" fmla="*/ 3052621 w 12192000"/>
              <a:gd name="connsiteY58" fmla="*/ 7598 h 1157500"/>
              <a:gd name="connsiteX59" fmla="*/ 3145220 w 12192000"/>
              <a:gd name="connsiteY59" fmla="*/ 9845 h 1157500"/>
              <a:gd name="connsiteX60" fmla="*/ 3233309 w 12192000"/>
              <a:gd name="connsiteY60" fmla="*/ 2536 h 1157500"/>
              <a:gd name="connsiteX61" fmla="*/ 3320851 w 12192000"/>
              <a:gd name="connsiteY61" fmla="*/ 12470 h 1157500"/>
              <a:gd name="connsiteX62" fmla="*/ 3394552 w 12192000"/>
              <a:gd name="connsiteY62" fmla="*/ 31847 h 1157500"/>
              <a:gd name="connsiteX63" fmla="*/ 3462252 w 12192000"/>
              <a:gd name="connsiteY63" fmla="*/ 62214 h 1157500"/>
              <a:gd name="connsiteX64" fmla="*/ 3504799 w 12192000"/>
              <a:gd name="connsiteY64" fmla="*/ 86931 h 1157500"/>
              <a:gd name="connsiteX65" fmla="*/ 3568807 w 12192000"/>
              <a:gd name="connsiteY65" fmla="*/ 78125 h 1157500"/>
              <a:gd name="connsiteX66" fmla="*/ 3571993 w 12192000"/>
              <a:gd name="connsiteY66" fmla="*/ 80673 h 1157500"/>
              <a:gd name="connsiteX67" fmla="*/ 3590879 w 12192000"/>
              <a:gd name="connsiteY67" fmla="*/ 93683 h 1157500"/>
              <a:gd name="connsiteX68" fmla="*/ 3623973 w 12192000"/>
              <a:gd name="connsiteY68" fmla="*/ 86652 h 1157500"/>
              <a:gd name="connsiteX69" fmla="*/ 3636728 w 12192000"/>
              <a:gd name="connsiteY69" fmla="*/ 91587 h 1157500"/>
              <a:gd name="connsiteX70" fmla="*/ 3676976 w 12192000"/>
              <a:gd name="connsiteY70" fmla="*/ 90168 h 1157500"/>
              <a:gd name="connsiteX71" fmla="*/ 3722653 w 12192000"/>
              <a:gd name="connsiteY71" fmla="*/ 108931 h 1157500"/>
              <a:gd name="connsiteX72" fmla="*/ 3775112 w 12192000"/>
              <a:gd name="connsiteY72" fmla="*/ 92538 h 1157500"/>
              <a:gd name="connsiteX73" fmla="*/ 3932956 w 12192000"/>
              <a:gd name="connsiteY73" fmla="*/ 115905 h 1157500"/>
              <a:gd name="connsiteX74" fmla="*/ 4100593 w 12192000"/>
              <a:gd name="connsiteY74" fmla="*/ 157402 h 1157500"/>
              <a:gd name="connsiteX75" fmla="*/ 4316364 w 12192000"/>
              <a:gd name="connsiteY75" fmla="*/ 171021 h 1157500"/>
              <a:gd name="connsiteX76" fmla="*/ 4387387 w 12192000"/>
              <a:gd name="connsiteY76" fmla="*/ 157928 h 1157500"/>
              <a:gd name="connsiteX77" fmla="*/ 4427957 w 12192000"/>
              <a:gd name="connsiteY77" fmla="*/ 171094 h 1157500"/>
              <a:gd name="connsiteX78" fmla="*/ 4502291 w 12192000"/>
              <a:gd name="connsiteY78" fmla="*/ 181765 h 1157500"/>
              <a:gd name="connsiteX79" fmla="*/ 4600771 w 12192000"/>
              <a:gd name="connsiteY79" fmla="*/ 205711 h 1157500"/>
              <a:gd name="connsiteX80" fmla="*/ 4644102 w 12192000"/>
              <a:gd name="connsiteY80" fmla="*/ 203931 h 1157500"/>
              <a:gd name="connsiteX81" fmla="*/ 4652752 w 12192000"/>
              <a:gd name="connsiteY81" fmla="*/ 204470 h 1157500"/>
              <a:gd name="connsiteX82" fmla="*/ 4652896 w 12192000"/>
              <a:gd name="connsiteY82" fmla="*/ 204854 h 1157500"/>
              <a:gd name="connsiteX83" fmla="*/ 4685303 w 12192000"/>
              <a:gd name="connsiteY83" fmla="*/ 206507 h 1157500"/>
              <a:gd name="connsiteX84" fmla="*/ 4690886 w 12192000"/>
              <a:gd name="connsiteY84" fmla="*/ 209335 h 1157500"/>
              <a:gd name="connsiteX85" fmla="*/ 4725430 w 12192000"/>
              <a:gd name="connsiteY85" fmla="*/ 232300 h 1157500"/>
              <a:gd name="connsiteX86" fmla="*/ 4800051 w 12192000"/>
              <a:gd name="connsiteY86" fmla="*/ 224667 h 1157500"/>
              <a:gd name="connsiteX87" fmla="*/ 4875115 w 12192000"/>
              <a:gd name="connsiteY87" fmla="*/ 257918 h 1157500"/>
              <a:gd name="connsiteX88" fmla="*/ 4936450 w 12192000"/>
              <a:gd name="connsiteY88" fmla="*/ 274470 h 1157500"/>
              <a:gd name="connsiteX89" fmla="*/ 5030961 w 12192000"/>
              <a:gd name="connsiteY89" fmla="*/ 299480 h 1157500"/>
              <a:gd name="connsiteX90" fmla="*/ 5082734 w 12192000"/>
              <a:gd name="connsiteY90" fmla="*/ 302149 h 1157500"/>
              <a:gd name="connsiteX91" fmla="*/ 5138799 w 12192000"/>
              <a:gd name="connsiteY91" fmla="*/ 297368 h 1157500"/>
              <a:gd name="connsiteX92" fmla="*/ 5259695 w 12192000"/>
              <a:gd name="connsiteY92" fmla="*/ 324044 h 1157500"/>
              <a:gd name="connsiteX93" fmla="*/ 5359642 w 12192000"/>
              <a:gd name="connsiteY93" fmla="*/ 334143 h 1157500"/>
              <a:gd name="connsiteX94" fmla="*/ 5372918 w 12192000"/>
              <a:gd name="connsiteY94" fmla="*/ 330402 h 1157500"/>
              <a:gd name="connsiteX95" fmla="*/ 5396084 w 12192000"/>
              <a:gd name="connsiteY95" fmla="*/ 321836 h 1157500"/>
              <a:gd name="connsiteX96" fmla="*/ 5414292 w 12192000"/>
              <a:gd name="connsiteY96" fmla="*/ 314431 h 1157500"/>
              <a:gd name="connsiteX97" fmla="*/ 5487276 w 12192000"/>
              <a:gd name="connsiteY97" fmla="*/ 300918 h 1157500"/>
              <a:gd name="connsiteX98" fmla="*/ 5612716 w 12192000"/>
              <a:gd name="connsiteY98" fmla="*/ 301686 h 1157500"/>
              <a:gd name="connsiteX99" fmla="*/ 5864813 w 12192000"/>
              <a:gd name="connsiteY99" fmla="*/ 251420 h 1157500"/>
              <a:gd name="connsiteX100" fmla="*/ 6151392 w 12192000"/>
              <a:gd name="connsiteY100" fmla="*/ 219300 h 1157500"/>
              <a:gd name="connsiteX101" fmla="*/ 6209396 w 12192000"/>
              <a:gd name="connsiteY101" fmla="*/ 214037 h 1157500"/>
              <a:gd name="connsiteX102" fmla="*/ 6269898 w 12192000"/>
              <a:gd name="connsiteY102" fmla="*/ 219868 h 1157500"/>
              <a:gd name="connsiteX103" fmla="*/ 6352373 w 12192000"/>
              <a:gd name="connsiteY103" fmla="*/ 202729 h 1157500"/>
              <a:gd name="connsiteX104" fmla="*/ 6353759 w 12192000"/>
              <a:gd name="connsiteY104" fmla="*/ 202703 h 1157500"/>
              <a:gd name="connsiteX105" fmla="*/ 6363346 w 12192000"/>
              <a:gd name="connsiteY105" fmla="*/ 190268 h 1157500"/>
              <a:gd name="connsiteX106" fmla="*/ 6400681 w 12192000"/>
              <a:gd name="connsiteY106" fmla="*/ 197970 h 1157500"/>
              <a:gd name="connsiteX107" fmla="*/ 6402041 w 12192000"/>
              <a:gd name="connsiteY107" fmla="*/ 200641 h 1157500"/>
              <a:gd name="connsiteX108" fmla="*/ 6502019 w 12192000"/>
              <a:gd name="connsiteY108" fmla="*/ 192356 h 1157500"/>
              <a:gd name="connsiteX109" fmla="*/ 6518229 w 12192000"/>
              <a:gd name="connsiteY109" fmla="*/ 191407 h 1157500"/>
              <a:gd name="connsiteX110" fmla="*/ 6595639 w 12192000"/>
              <a:gd name="connsiteY110" fmla="*/ 168164 h 1157500"/>
              <a:gd name="connsiteX111" fmla="*/ 6692265 w 12192000"/>
              <a:gd name="connsiteY111" fmla="*/ 164829 h 1157500"/>
              <a:gd name="connsiteX112" fmla="*/ 6697219 w 12192000"/>
              <a:gd name="connsiteY112" fmla="*/ 165301 h 1157500"/>
              <a:gd name="connsiteX113" fmla="*/ 6713656 w 12192000"/>
              <a:gd name="connsiteY113" fmla="*/ 153600 h 1157500"/>
              <a:gd name="connsiteX114" fmla="*/ 6714383 w 12192000"/>
              <a:gd name="connsiteY114" fmla="*/ 150425 h 1157500"/>
              <a:gd name="connsiteX115" fmla="*/ 6774793 w 12192000"/>
              <a:gd name="connsiteY115" fmla="*/ 159713 h 1157500"/>
              <a:gd name="connsiteX116" fmla="*/ 6782112 w 12192000"/>
              <a:gd name="connsiteY116" fmla="*/ 155255 h 1157500"/>
              <a:gd name="connsiteX117" fmla="*/ 6878958 w 12192000"/>
              <a:gd name="connsiteY117" fmla="*/ 180824 h 1157500"/>
              <a:gd name="connsiteX118" fmla="*/ 6894439 w 12192000"/>
              <a:gd name="connsiteY118" fmla="*/ 177642 h 1157500"/>
              <a:gd name="connsiteX119" fmla="*/ 6963220 w 12192000"/>
              <a:gd name="connsiteY119" fmla="*/ 167304 h 1157500"/>
              <a:gd name="connsiteX120" fmla="*/ 6976706 w 12192000"/>
              <a:gd name="connsiteY120" fmla="*/ 170894 h 1157500"/>
              <a:gd name="connsiteX121" fmla="*/ 6987064 w 12192000"/>
              <a:gd name="connsiteY121" fmla="*/ 160402 h 1157500"/>
              <a:gd name="connsiteX122" fmla="*/ 7058714 w 12192000"/>
              <a:gd name="connsiteY122" fmla="*/ 175992 h 1157500"/>
              <a:gd name="connsiteX123" fmla="*/ 7060499 w 12192000"/>
              <a:gd name="connsiteY123" fmla="*/ 176063 h 1157500"/>
              <a:gd name="connsiteX124" fmla="*/ 7176563 w 12192000"/>
              <a:gd name="connsiteY124" fmla="*/ 173244 h 1157500"/>
              <a:gd name="connsiteX125" fmla="*/ 7205529 w 12192000"/>
              <a:gd name="connsiteY125" fmla="*/ 181011 h 1157500"/>
              <a:gd name="connsiteX126" fmla="*/ 7310118 w 12192000"/>
              <a:gd name="connsiteY126" fmla="*/ 162605 h 1157500"/>
              <a:gd name="connsiteX127" fmla="*/ 7673859 w 12192000"/>
              <a:gd name="connsiteY127" fmla="*/ 150336 h 1157500"/>
              <a:gd name="connsiteX128" fmla="*/ 7692748 w 12192000"/>
              <a:gd name="connsiteY128" fmla="*/ 161537 h 1157500"/>
              <a:gd name="connsiteX129" fmla="*/ 7756672 w 12192000"/>
              <a:gd name="connsiteY129" fmla="*/ 157372 h 1157500"/>
              <a:gd name="connsiteX130" fmla="*/ 7974189 w 12192000"/>
              <a:gd name="connsiteY130" fmla="*/ 154819 h 1157500"/>
              <a:gd name="connsiteX131" fmla="*/ 8101969 w 12192000"/>
              <a:gd name="connsiteY131" fmla="*/ 144495 h 1157500"/>
              <a:gd name="connsiteX132" fmla="*/ 8106826 w 12192000"/>
              <a:gd name="connsiteY132" fmla="*/ 139853 h 1157500"/>
              <a:gd name="connsiteX133" fmla="*/ 8162058 w 12192000"/>
              <a:gd name="connsiteY133" fmla="*/ 96704 h 1157500"/>
              <a:gd name="connsiteX134" fmla="*/ 8184568 w 12192000"/>
              <a:gd name="connsiteY134" fmla="*/ 93990 h 1157500"/>
              <a:gd name="connsiteX135" fmla="*/ 8228227 w 12192000"/>
              <a:gd name="connsiteY135" fmla="*/ 105972 h 1157500"/>
              <a:gd name="connsiteX136" fmla="*/ 8237963 w 12192000"/>
              <a:gd name="connsiteY136" fmla="*/ 106996 h 1157500"/>
              <a:gd name="connsiteX137" fmla="*/ 8248358 w 12192000"/>
              <a:gd name="connsiteY137" fmla="*/ 106062 h 1157500"/>
              <a:gd name="connsiteX138" fmla="*/ 8249309 w 12192000"/>
              <a:gd name="connsiteY138" fmla="*/ 106698 h 1157500"/>
              <a:gd name="connsiteX139" fmla="*/ 8249997 w 12192000"/>
              <a:gd name="connsiteY139" fmla="*/ 105915 h 1157500"/>
              <a:gd name="connsiteX140" fmla="*/ 8272162 w 12192000"/>
              <a:gd name="connsiteY140" fmla="*/ 103924 h 1157500"/>
              <a:gd name="connsiteX141" fmla="*/ 8292349 w 12192000"/>
              <a:gd name="connsiteY141" fmla="*/ 97480 h 1157500"/>
              <a:gd name="connsiteX142" fmla="*/ 8307239 w 12192000"/>
              <a:gd name="connsiteY142" fmla="*/ 94591 h 1157500"/>
              <a:gd name="connsiteX143" fmla="*/ 8339282 w 12192000"/>
              <a:gd name="connsiteY143" fmla="*/ 108942 h 1157500"/>
              <a:gd name="connsiteX144" fmla="*/ 8346156 w 12192000"/>
              <a:gd name="connsiteY144" fmla="*/ 111227 h 1157500"/>
              <a:gd name="connsiteX145" fmla="*/ 8346467 w 12192000"/>
              <a:gd name="connsiteY145" fmla="*/ 111024 h 1157500"/>
              <a:gd name="connsiteX146" fmla="*/ 8354069 w 12192000"/>
              <a:gd name="connsiteY146" fmla="*/ 112942 h 1157500"/>
              <a:gd name="connsiteX147" fmla="*/ 8358687 w 12192000"/>
              <a:gd name="connsiteY147" fmla="*/ 115393 h 1157500"/>
              <a:gd name="connsiteX148" fmla="*/ 8433385 w 12192000"/>
              <a:gd name="connsiteY148" fmla="*/ 99669 h 1157500"/>
              <a:gd name="connsiteX149" fmla="*/ 8533779 w 12192000"/>
              <a:gd name="connsiteY149" fmla="*/ 98374 h 1157500"/>
              <a:gd name="connsiteX150" fmla="*/ 8632833 w 12192000"/>
              <a:gd name="connsiteY150" fmla="*/ 100532 h 1157500"/>
              <a:gd name="connsiteX151" fmla="*/ 8668523 w 12192000"/>
              <a:gd name="connsiteY151" fmla="*/ 102979 h 1157500"/>
              <a:gd name="connsiteX152" fmla="*/ 8732893 w 12192000"/>
              <a:gd name="connsiteY152" fmla="*/ 99991 h 1157500"/>
              <a:gd name="connsiteX153" fmla="*/ 8764071 w 12192000"/>
              <a:gd name="connsiteY153" fmla="*/ 94587 h 1157500"/>
              <a:gd name="connsiteX154" fmla="*/ 8767004 w 12192000"/>
              <a:gd name="connsiteY154" fmla="*/ 91519 h 1157500"/>
              <a:gd name="connsiteX155" fmla="*/ 8772553 w 12192000"/>
              <a:gd name="connsiteY155" fmla="*/ 90314 h 1157500"/>
              <a:gd name="connsiteX156" fmla="*/ 8787201 w 12192000"/>
              <a:gd name="connsiteY156" fmla="*/ 92033 h 1157500"/>
              <a:gd name="connsiteX157" fmla="*/ 8792624 w 12192000"/>
              <a:gd name="connsiteY157" fmla="*/ 93503 h 1157500"/>
              <a:gd name="connsiteX158" fmla="*/ 8800741 w 12192000"/>
              <a:gd name="connsiteY158" fmla="*/ 93897 h 1157500"/>
              <a:gd name="connsiteX159" fmla="*/ 8800966 w 12192000"/>
              <a:gd name="connsiteY159" fmla="*/ 93645 h 1157500"/>
              <a:gd name="connsiteX160" fmla="*/ 8808513 w 12192000"/>
              <a:gd name="connsiteY160" fmla="*/ 94530 h 1157500"/>
              <a:gd name="connsiteX161" fmla="*/ 8845110 w 12192000"/>
              <a:gd name="connsiteY161" fmla="*/ 102179 h 1157500"/>
              <a:gd name="connsiteX162" fmla="*/ 8917529 w 12192000"/>
              <a:gd name="connsiteY162" fmla="*/ 76373 h 1157500"/>
              <a:gd name="connsiteX163" fmla="*/ 9026654 w 12192000"/>
              <a:gd name="connsiteY163" fmla="*/ 93420 h 1157500"/>
              <a:gd name="connsiteX164" fmla="*/ 9088505 w 12192000"/>
              <a:gd name="connsiteY164" fmla="*/ 113002 h 1157500"/>
              <a:gd name="connsiteX165" fmla="*/ 9203241 w 12192000"/>
              <a:gd name="connsiteY165" fmla="*/ 111713 h 1157500"/>
              <a:gd name="connsiteX166" fmla="*/ 9415584 w 12192000"/>
              <a:gd name="connsiteY166" fmla="*/ 157156 h 1157500"/>
              <a:gd name="connsiteX167" fmla="*/ 9505102 w 12192000"/>
              <a:gd name="connsiteY167" fmla="*/ 141042 h 1157500"/>
              <a:gd name="connsiteX168" fmla="*/ 9643040 w 12192000"/>
              <a:gd name="connsiteY168" fmla="*/ 158233 h 1157500"/>
              <a:gd name="connsiteX169" fmla="*/ 9762999 w 12192000"/>
              <a:gd name="connsiteY169" fmla="*/ 162623 h 1157500"/>
              <a:gd name="connsiteX170" fmla="*/ 9776183 w 12192000"/>
              <a:gd name="connsiteY170" fmla="*/ 162191 h 1157500"/>
              <a:gd name="connsiteX171" fmla="*/ 9780532 w 12192000"/>
              <a:gd name="connsiteY171" fmla="*/ 155823 h 1157500"/>
              <a:gd name="connsiteX172" fmla="*/ 9910588 w 12192000"/>
              <a:gd name="connsiteY172" fmla="*/ 154327 h 1157500"/>
              <a:gd name="connsiteX173" fmla="*/ 9924173 w 12192000"/>
              <a:gd name="connsiteY173" fmla="*/ 158591 h 1157500"/>
              <a:gd name="connsiteX174" fmla="*/ 10010969 w 12192000"/>
              <a:gd name="connsiteY174" fmla="*/ 155802 h 1157500"/>
              <a:gd name="connsiteX175" fmla="*/ 10070699 w 12192000"/>
              <a:gd name="connsiteY175" fmla="*/ 157854 h 1157500"/>
              <a:gd name="connsiteX176" fmla="*/ 10155104 w 12192000"/>
              <a:gd name="connsiteY176" fmla="*/ 151613 h 1157500"/>
              <a:gd name="connsiteX177" fmla="*/ 10250982 w 12192000"/>
              <a:gd name="connsiteY177" fmla="*/ 128642 h 1157500"/>
              <a:gd name="connsiteX178" fmla="*/ 10343301 w 12192000"/>
              <a:gd name="connsiteY178" fmla="*/ 90884 h 1157500"/>
              <a:gd name="connsiteX179" fmla="*/ 10366625 w 12192000"/>
              <a:gd name="connsiteY179" fmla="*/ 79428 h 1157500"/>
              <a:gd name="connsiteX180" fmla="*/ 10433505 w 12192000"/>
              <a:gd name="connsiteY180" fmla="*/ 65000 h 1157500"/>
              <a:gd name="connsiteX181" fmla="*/ 10547510 w 12192000"/>
              <a:gd name="connsiteY181" fmla="*/ 47246 h 1157500"/>
              <a:gd name="connsiteX182" fmla="*/ 10588150 w 12192000"/>
              <a:gd name="connsiteY182" fmla="*/ 32287 h 1157500"/>
              <a:gd name="connsiteX183" fmla="*/ 10589457 w 12192000"/>
              <a:gd name="connsiteY183" fmla="*/ 25296 h 1157500"/>
              <a:gd name="connsiteX184" fmla="*/ 10699976 w 12192000"/>
              <a:gd name="connsiteY184" fmla="*/ 43345 h 1157500"/>
              <a:gd name="connsiteX185" fmla="*/ 10812237 w 12192000"/>
              <a:gd name="connsiteY185" fmla="*/ 46327 h 1157500"/>
              <a:gd name="connsiteX186" fmla="*/ 10869837 w 12192000"/>
              <a:gd name="connsiteY186" fmla="*/ 65795 h 1157500"/>
              <a:gd name="connsiteX187" fmla="*/ 10881770 w 12192000"/>
              <a:gd name="connsiteY187" fmla="*/ 73672 h 1157500"/>
              <a:gd name="connsiteX188" fmla="*/ 10896899 w 12192000"/>
              <a:gd name="connsiteY188" fmla="*/ 70731 h 1157500"/>
              <a:gd name="connsiteX189" fmla="*/ 10901748 w 12192000"/>
              <a:gd name="connsiteY189" fmla="*/ 66352 h 1157500"/>
              <a:gd name="connsiteX190" fmla="*/ 10947419 w 12192000"/>
              <a:gd name="connsiteY190" fmla="*/ 83316 h 1157500"/>
              <a:gd name="connsiteX191" fmla="*/ 10953034 w 12192000"/>
              <a:gd name="connsiteY191" fmla="*/ 84438 h 1157500"/>
              <a:gd name="connsiteX192" fmla="*/ 10992070 w 12192000"/>
              <a:gd name="connsiteY192" fmla="*/ 88841 h 1157500"/>
              <a:gd name="connsiteX193" fmla="*/ 11112372 w 12192000"/>
              <a:gd name="connsiteY193" fmla="*/ 82247 h 1157500"/>
              <a:gd name="connsiteX194" fmla="*/ 11147719 w 12192000"/>
              <a:gd name="connsiteY194" fmla="*/ 80560 h 1157500"/>
              <a:gd name="connsiteX195" fmla="*/ 11172617 w 12192000"/>
              <a:gd name="connsiteY195" fmla="*/ 76265 h 1157500"/>
              <a:gd name="connsiteX196" fmla="*/ 11240397 w 12192000"/>
              <a:gd name="connsiteY196" fmla="*/ 81830 h 1157500"/>
              <a:gd name="connsiteX197" fmla="*/ 11270034 w 12192000"/>
              <a:gd name="connsiteY197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164976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085076 w 12192000"/>
              <a:gd name="connsiteY191" fmla="*/ 150485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69837 w 12192000"/>
              <a:gd name="connsiteY183" fmla="*/ 65795 h 1157500"/>
              <a:gd name="connsiteX184" fmla="*/ 10881770 w 12192000"/>
              <a:gd name="connsiteY184" fmla="*/ 73672 h 1157500"/>
              <a:gd name="connsiteX185" fmla="*/ 10896899 w 12192000"/>
              <a:gd name="connsiteY185" fmla="*/ 70731 h 1157500"/>
              <a:gd name="connsiteX186" fmla="*/ 10901748 w 12192000"/>
              <a:gd name="connsiteY186" fmla="*/ 66352 h 1157500"/>
              <a:gd name="connsiteX187" fmla="*/ 10947419 w 12192000"/>
              <a:gd name="connsiteY187" fmla="*/ 83316 h 1157500"/>
              <a:gd name="connsiteX188" fmla="*/ 10953034 w 12192000"/>
              <a:gd name="connsiteY188" fmla="*/ 84438 h 1157500"/>
              <a:gd name="connsiteX189" fmla="*/ 10992070 w 12192000"/>
              <a:gd name="connsiteY189" fmla="*/ 88841 h 1157500"/>
              <a:gd name="connsiteX190" fmla="*/ 11085076 w 12192000"/>
              <a:gd name="connsiteY190" fmla="*/ 150485 h 1157500"/>
              <a:gd name="connsiteX191" fmla="*/ 11172617 w 12192000"/>
              <a:gd name="connsiteY191" fmla="*/ 164976 h 1157500"/>
              <a:gd name="connsiteX192" fmla="*/ 11281340 w 12192000"/>
              <a:gd name="connsiteY192" fmla="*/ 184188 h 1157500"/>
              <a:gd name="connsiteX193" fmla="*/ 11406511 w 12192000"/>
              <a:gd name="connsiteY19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0992070 w 12192000"/>
              <a:gd name="connsiteY187" fmla="*/ 88841 h 1157500"/>
              <a:gd name="connsiteX188" fmla="*/ 11085076 w 12192000"/>
              <a:gd name="connsiteY188" fmla="*/ 150485 h 1157500"/>
              <a:gd name="connsiteX189" fmla="*/ 11172617 w 12192000"/>
              <a:gd name="connsiteY189" fmla="*/ 164976 h 1157500"/>
              <a:gd name="connsiteX190" fmla="*/ 11281340 w 12192000"/>
              <a:gd name="connsiteY190" fmla="*/ 184188 h 1157500"/>
              <a:gd name="connsiteX191" fmla="*/ 11406511 w 12192000"/>
              <a:gd name="connsiteY19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1085076 w 12192000"/>
              <a:gd name="connsiteY187" fmla="*/ 150485 h 1157500"/>
              <a:gd name="connsiteX188" fmla="*/ 11172617 w 12192000"/>
              <a:gd name="connsiteY188" fmla="*/ 164976 h 1157500"/>
              <a:gd name="connsiteX189" fmla="*/ 11281340 w 12192000"/>
              <a:gd name="connsiteY189" fmla="*/ 184188 h 1157500"/>
              <a:gd name="connsiteX190" fmla="*/ 11406511 w 12192000"/>
              <a:gd name="connsiteY19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67891 w 12192000"/>
              <a:gd name="connsiteY185" fmla="*/ 131083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967891 w 12192000"/>
              <a:gd name="connsiteY184" fmla="*/ 131083 h 1157500"/>
              <a:gd name="connsiteX185" fmla="*/ 11085076 w 12192000"/>
              <a:gd name="connsiteY185" fmla="*/ 150485 h 1157500"/>
              <a:gd name="connsiteX186" fmla="*/ 11172617 w 12192000"/>
              <a:gd name="connsiteY186" fmla="*/ 164976 h 1157500"/>
              <a:gd name="connsiteX187" fmla="*/ 11281340 w 12192000"/>
              <a:gd name="connsiteY187" fmla="*/ 184188 h 1157500"/>
              <a:gd name="connsiteX188" fmla="*/ 11406511 w 12192000"/>
              <a:gd name="connsiteY18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1770 w 12192000"/>
              <a:gd name="connsiteY182" fmla="*/ 73672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29093 w 12192000"/>
              <a:gd name="connsiteY180" fmla="*/ 120997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61157 w 12192000"/>
              <a:gd name="connsiteY178" fmla="*/ 108661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9026654 w 12192000"/>
              <a:gd name="connsiteY160" fmla="*/ 93420 h 1157500"/>
              <a:gd name="connsiteX161" fmla="*/ 9088505 w 12192000"/>
              <a:gd name="connsiteY161" fmla="*/ 113002 h 1157500"/>
              <a:gd name="connsiteX162" fmla="*/ 9203241 w 12192000"/>
              <a:gd name="connsiteY162" fmla="*/ 111713 h 1157500"/>
              <a:gd name="connsiteX163" fmla="*/ 9415584 w 12192000"/>
              <a:gd name="connsiteY163" fmla="*/ 157156 h 1157500"/>
              <a:gd name="connsiteX164" fmla="*/ 9505102 w 12192000"/>
              <a:gd name="connsiteY164" fmla="*/ 141042 h 1157500"/>
              <a:gd name="connsiteX165" fmla="*/ 9643040 w 12192000"/>
              <a:gd name="connsiteY165" fmla="*/ 158233 h 1157500"/>
              <a:gd name="connsiteX166" fmla="*/ 9762999 w 12192000"/>
              <a:gd name="connsiteY166" fmla="*/ 162623 h 1157500"/>
              <a:gd name="connsiteX167" fmla="*/ 9776183 w 12192000"/>
              <a:gd name="connsiteY167" fmla="*/ 162191 h 1157500"/>
              <a:gd name="connsiteX168" fmla="*/ 9780532 w 12192000"/>
              <a:gd name="connsiteY168" fmla="*/ 155823 h 1157500"/>
              <a:gd name="connsiteX169" fmla="*/ 9910588 w 12192000"/>
              <a:gd name="connsiteY169" fmla="*/ 154327 h 1157500"/>
              <a:gd name="connsiteX170" fmla="*/ 9924173 w 12192000"/>
              <a:gd name="connsiteY170" fmla="*/ 158591 h 1157500"/>
              <a:gd name="connsiteX171" fmla="*/ 10010969 w 12192000"/>
              <a:gd name="connsiteY171" fmla="*/ 155802 h 1157500"/>
              <a:gd name="connsiteX172" fmla="*/ 10070699 w 12192000"/>
              <a:gd name="connsiteY172" fmla="*/ 157854 h 1157500"/>
              <a:gd name="connsiteX173" fmla="*/ 10155104 w 12192000"/>
              <a:gd name="connsiteY173" fmla="*/ 151613 h 1157500"/>
              <a:gd name="connsiteX174" fmla="*/ 10250982 w 12192000"/>
              <a:gd name="connsiteY174" fmla="*/ 128642 h 1157500"/>
              <a:gd name="connsiteX175" fmla="*/ 10322829 w 12192000"/>
              <a:gd name="connsiteY175" fmla="*/ 145475 h 1157500"/>
              <a:gd name="connsiteX176" fmla="*/ 10448511 w 12192000"/>
              <a:gd name="connsiteY176" fmla="*/ 127195 h 1157500"/>
              <a:gd name="connsiteX177" fmla="*/ 10561157 w 12192000"/>
              <a:gd name="connsiteY177" fmla="*/ 108661 h 1157500"/>
              <a:gd name="connsiteX178" fmla="*/ 10629093 w 12192000"/>
              <a:gd name="connsiteY178" fmla="*/ 120997 h 1157500"/>
              <a:gd name="connsiteX179" fmla="*/ 10801598 w 12192000"/>
              <a:gd name="connsiteY179" fmla="*/ 113562 h 1157500"/>
              <a:gd name="connsiteX180" fmla="*/ 10888594 w 12192000"/>
              <a:gd name="connsiteY180" fmla="*/ 121439 h 1157500"/>
              <a:gd name="connsiteX181" fmla="*/ 10967891 w 12192000"/>
              <a:gd name="connsiteY181" fmla="*/ 131083 h 1157500"/>
              <a:gd name="connsiteX182" fmla="*/ 11085076 w 12192000"/>
              <a:gd name="connsiteY182" fmla="*/ 150485 h 1157500"/>
              <a:gd name="connsiteX183" fmla="*/ 11172617 w 12192000"/>
              <a:gd name="connsiteY183" fmla="*/ 164976 h 1157500"/>
              <a:gd name="connsiteX184" fmla="*/ 11281340 w 12192000"/>
              <a:gd name="connsiteY184" fmla="*/ 184188 h 1157500"/>
              <a:gd name="connsiteX185" fmla="*/ 11406511 w 12192000"/>
              <a:gd name="connsiteY18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72162 w 12192000"/>
              <a:gd name="connsiteY137" fmla="*/ 103924 h 1157500"/>
              <a:gd name="connsiteX138" fmla="*/ 8292349 w 12192000"/>
              <a:gd name="connsiteY138" fmla="*/ 97480 h 1157500"/>
              <a:gd name="connsiteX139" fmla="*/ 8307239 w 12192000"/>
              <a:gd name="connsiteY139" fmla="*/ 94591 h 1157500"/>
              <a:gd name="connsiteX140" fmla="*/ 8339282 w 12192000"/>
              <a:gd name="connsiteY140" fmla="*/ 108942 h 1157500"/>
              <a:gd name="connsiteX141" fmla="*/ 8346156 w 12192000"/>
              <a:gd name="connsiteY141" fmla="*/ 111227 h 1157500"/>
              <a:gd name="connsiteX142" fmla="*/ 8346467 w 12192000"/>
              <a:gd name="connsiteY142" fmla="*/ 111024 h 1157500"/>
              <a:gd name="connsiteX143" fmla="*/ 8354069 w 12192000"/>
              <a:gd name="connsiteY143" fmla="*/ 112942 h 1157500"/>
              <a:gd name="connsiteX144" fmla="*/ 8358687 w 12192000"/>
              <a:gd name="connsiteY144" fmla="*/ 115393 h 1157500"/>
              <a:gd name="connsiteX145" fmla="*/ 8433385 w 12192000"/>
              <a:gd name="connsiteY145" fmla="*/ 99669 h 1157500"/>
              <a:gd name="connsiteX146" fmla="*/ 8533779 w 12192000"/>
              <a:gd name="connsiteY146" fmla="*/ 98374 h 1157500"/>
              <a:gd name="connsiteX147" fmla="*/ 8632833 w 12192000"/>
              <a:gd name="connsiteY147" fmla="*/ 100532 h 1157500"/>
              <a:gd name="connsiteX148" fmla="*/ 8668523 w 12192000"/>
              <a:gd name="connsiteY148" fmla="*/ 102979 h 1157500"/>
              <a:gd name="connsiteX149" fmla="*/ 8732893 w 12192000"/>
              <a:gd name="connsiteY149" fmla="*/ 99991 h 1157500"/>
              <a:gd name="connsiteX150" fmla="*/ 8764071 w 12192000"/>
              <a:gd name="connsiteY150" fmla="*/ 94587 h 1157500"/>
              <a:gd name="connsiteX151" fmla="*/ 8767004 w 12192000"/>
              <a:gd name="connsiteY151" fmla="*/ 91519 h 1157500"/>
              <a:gd name="connsiteX152" fmla="*/ 8772553 w 12192000"/>
              <a:gd name="connsiteY152" fmla="*/ 90314 h 1157500"/>
              <a:gd name="connsiteX153" fmla="*/ 8787201 w 12192000"/>
              <a:gd name="connsiteY153" fmla="*/ 92033 h 1157500"/>
              <a:gd name="connsiteX154" fmla="*/ 8792624 w 12192000"/>
              <a:gd name="connsiteY154" fmla="*/ 93503 h 1157500"/>
              <a:gd name="connsiteX155" fmla="*/ 8800741 w 12192000"/>
              <a:gd name="connsiteY155" fmla="*/ 93897 h 1157500"/>
              <a:gd name="connsiteX156" fmla="*/ 8800966 w 12192000"/>
              <a:gd name="connsiteY156" fmla="*/ 93645 h 1157500"/>
              <a:gd name="connsiteX157" fmla="*/ 8808513 w 12192000"/>
              <a:gd name="connsiteY157" fmla="*/ 94530 h 1157500"/>
              <a:gd name="connsiteX158" fmla="*/ 8845110 w 12192000"/>
              <a:gd name="connsiteY158" fmla="*/ 102179 h 1157500"/>
              <a:gd name="connsiteX159" fmla="*/ 9026654 w 12192000"/>
              <a:gd name="connsiteY159" fmla="*/ 93420 h 1157500"/>
              <a:gd name="connsiteX160" fmla="*/ 9088505 w 12192000"/>
              <a:gd name="connsiteY160" fmla="*/ 113002 h 1157500"/>
              <a:gd name="connsiteX161" fmla="*/ 9203241 w 12192000"/>
              <a:gd name="connsiteY161" fmla="*/ 111713 h 1157500"/>
              <a:gd name="connsiteX162" fmla="*/ 9415584 w 12192000"/>
              <a:gd name="connsiteY162" fmla="*/ 157156 h 1157500"/>
              <a:gd name="connsiteX163" fmla="*/ 9505102 w 12192000"/>
              <a:gd name="connsiteY163" fmla="*/ 141042 h 1157500"/>
              <a:gd name="connsiteX164" fmla="*/ 9643040 w 12192000"/>
              <a:gd name="connsiteY164" fmla="*/ 158233 h 1157500"/>
              <a:gd name="connsiteX165" fmla="*/ 9762999 w 12192000"/>
              <a:gd name="connsiteY165" fmla="*/ 162623 h 1157500"/>
              <a:gd name="connsiteX166" fmla="*/ 9776183 w 12192000"/>
              <a:gd name="connsiteY166" fmla="*/ 162191 h 1157500"/>
              <a:gd name="connsiteX167" fmla="*/ 9780532 w 12192000"/>
              <a:gd name="connsiteY167" fmla="*/ 155823 h 1157500"/>
              <a:gd name="connsiteX168" fmla="*/ 9910588 w 12192000"/>
              <a:gd name="connsiteY168" fmla="*/ 154327 h 1157500"/>
              <a:gd name="connsiteX169" fmla="*/ 9924173 w 12192000"/>
              <a:gd name="connsiteY169" fmla="*/ 158591 h 1157500"/>
              <a:gd name="connsiteX170" fmla="*/ 10010969 w 12192000"/>
              <a:gd name="connsiteY170" fmla="*/ 155802 h 1157500"/>
              <a:gd name="connsiteX171" fmla="*/ 10070699 w 12192000"/>
              <a:gd name="connsiteY171" fmla="*/ 157854 h 1157500"/>
              <a:gd name="connsiteX172" fmla="*/ 10155104 w 12192000"/>
              <a:gd name="connsiteY172" fmla="*/ 151613 h 1157500"/>
              <a:gd name="connsiteX173" fmla="*/ 10250982 w 12192000"/>
              <a:gd name="connsiteY173" fmla="*/ 128642 h 1157500"/>
              <a:gd name="connsiteX174" fmla="*/ 10322829 w 12192000"/>
              <a:gd name="connsiteY174" fmla="*/ 145475 h 1157500"/>
              <a:gd name="connsiteX175" fmla="*/ 10448511 w 12192000"/>
              <a:gd name="connsiteY175" fmla="*/ 127195 h 1157500"/>
              <a:gd name="connsiteX176" fmla="*/ 10561157 w 12192000"/>
              <a:gd name="connsiteY176" fmla="*/ 108661 h 1157500"/>
              <a:gd name="connsiteX177" fmla="*/ 10629093 w 12192000"/>
              <a:gd name="connsiteY177" fmla="*/ 120997 h 1157500"/>
              <a:gd name="connsiteX178" fmla="*/ 10801598 w 12192000"/>
              <a:gd name="connsiteY178" fmla="*/ 113562 h 1157500"/>
              <a:gd name="connsiteX179" fmla="*/ 10888594 w 12192000"/>
              <a:gd name="connsiteY179" fmla="*/ 121439 h 1157500"/>
              <a:gd name="connsiteX180" fmla="*/ 10967891 w 12192000"/>
              <a:gd name="connsiteY180" fmla="*/ 131083 h 1157500"/>
              <a:gd name="connsiteX181" fmla="*/ 11085076 w 12192000"/>
              <a:gd name="connsiteY181" fmla="*/ 150485 h 1157500"/>
              <a:gd name="connsiteX182" fmla="*/ 11172617 w 12192000"/>
              <a:gd name="connsiteY182" fmla="*/ 164976 h 1157500"/>
              <a:gd name="connsiteX183" fmla="*/ 11281340 w 12192000"/>
              <a:gd name="connsiteY183" fmla="*/ 184188 h 1157500"/>
              <a:gd name="connsiteX184" fmla="*/ 11406511 w 12192000"/>
              <a:gd name="connsiteY18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92349 w 12192000"/>
              <a:gd name="connsiteY137" fmla="*/ 97480 h 1157500"/>
              <a:gd name="connsiteX138" fmla="*/ 8307239 w 12192000"/>
              <a:gd name="connsiteY138" fmla="*/ 94591 h 1157500"/>
              <a:gd name="connsiteX139" fmla="*/ 8339282 w 12192000"/>
              <a:gd name="connsiteY139" fmla="*/ 108942 h 1157500"/>
              <a:gd name="connsiteX140" fmla="*/ 8346156 w 12192000"/>
              <a:gd name="connsiteY140" fmla="*/ 111227 h 1157500"/>
              <a:gd name="connsiteX141" fmla="*/ 8346467 w 12192000"/>
              <a:gd name="connsiteY141" fmla="*/ 111024 h 1157500"/>
              <a:gd name="connsiteX142" fmla="*/ 8354069 w 12192000"/>
              <a:gd name="connsiteY142" fmla="*/ 112942 h 1157500"/>
              <a:gd name="connsiteX143" fmla="*/ 8358687 w 12192000"/>
              <a:gd name="connsiteY143" fmla="*/ 115393 h 1157500"/>
              <a:gd name="connsiteX144" fmla="*/ 8433385 w 12192000"/>
              <a:gd name="connsiteY144" fmla="*/ 99669 h 1157500"/>
              <a:gd name="connsiteX145" fmla="*/ 8533779 w 12192000"/>
              <a:gd name="connsiteY145" fmla="*/ 98374 h 1157500"/>
              <a:gd name="connsiteX146" fmla="*/ 8632833 w 12192000"/>
              <a:gd name="connsiteY146" fmla="*/ 100532 h 1157500"/>
              <a:gd name="connsiteX147" fmla="*/ 8668523 w 12192000"/>
              <a:gd name="connsiteY147" fmla="*/ 102979 h 1157500"/>
              <a:gd name="connsiteX148" fmla="*/ 8732893 w 12192000"/>
              <a:gd name="connsiteY148" fmla="*/ 99991 h 1157500"/>
              <a:gd name="connsiteX149" fmla="*/ 8764071 w 12192000"/>
              <a:gd name="connsiteY149" fmla="*/ 94587 h 1157500"/>
              <a:gd name="connsiteX150" fmla="*/ 8767004 w 12192000"/>
              <a:gd name="connsiteY150" fmla="*/ 91519 h 1157500"/>
              <a:gd name="connsiteX151" fmla="*/ 8772553 w 12192000"/>
              <a:gd name="connsiteY151" fmla="*/ 90314 h 1157500"/>
              <a:gd name="connsiteX152" fmla="*/ 8787201 w 12192000"/>
              <a:gd name="connsiteY152" fmla="*/ 92033 h 1157500"/>
              <a:gd name="connsiteX153" fmla="*/ 8792624 w 12192000"/>
              <a:gd name="connsiteY153" fmla="*/ 93503 h 1157500"/>
              <a:gd name="connsiteX154" fmla="*/ 8800741 w 12192000"/>
              <a:gd name="connsiteY154" fmla="*/ 93897 h 1157500"/>
              <a:gd name="connsiteX155" fmla="*/ 8800966 w 12192000"/>
              <a:gd name="connsiteY155" fmla="*/ 93645 h 1157500"/>
              <a:gd name="connsiteX156" fmla="*/ 8808513 w 12192000"/>
              <a:gd name="connsiteY156" fmla="*/ 94530 h 1157500"/>
              <a:gd name="connsiteX157" fmla="*/ 8845110 w 12192000"/>
              <a:gd name="connsiteY157" fmla="*/ 102179 h 1157500"/>
              <a:gd name="connsiteX158" fmla="*/ 9026654 w 12192000"/>
              <a:gd name="connsiteY158" fmla="*/ 93420 h 1157500"/>
              <a:gd name="connsiteX159" fmla="*/ 9088505 w 12192000"/>
              <a:gd name="connsiteY159" fmla="*/ 113002 h 1157500"/>
              <a:gd name="connsiteX160" fmla="*/ 9203241 w 12192000"/>
              <a:gd name="connsiteY160" fmla="*/ 111713 h 1157500"/>
              <a:gd name="connsiteX161" fmla="*/ 9415584 w 12192000"/>
              <a:gd name="connsiteY161" fmla="*/ 157156 h 1157500"/>
              <a:gd name="connsiteX162" fmla="*/ 9505102 w 12192000"/>
              <a:gd name="connsiteY162" fmla="*/ 141042 h 1157500"/>
              <a:gd name="connsiteX163" fmla="*/ 9643040 w 12192000"/>
              <a:gd name="connsiteY163" fmla="*/ 158233 h 1157500"/>
              <a:gd name="connsiteX164" fmla="*/ 9762999 w 12192000"/>
              <a:gd name="connsiteY164" fmla="*/ 162623 h 1157500"/>
              <a:gd name="connsiteX165" fmla="*/ 9776183 w 12192000"/>
              <a:gd name="connsiteY165" fmla="*/ 162191 h 1157500"/>
              <a:gd name="connsiteX166" fmla="*/ 9780532 w 12192000"/>
              <a:gd name="connsiteY166" fmla="*/ 155823 h 1157500"/>
              <a:gd name="connsiteX167" fmla="*/ 9910588 w 12192000"/>
              <a:gd name="connsiteY167" fmla="*/ 154327 h 1157500"/>
              <a:gd name="connsiteX168" fmla="*/ 9924173 w 12192000"/>
              <a:gd name="connsiteY168" fmla="*/ 158591 h 1157500"/>
              <a:gd name="connsiteX169" fmla="*/ 10010969 w 12192000"/>
              <a:gd name="connsiteY169" fmla="*/ 155802 h 1157500"/>
              <a:gd name="connsiteX170" fmla="*/ 10070699 w 12192000"/>
              <a:gd name="connsiteY170" fmla="*/ 157854 h 1157500"/>
              <a:gd name="connsiteX171" fmla="*/ 10155104 w 12192000"/>
              <a:gd name="connsiteY171" fmla="*/ 151613 h 1157500"/>
              <a:gd name="connsiteX172" fmla="*/ 10250982 w 12192000"/>
              <a:gd name="connsiteY172" fmla="*/ 128642 h 1157500"/>
              <a:gd name="connsiteX173" fmla="*/ 10322829 w 12192000"/>
              <a:gd name="connsiteY173" fmla="*/ 145475 h 1157500"/>
              <a:gd name="connsiteX174" fmla="*/ 10448511 w 12192000"/>
              <a:gd name="connsiteY174" fmla="*/ 127195 h 1157500"/>
              <a:gd name="connsiteX175" fmla="*/ 10561157 w 12192000"/>
              <a:gd name="connsiteY175" fmla="*/ 108661 h 1157500"/>
              <a:gd name="connsiteX176" fmla="*/ 10629093 w 12192000"/>
              <a:gd name="connsiteY176" fmla="*/ 120997 h 1157500"/>
              <a:gd name="connsiteX177" fmla="*/ 10801598 w 12192000"/>
              <a:gd name="connsiteY177" fmla="*/ 113562 h 1157500"/>
              <a:gd name="connsiteX178" fmla="*/ 10888594 w 12192000"/>
              <a:gd name="connsiteY178" fmla="*/ 121439 h 1157500"/>
              <a:gd name="connsiteX179" fmla="*/ 10967891 w 12192000"/>
              <a:gd name="connsiteY179" fmla="*/ 131083 h 1157500"/>
              <a:gd name="connsiteX180" fmla="*/ 11085076 w 12192000"/>
              <a:gd name="connsiteY180" fmla="*/ 150485 h 1157500"/>
              <a:gd name="connsiteX181" fmla="*/ 11172617 w 12192000"/>
              <a:gd name="connsiteY181" fmla="*/ 164976 h 1157500"/>
              <a:gd name="connsiteX182" fmla="*/ 11281340 w 12192000"/>
              <a:gd name="connsiteY182" fmla="*/ 184188 h 1157500"/>
              <a:gd name="connsiteX183" fmla="*/ 11406511 w 12192000"/>
              <a:gd name="connsiteY18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92349 w 12192000"/>
              <a:gd name="connsiteY136" fmla="*/ 97480 h 1157500"/>
              <a:gd name="connsiteX137" fmla="*/ 8307239 w 12192000"/>
              <a:gd name="connsiteY137" fmla="*/ 94591 h 1157500"/>
              <a:gd name="connsiteX138" fmla="*/ 8339282 w 12192000"/>
              <a:gd name="connsiteY138" fmla="*/ 108942 h 1157500"/>
              <a:gd name="connsiteX139" fmla="*/ 8346156 w 12192000"/>
              <a:gd name="connsiteY139" fmla="*/ 111227 h 1157500"/>
              <a:gd name="connsiteX140" fmla="*/ 8346467 w 12192000"/>
              <a:gd name="connsiteY140" fmla="*/ 111024 h 1157500"/>
              <a:gd name="connsiteX141" fmla="*/ 8354069 w 12192000"/>
              <a:gd name="connsiteY141" fmla="*/ 112942 h 1157500"/>
              <a:gd name="connsiteX142" fmla="*/ 8358687 w 12192000"/>
              <a:gd name="connsiteY142" fmla="*/ 115393 h 1157500"/>
              <a:gd name="connsiteX143" fmla="*/ 8433385 w 12192000"/>
              <a:gd name="connsiteY143" fmla="*/ 99669 h 1157500"/>
              <a:gd name="connsiteX144" fmla="*/ 8533779 w 12192000"/>
              <a:gd name="connsiteY144" fmla="*/ 98374 h 1157500"/>
              <a:gd name="connsiteX145" fmla="*/ 8632833 w 12192000"/>
              <a:gd name="connsiteY145" fmla="*/ 100532 h 1157500"/>
              <a:gd name="connsiteX146" fmla="*/ 8668523 w 12192000"/>
              <a:gd name="connsiteY146" fmla="*/ 102979 h 1157500"/>
              <a:gd name="connsiteX147" fmla="*/ 8732893 w 12192000"/>
              <a:gd name="connsiteY147" fmla="*/ 99991 h 1157500"/>
              <a:gd name="connsiteX148" fmla="*/ 8764071 w 12192000"/>
              <a:gd name="connsiteY148" fmla="*/ 94587 h 1157500"/>
              <a:gd name="connsiteX149" fmla="*/ 8767004 w 12192000"/>
              <a:gd name="connsiteY149" fmla="*/ 91519 h 1157500"/>
              <a:gd name="connsiteX150" fmla="*/ 8772553 w 12192000"/>
              <a:gd name="connsiteY150" fmla="*/ 90314 h 1157500"/>
              <a:gd name="connsiteX151" fmla="*/ 8787201 w 12192000"/>
              <a:gd name="connsiteY151" fmla="*/ 92033 h 1157500"/>
              <a:gd name="connsiteX152" fmla="*/ 8792624 w 12192000"/>
              <a:gd name="connsiteY152" fmla="*/ 93503 h 1157500"/>
              <a:gd name="connsiteX153" fmla="*/ 8800741 w 12192000"/>
              <a:gd name="connsiteY153" fmla="*/ 93897 h 1157500"/>
              <a:gd name="connsiteX154" fmla="*/ 8800966 w 12192000"/>
              <a:gd name="connsiteY154" fmla="*/ 93645 h 1157500"/>
              <a:gd name="connsiteX155" fmla="*/ 8808513 w 12192000"/>
              <a:gd name="connsiteY155" fmla="*/ 94530 h 1157500"/>
              <a:gd name="connsiteX156" fmla="*/ 8845110 w 12192000"/>
              <a:gd name="connsiteY156" fmla="*/ 102179 h 1157500"/>
              <a:gd name="connsiteX157" fmla="*/ 9026654 w 12192000"/>
              <a:gd name="connsiteY157" fmla="*/ 93420 h 1157500"/>
              <a:gd name="connsiteX158" fmla="*/ 9088505 w 12192000"/>
              <a:gd name="connsiteY158" fmla="*/ 113002 h 1157500"/>
              <a:gd name="connsiteX159" fmla="*/ 9203241 w 12192000"/>
              <a:gd name="connsiteY159" fmla="*/ 111713 h 1157500"/>
              <a:gd name="connsiteX160" fmla="*/ 9415584 w 12192000"/>
              <a:gd name="connsiteY160" fmla="*/ 157156 h 1157500"/>
              <a:gd name="connsiteX161" fmla="*/ 9505102 w 12192000"/>
              <a:gd name="connsiteY161" fmla="*/ 141042 h 1157500"/>
              <a:gd name="connsiteX162" fmla="*/ 9643040 w 12192000"/>
              <a:gd name="connsiteY162" fmla="*/ 158233 h 1157500"/>
              <a:gd name="connsiteX163" fmla="*/ 9762999 w 12192000"/>
              <a:gd name="connsiteY163" fmla="*/ 162623 h 1157500"/>
              <a:gd name="connsiteX164" fmla="*/ 9776183 w 12192000"/>
              <a:gd name="connsiteY164" fmla="*/ 162191 h 1157500"/>
              <a:gd name="connsiteX165" fmla="*/ 9780532 w 12192000"/>
              <a:gd name="connsiteY165" fmla="*/ 155823 h 1157500"/>
              <a:gd name="connsiteX166" fmla="*/ 9910588 w 12192000"/>
              <a:gd name="connsiteY166" fmla="*/ 154327 h 1157500"/>
              <a:gd name="connsiteX167" fmla="*/ 9924173 w 12192000"/>
              <a:gd name="connsiteY167" fmla="*/ 158591 h 1157500"/>
              <a:gd name="connsiteX168" fmla="*/ 10010969 w 12192000"/>
              <a:gd name="connsiteY168" fmla="*/ 155802 h 1157500"/>
              <a:gd name="connsiteX169" fmla="*/ 10070699 w 12192000"/>
              <a:gd name="connsiteY169" fmla="*/ 157854 h 1157500"/>
              <a:gd name="connsiteX170" fmla="*/ 10155104 w 12192000"/>
              <a:gd name="connsiteY170" fmla="*/ 151613 h 1157500"/>
              <a:gd name="connsiteX171" fmla="*/ 10250982 w 12192000"/>
              <a:gd name="connsiteY171" fmla="*/ 128642 h 1157500"/>
              <a:gd name="connsiteX172" fmla="*/ 10322829 w 12192000"/>
              <a:gd name="connsiteY172" fmla="*/ 145475 h 1157500"/>
              <a:gd name="connsiteX173" fmla="*/ 10448511 w 12192000"/>
              <a:gd name="connsiteY173" fmla="*/ 127195 h 1157500"/>
              <a:gd name="connsiteX174" fmla="*/ 10561157 w 12192000"/>
              <a:gd name="connsiteY174" fmla="*/ 108661 h 1157500"/>
              <a:gd name="connsiteX175" fmla="*/ 10629093 w 12192000"/>
              <a:gd name="connsiteY175" fmla="*/ 120997 h 1157500"/>
              <a:gd name="connsiteX176" fmla="*/ 10801598 w 12192000"/>
              <a:gd name="connsiteY176" fmla="*/ 113562 h 1157500"/>
              <a:gd name="connsiteX177" fmla="*/ 10888594 w 12192000"/>
              <a:gd name="connsiteY177" fmla="*/ 121439 h 1157500"/>
              <a:gd name="connsiteX178" fmla="*/ 10967891 w 12192000"/>
              <a:gd name="connsiteY178" fmla="*/ 131083 h 1157500"/>
              <a:gd name="connsiteX179" fmla="*/ 11085076 w 12192000"/>
              <a:gd name="connsiteY179" fmla="*/ 150485 h 1157500"/>
              <a:gd name="connsiteX180" fmla="*/ 11172617 w 12192000"/>
              <a:gd name="connsiteY180" fmla="*/ 164976 h 1157500"/>
              <a:gd name="connsiteX181" fmla="*/ 11281340 w 12192000"/>
              <a:gd name="connsiteY181" fmla="*/ 184188 h 1157500"/>
              <a:gd name="connsiteX182" fmla="*/ 11406511 w 12192000"/>
              <a:gd name="connsiteY18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307239 w 12192000"/>
              <a:gd name="connsiteY136" fmla="*/ 94591 h 1157500"/>
              <a:gd name="connsiteX137" fmla="*/ 8339282 w 12192000"/>
              <a:gd name="connsiteY137" fmla="*/ 108942 h 1157500"/>
              <a:gd name="connsiteX138" fmla="*/ 8346156 w 12192000"/>
              <a:gd name="connsiteY138" fmla="*/ 111227 h 1157500"/>
              <a:gd name="connsiteX139" fmla="*/ 8346467 w 12192000"/>
              <a:gd name="connsiteY139" fmla="*/ 111024 h 1157500"/>
              <a:gd name="connsiteX140" fmla="*/ 8354069 w 12192000"/>
              <a:gd name="connsiteY140" fmla="*/ 112942 h 1157500"/>
              <a:gd name="connsiteX141" fmla="*/ 8358687 w 12192000"/>
              <a:gd name="connsiteY141" fmla="*/ 115393 h 1157500"/>
              <a:gd name="connsiteX142" fmla="*/ 8433385 w 12192000"/>
              <a:gd name="connsiteY142" fmla="*/ 99669 h 1157500"/>
              <a:gd name="connsiteX143" fmla="*/ 8533779 w 12192000"/>
              <a:gd name="connsiteY143" fmla="*/ 98374 h 1157500"/>
              <a:gd name="connsiteX144" fmla="*/ 8632833 w 12192000"/>
              <a:gd name="connsiteY144" fmla="*/ 100532 h 1157500"/>
              <a:gd name="connsiteX145" fmla="*/ 8668523 w 12192000"/>
              <a:gd name="connsiteY145" fmla="*/ 102979 h 1157500"/>
              <a:gd name="connsiteX146" fmla="*/ 8732893 w 12192000"/>
              <a:gd name="connsiteY146" fmla="*/ 99991 h 1157500"/>
              <a:gd name="connsiteX147" fmla="*/ 8764071 w 12192000"/>
              <a:gd name="connsiteY147" fmla="*/ 94587 h 1157500"/>
              <a:gd name="connsiteX148" fmla="*/ 8767004 w 12192000"/>
              <a:gd name="connsiteY148" fmla="*/ 91519 h 1157500"/>
              <a:gd name="connsiteX149" fmla="*/ 8772553 w 12192000"/>
              <a:gd name="connsiteY149" fmla="*/ 90314 h 1157500"/>
              <a:gd name="connsiteX150" fmla="*/ 8787201 w 12192000"/>
              <a:gd name="connsiteY150" fmla="*/ 92033 h 1157500"/>
              <a:gd name="connsiteX151" fmla="*/ 8792624 w 12192000"/>
              <a:gd name="connsiteY151" fmla="*/ 93503 h 1157500"/>
              <a:gd name="connsiteX152" fmla="*/ 8800741 w 12192000"/>
              <a:gd name="connsiteY152" fmla="*/ 93897 h 1157500"/>
              <a:gd name="connsiteX153" fmla="*/ 8800966 w 12192000"/>
              <a:gd name="connsiteY153" fmla="*/ 93645 h 1157500"/>
              <a:gd name="connsiteX154" fmla="*/ 8808513 w 12192000"/>
              <a:gd name="connsiteY154" fmla="*/ 94530 h 1157500"/>
              <a:gd name="connsiteX155" fmla="*/ 8845110 w 12192000"/>
              <a:gd name="connsiteY155" fmla="*/ 102179 h 1157500"/>
              <a:gd name="connsiteX156" fmla="*/ 9026654 w 12192000"/>
              <a:gd name="connsiteY156" fmla="*/ 93420 h 1157500"/>
              <a:gd name="connsiteX157" fmla="*/ 9088505 w 12192000"/>
              <a:gd name="connsiteY157" fmla="*/ 113002 h 1157500"/>
              <a:gd name="connsiteX158" fmla="*/ 9203241 w 12192000"/>
              <a:gd name="connsiteY158" fmla="*/ 111713 h 1157500"/>
              <a:gd name="connsiteX159" fmla="*/ 9415584 w 12192000"/>
              <a:gd name="connsiteY159" fmla="*/ 157156 h 1157500"/>
              <a:gd name="connsiteX160" fmla="*/ 9505102 w 12192000"/>
              <a:gd name="connsiteY160" fmla="*/ 141042 h 1157500"/>
              <a:gd name="connsiteX161" fmla="*/ 9643040 w 12192000"/>
              <a:gd name="connsiteY161" fmla="*/ 158233 h 1157500"/>
              <a:gd name="connsiteX162" fmla="*/ 9762999 w 12192000"/>
              <a:gd name="connsiteY162" fmla="*/ 162623 h 1157500"/>
              <a:gd name="connsiteX163" fmla="*/ 9776183 w 12192000"/>
              <a:gd name="connsiteY163" fmla="*/ 162191 h 1157500"/>
              <a:gd name="connsiteX164" fmla="*/ 9780532 w 12192000"/>
              <a:gd name="connsiteY164" fmla="*/ 155823 h 1157500"/>
              <a:gd name="connsiteX165" fmla="*/ 9910588 w 12192000"/>
              <a:gd name="connsiteY165" fmla="*/ 154327 h 1157500"/>
              <a:gd name="connsiteX166" fmla="*/ 9924173 w 12192000"/>
              <a:gd name="connsiteY166" fmla="*/ 158591 h 1157500"/>
              <a:gd name="connsiteX167" fmla="*/ 10010969 w 12192000"/>
              <a:gd name="connsiteY167" fmla="*/ 155802 h 1157500"/>
              <a:gd name="connsiteX168" fmla="*/ 10070699 w 12192000"/>
              <a:gd name="connsiteY168" fmla="*/ 157854 h 1157500"/>
              <a:gd name="connsiteX169" fmla="*/ 10155104 w 12192000"/>
              <a:gd name="connsiteY169" fmla="*/ 151613 h 1157500"/>
              <a:gd name="connsiteX170" fmla="*/ 10250982 w 12192000"/>
              <a:gd name="connsiteY170" fmla="*/ 128642 h 1157500"/>
              <a:gd name="connsiteX171" fmla="*/ 10322829 w 12192000"/>
              <a:gd name="connsiteY171" fmla="*/ 145475 h 1157500"/>
              <a:gd name="connsiteX172" fmla="*/ 10448511 w 12192000"/>
              <a:gd name="connsiteY172" fmla="*/ 127195 h 1157500"/>
              <a:gd name="connsiteX173" fmla="*/ 10561157 w 12192000"/>
              <a:gd name="connsiteY173" fmla="*/ 108661 h 1157500"/>
              <a:gd name="connsiteX174" fmla="*/ 10629093 w 12192000"/>
              <a:gd name="connsiteY174" fmla="*/ 120997 h 1157500"/>
              <a:gd name="connsiteX175" fmla="*/ 10801598 w 12192000"/>
              <a:gd name="connsiteY175" fmla="*/ 113562 h 1157500"/>
              <a:gd name="connsiteX176" fmla="*/ 10888594 w 12192000"/>
              <a:gd name="connsiteY176" fmla="*/ 121439 h 1157500"/>
              <a:gd name="connsiteX177" fmla="*/ 10967891 w 12192000"/>
              <a:gd name="connsiteY177" fmla="*/ 131083 h 1157500"/>
              <a:gd name="connsiteX178" fmla="*/ 11085076 w 12192000"/>
              <a:gd name="connsiteY178" fmla="*/ 150485 h 1157500"/>
              <a:gd name="connsiteX179" fmla="*/ 11172617 w 12192000"/>
              <a:gd name="connsiteY179" fmla="*/ 164976 h 1157500"/>
              <a:gd name="connsiteX180" fmla="*/ 11281340 w 12192000"/>
              <a:gd name="connsiteY180" fmla="*/ 184188 h 1157500"/>
              <a:gd name="connsiteX181" fmla="*/ 11406511 w 12192000"/>
              <a:gd name="connsiteY18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358687 w 12192000"/>
              <a:gd name="connsiteY140" fmla="*/ 115393 h 1157500"/>
              <a:gd name="connsiteX141" fmla="*/ 8433385 w 12192000"/>
              <a:gd name="connsiteY141" fmla="*/ 99669 h 1157500"/>
              <a:gd name="connsiteX142" fmla="*/ 8533779 w 12192000"/>
              <a:gd name="connsiteY142" fmla="*/ 98374 h 1157500"/>
              <a:gd name="connsiteX143" fmla="*/ 8632833 w 12192000"/>
              <a:gd name="connsiteY143" fmla="*/ 100532 h 1157500"/>
              <a:gd name="connsiteX144" fmla="*/ 8668523 w 12192000"/>
              <a:gd name="connsiteY144" fmla="*/ 102979 h 1157500"/>
              <a:gd name="connsiteX145" fmla="*/ 8732893 w 12192000"/>
              <a:gd name="connsiteY145" fmla="*/ 99991 h 1157500"/>
              <a:gd name="connsiteX146" fmla="*/ 8764071 w 12192000"/>
              <a:gd name="connsiteY146" fmla="*/ 94587 h 1157500"/>
              <a:gd name="connsiteX147" fmla="*/ 8767004 w 12192000"/>
              <a:gd name="connsiteY147" fmla="*/ 91519 h 1157500"/>
              <a:gd name="connsiteX148" fmla="*/ 8772553 w 12192000"/>
              <a:gd name="connsiteY148" fmla="*/ 90314 h 1157500"/>
              <a:gd name="connsiteX149" fmla="*/ 8787201 w 12192000"/>
              <a:gd name="connsiteY149" fmla="*/ 92033 h 1157500"/>
              <a:gd name="connsiteX150" fmla="*/ 8792624 w 12192000"/>
              <a:gd name="connsiteY150" fmla="*/ 93503 h 1157500"/>
              <a:gd name="connsiteX151" fmla="*/ 8800741 w 12192000"/>
              <a:gd name="connsiteY151" fmla="*/ 93897 h 1157500"/>
              <a:gd name="connsiteX152" fmla="*/ 8800966 w 12192000"/>
              <a:gd name="connsiteY152" fmla="*/ 93645 h 1157500"/>
              <a:gd name="connsiteX153" fmla="*/ 8808513 w 12192000"/>
              <a:gd name="connsiteY153" fmla="*/ 94530 h 1157500"/>
              <a:gd name="connsiteX154" fmla="*/ 8845110 w 12192000"/>
              <a:gd name="connsiteY154" fmla="*/ 102179 h 1157500"/>
              <a:gd name="connsiteX155" fmla="*/ 9026654 w 12192000"/>
              <a:gd name="connsiteY155" fmla="*/ 93420 h 1157500"/>
              <a:gd name="connsiteX156" fmla="*/ 9088505 w 12192000"/>
              <a:gd name="connsiteY156" fmla="*/ 113002 h 1157500"/>
              <a:gd name="connsiteX157" fmla="*/ 9203241 w 12192000"/>
              <a:gd name="connsiteY157" fmla="*/ 111713 h 1157500"/>
              <a:gd name="connsiteX158" fmla="*/ 9415584 w 12192000"/>
              <a:gd name="connsiteY158" fmla="*/ 157156 h 1157500"/>
              <a:gd name="connsiteX159" fmla="*/ 9505102 w 12192000"/>
              <a:gd name="connsiteY159" fmla="*/ 141042 h 1157500"/>
              <a:gd name="connsiteX160" fmla="*/ 9643040 w 12192000"/>
              <a:gd name="connsiteY160" fmla="*/ 158233 h 1157500"/>
              <a:gd name="connsiteX161" fmla="*/ 9762999 w 12192000"/>
              <a:gd name="connsiteY161" fmla="*/ 162623 h 1157500"/>
              <a:gd name="connsiteX162" fmla="*/ 9776183 w 12192000"/>
              <a:gd name="connsiteY162" fmla="*/ 162191 h 1157500"/>
              <a:gd name="connsiteX163" fmla="*/ 9780532 w 12192000"/>
              <a:gd name="connsiteY163" fmla="*/ 155823 h 1157500"/>
              <a:gd name="connsiteX164" fmla="*/ 9910588 w 12192000"/>
              <a:gd name="connsiteY164" fmla="*/ 154327 h 1157500"/>
              <a:gd name="connsiteX165" fmla="*/ 9924173 w 12192000"/>
              <a:gd name="connsiteY165" fmla="*/ 158591 h 1157500"/>
              <a:gd name="connsiteX166" fmla="*/ 10010969 w 12192000"/>
              <a:gd name="connsiteY166" fmla="*/ 155802 h 1157500"/>
              <a:gd name="connsiteX167" fmla="*/ 10070699 w 12192000"/>
              <a:gd name="connsiteY167" fmla="*/ 157854 h 1157500"/>
              <a:gd name="connsiteX168" fmla="*/ 10155104 w 12192000"/>
              <a:gd name="connsiteY168" fmla="*/ 151613 h 1157500"/>
              <a:gd name="connsiteX169" fmla="*/ 10250982 w 12192000"/>
              <a:gd name="connsiteY169" fmla="*/ 128642 h 1157500"/>
              <a:gd name="connsiteX170" fmla="*/ 10322829 w 12192000"/>
              <a:gd name="connsiteY170" fmla="*/ 145475 h 1157500"/>
              <a:gd name="connsiteX171" fmla="*/ 10448511 w 12192000"/>
              <a:gd name="connsiteY171" fmla="*/ 127195 h 1157500"/>
              <a:gd name="connsiteX172" fmla="*/ 10561157 w 12192000"/>
              <a:gd name="connsiteY172" fmla="*/ 108661 h 1157500"/>
              <a:gd name="connsiteX173" fmla="*/ 10629093 w 12192000"/>
              <a:gd name="connsiteY173" fmla="*/ 120997 h 1157500"/>
              <a:gd name="connsiteX174" fmla="*/ 10801598 w 12192000"/>
              <a:gd name="connsiteY174" fmla="*/ 113562 h 1157500"/>
              <a:gd name="connsiteX175" fmla="*/ 10888594 w 12192000"/>
              <a:gd name="connsiteY175" fmla="*/ 121439 h 1157500"/>
              <a:gd name="connsiteX176" fmla="*/ 10967891 w 12192000"/>
              <a:gd name="connsiteY176" fmla="*/ 131083 h 1157500"/>
              <a:gd name="connsiteX177" fmla="*/ 11085076 w 12192000"/>
              <a:gd name="connsiteY177" fmla="*/ 150485 h 1157500"/>
              <a:gd name="connsiteX178" fmla="*/ 11172617 w 12192000"/>
              <a:gd name="connsiteY178" fmla="*/ 164976 h 1157500"/>
              <a:gd name="connsiteX179" fmla="*/ 11281340 w 12192000"/>
              <a:gd name="connsiteY179" fmla="*/ 184188 h 1157500"/>
              <a:gd name="connsiteX180" fmla="*/ 11406511 w 12192000"/>
              <a:gd name="connsiteY18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433385 w 12192000"/>
              <a:gd name="connsiteY140" fmla="*/ 99669 h 1157500"/>
              <a:gd name="connsiteX141" fmla="*/ 8533779 w 12192000"/>
              <a:gd name="connsiteY141" fmla="*/ 98374 h 1157500"/>
              <a:gd name="connsiteX142" fmla="*/ 8632833 w 12192000"/>
              <a:gd name="connsiteY142" fmla="*/ 100532 h 1157500"/>
              <a:gd name="connsiteX143" fmla="*/ 8668523 w 12192000"/>
              <a:gd name="connsiteY143" fmla="*/ 102979 h 1157500"/>
              <a:gd name="connsiteX144" fmla="*/ 8732893 w 12192000"/>
              <a:gd name="connsiteY144" fmla="*/ 99991 h 1157500"/>
              <a:gd name="connsiteX145" fmla="*/ 8764071 w 12192000"/>
              <a:gd name="connsiteY145" fmla="*/ 94587 h 1157500"/>
              <a:gd name="connsiteX146" fmla="*/ 8767004 w 12192000"/>
              <a:gd name="connsiteY146" fmla="*/ 91519 h 1157500"/>
              <a:gd name="connsiteX147" fmla="*/ 8772553 w 12192000"/>
              <a:gd name="connsiteY147" fmla="*/ 90314 h 1157500"/>
              <a:gd name="connsiteX148" fmla="*/ 8787201 w 12192000"/>
              <a:gd name="connsiteY148" fmla="*/ 92033 h 1157500"/>
              <a:gd name="connsiteX149" fmla="*/ 8792624 w 12192000"/>
              <a:gd name="connsiteY149" fmla="*/ 93503 h 1157500"/>
              <a:gd name="connsiteX150" fmla="*/ 8800741 w 12192000"/>
              <a:gd name="connsiteY150" fmla="*/ 93897 h 1157500"/>
              <a:gd name="connsiteX151" fmla="*/ 8800966 w 12192000"/>
              <a:gd name="connsiteY151" fmla="*/ 93645 h 1157500"/>
              <a:gd name="connsiteX152" fmla="*/ 8808513 w 12192000"/>
              <a:gd name="connsiteY152" fmla="*/ 94530 h 1157500"/>
              <a:gd name="connsiteX153" fmla="*/ 8845110 w 12192000"/>
              <a:gd name="connsiteY153" fmla="*/ 102179 h 1157500"/>
              <a:gd name="connsiteX154" fmla="*/ 9026654 w 12192000"/>
              <a:gd name="connsiteY154" fmla="*/ 93420 h 1157500"/>
              <a:gd name="connsiteX155" fmla="*/ 9088505 w 12192000"/>
              <a:gd name="connsiteY155" fmla="*/ 113002 h 1157500"/>
              <a:gd name="connsiteX156" fmla="*/ 9203241 w 12192000"/>
              <a:gd name="connsiteY156" fmla="*/ 111713 h 1157500"/>
              <a:gd name="connsiteX157" fmla="*/ 9415584 w 12192000"/>
              <a:gd name="connsiteY157" fmla="*/ 157156 h 1157500"/>
              <a:gd name="connsiteX158" fmla="*/ 9505102 w 12192000"/>
              <a:gd name="connsiteY158" fmla="*/ 141042 h 1157500"/>
              <a:gd name="connsiteX159" fmla="*/ 9643040 w 12192000"/>
              <a:gd name="connsiteY159" fmla="*/ 158233 h 1157500"/>
              <a:gd name="connsiteX160" fmla="*/ 9762999 w 12192000"/>
              <a:gd name="connsiteY160" fmla="*/ 162623 h 1157500"/>
              <a:gd name="connsiteX161" fmla="*/ 9776183 w 12192000"/>
              <a:gd name="connsiteY161" fmla="*/ 162191 h 1157500"/>
              <a:gd name="connsiteX162" fmla="*/ 9780532 w 12192000"/>
              <a:gd name="connsiteY162" fmla="*/ 155823 h 1157500"/>
              <a:gd name="connsiteX163" fmla="*/ 9910588 w 12192000"/>
              <a:gd name="connsiteY163" fmla="*/ 154327 h 1157500"/>
              <a:gd name="connsiteX164" fmla="*/ 9924173 w 12192000"/>
              <a:gd name="connsiteY164" fmla="*/ 158591 h 1157500"/>
              <a:gd name="connsiteX165" fmla="*/ 10010969 w 12192000"/>
              <a:gd name="connsiteY165" fmla="*/ 155802 h 1157500"/>
              <a:gd name="connsiteX166" fmla="*/ 10070699 w 12192000"/>
              <a:gd name="connsiteY166" fmla="*/ 157854 h 1157500"/>
              <a:gd name="connsiteX167" fmla="*/ 10155104 w 12192000"/>
              <a:gd name="connsiteY167" fmla="*/ 151613 h 1157500"/>
              <a:gd name="connsiteX168" fmla="*/ 10250982 w 12192000"/>
              <a:gd name="connsiteY168" fmla="*/ 128642 h 1157500"/>
              <a:gd name="connsiteX169" fmla="*/ 10322829 w 12192000"/>
              <a:gd name="connsiteY169" fmla="*/ 145475 h 1157500"/>
              <a:gd name="connsiteX170" fmla="*/ 10448511 w 12192000"/>
              <a:gd name="connsiteY170" fmla="*/ 127195 h 1157500"/>
              <a:gd name="connsiteX171" fmla="*/ 10561157 w 12192000"/>
              <a:gd name="connsiteY171" fmla="*/ 108661 h 1157500"/>
              <a:gd name="connsiteX172" fmla="*/ 10629093 w 12192000"/>
              <a:gd name="connsiteY172" fmla="*/ 120997 h 1157500"/>
              <a:gd name="connsiteX173" fmla="*/ 10801598 w 12192000"/>
              <a:gd name="connsiteY173" fmla="*/ 113562 h 1157500"/>
              <a:gd name="connsiteX174" fmla="*/ 10888594 w 12192000"/>
              <a:gd name="connsiteY174" fmla="*/ 121439 h 1157500"/>
              <a:gd name="connsiteX175" fmla="*/ 10967891 w 12192000"/>
              <a:gd name="connsiteY175" fmla="*/ 131083 h 1157500"/>
              <a:gd name="connsiteX176" fmla="*/ 11085076 w 12192000"/>
              <a:gd name="connsiteY176" fmla="*/ 150485 h 1157500"/>
              <a:gd name="connsiteX177" fmla="*/ 11172617 w 12192000"/>
              <a:gd name="connsiteY177" fmla="*/ 164976 h 1157500"/>
              <a:gd name="connsiteX178" fmla="*/ 11281340 w 12192000"/>
              <a:gd name="connsiteY178" fmla="*/ 184188 h 1157500"/>
              <a:gd name="connsiteX179" fmla="*/ 11406511 w 12192000"/>
              <a:gd name="connsiteY17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433385 w 12192000"/>
              <a:gd name="connsiteY139" fmla="*/ 99669 h 1157500"/>
              <a:gd name="connsiteX140" fmla="*/ 8533779 w 12192000"/>
              <a:gd name="connsiteY140" fmla="*/ 98374 h 1157500"/>
              <a:gd name="connsiteX141" fmla="*/ 8632833 w 12192000"/>
              <a:gd name="connsiteY141" fmla="*/ 100532 h 1157500"/>
              <a:gd name="connsiteX142" fmla="*/ 8668523 w 12192000"/>
              <a:gd name="connsiteY142" fmla="*/ 102979 h 1157500"/>
              <a:gd name="connsiteX143" fmla="*/ 8732893 w 12192000"/>
              <a:gd name="connsiteY143" fmla="*/ 99991 h 1157500"/>
              <a:gd name="connsiteX144" fmla="*/ 8764071 w 12192000"/>
              <a:gd name="connsiteY144" fmla="*/ 94587 h 1157500"/>
              <a:gd name="connsiteX145" fmla="*/ 8767004 w 12192000"/>
              <a:gd name="connsiteY145" fmla="*/ 91519 h 1157500"/>
              <a:gd name="connsiteX146" fmla="*/ 8772553 w 12192000"/>
              <a:gd name="connsiteY146" fmla="*/ 90314 h 1157500"/>
              <a:gd name="connsiteX147" fmla="*/ 8787201 w 12192000"/>
              <a:gd name="connsiteY147" fmla="*/ 92033 h 1157500"/>
              <a:gd name="connsiteX148" fmla="*/ 8792624 w 12192000"/>
              <a:gd name="connsiteY148" fmla="*/ 93503 h 1157500"/>
              <a:gd name="connsiteX149" fmla="*/ 8800741 w 12192000"/>
              <a:gd name="connsiteY149" fmla="*/ 93897 h 1157500"/>
              <a:gd name="connsiteX150" fmla="*/ 8800966 w 12192000"/>
              <a:gd name="connsiteY150" fmla="*/ 93645 h 1157500"/>
              <a:gd name="connsiteX151" fmla="*/ 8808513 w 12192000"/>
              <a:gd name="connsiteY151" fmla="*/ 94530 h 1157500"/>
              <a:gd name="connsiteX152" fmla="*/ 8845110 w 12192000"/>
              <a:gd name="connsiteY152" fmla="*/ 102179 h 1157500"/>
              <a:gd name="connsiteX153" fmla="*/ 9026654 w 12192000"/>
              <a:gd name="connsiteY153" fmla="*/ 93420 h 1157500"/>
              <a:gd name="connsiteX154" fmla="*/ 9088505 w 12192000"/>
              <a:gd name="connsiteY154" fmla="*/ 113002 h 1157500"/>
              <a:gd name="connsiteX155" fmla="*/ 9203241 w 12192000"/>
              <a:gd name="connsiteY155" fmla="*/ 111713 h 1157500"/>
              <a:gd name="connsiteX156" fmla="*/ 9415584 w 12192000"/>
              <a:gd name="connsiteY156" fmla="*/ 157156 h 1157500"/>
              <a:gd name="connsiteX157" fmla="*/ 9505102 w 12192000"/>
              <a:gd name="connsiteY157" fmla="*/ 141042 h 1157500"/>
              <a:gd name="connsiteX158" fmla="*/ 9643040 w 12192000"/>
              <a:gd name="connsiteY158" fmla="*/ 158233 h 1157500"/>
              <a:gd name="connsiteX159" fmla="*/ 9762999 w 12192000"/>
              <a:gd name="connsiteY159" fmla="*/ 162623 h 1157500"/>
              <a:gd name="connsiteX160" fmla="*/ 9776183 w 12192000"/>
              <a:gd name="connsiteY160" fmla="*/ 162191 h 1157500"/>
              <a:gd name="connsiteX161" fmla="*/ 9780532 w 12192000"/>
              <a:gd name="connsiteY161" fmla="*/ 155823 h 1157500"/>
              <a:gd name="connsiteX162" fmla="*/ 9910588 w 12192000"/>
              <a:gd name="connsiteY162" fmla="*/ 154327 h 1157500"/>
              <a:gd name="connsiteX163" fmla="*/ 9924173 w 12192000"/>
              <a:gd name="connsiteY163" fmla="*/ 158591 h 1157500"/>
              <a:gd name="connsiteX164" fmla="*/ 10010969 w 12192000"/>
              <a:gd name="connsiteY164" fmla="*/ 155802 h 1157500"/>
              <a:gd name="connsiteX165" fmla="*/ 10070699 w 12192000"/>
              <a:gd name="connsiteY165" fmla="*/ 157854 h 1157500"/>
              <a:gd name="connsiteX166" fmla="*/ 10155104 w 12192000"/>
              <a:gd name="connsiteY166" fmla="*/ 151613 h 1157500"/>
              <a:gd name="connsiteX167" fmla="*/ 10250982 w 12192000"/>
              <a:gd name="connsiteY167" fmla="*/ 128642 h 1157500"/>
              <a:gd name="connsiteX168" fmla="*/ 10322829 w 12192000"/>
              <a:gd name="connsiteY168" fmla="*/ 145475 h 1157500"/>
              <a:gd name="connsiteX169" fmla="*/ 10448511 w 12192000"/>
              <a:gd name="connsiteY169" fmla="*/ 127195 h 1157500"/>
              <a:gd name="connsiteX170" fmla="*/ 10561157 w 12192000"/>
              <a:gd name="connsiteY170" fmla="*/ 108661 h 1157500"/>
              <a:gd name="connsiteX171" fmla="*/ 10629093 w 12192000"/>
              <a:gd name="connsiteY171" fmla="*/ 120997 h 1157500"/>
              <a:gd name="connsiteX172" fmla="*/ 10801598 w 12192000"/>
              <a:gd name="connsiteY172" fmla="*/ 113562 h 1157500"/>
              <a:gd name="connsiteX173" fmla="*/ 10888594 w 12192000"/>
              <a:gd name="connsiteY173" fmla="*/ 121439 h 1157500"/>
              <a:gd name="connsiteX174" fmla="*/ 10967891 w 12192000"/>
              <a:gd name="connsiteY174" fmla="*/ 131083 h 1157500"/>
              <a:gd name="connsiteX175" fmla="*/ 11085076 w 12192000"/>
              <a:gd name="connsiteY175" fmla="*/ 150485 h 1157500"/>
              <a:gd name="connsiteX176" fmla="*/ 11172617 w 12192000"/>
              <a:gd name="connsiteY176" fmla="*/ 164976 h 1157500"/>
              <a:gd name="connsiteX177" fmla="*/ 11281340 w 12192000"/>
              <a:gd name="connsiteY177" fmla="*/ 184188 h 1157500"/>
              <a:gd name="connsiteX178" fmla="*/ 11406511 w 12192000"/>
              <a:gd name="connsiteY17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433385 w 12192000"/>
              <a:gd name="connsiteY138" fmla="*/ 99669 h 1157500"/>
              <a:gd name="connsiteX139" fmla="*/ 8533779 w 12192000"/>
              <a:gd name="connsiteY139" fmla="*/ 98374 h 1157500"/>
              <a:gd name="connsiteX140" fmla="*/ 8632833 w 12192000"/>
              <a:gd name="connsiteY140" fmla="*/ 100532 h 1157500"/>
              <a:gd name="connsiteX141" fmla="*/ 8668523 w 12192000"/>
              <a:gd name="connsiteY141" fmla="*/ 102979 h 1157500"/>
              <a:gd name="connsiteX142" fmla="*/ 8732893 w 12192000"/>
              <a:gd name="connsiteY142" fmla="*/ 99991 h 1157500"/>
              <a:gd name="connsiteX143" fmla="*/ 8764071 w 12192000"/>
              <a:gd name="connsiteY143" fmla="*/ 94587 h 1157500"/>
              <a:gd name="connsiteX144" fmla="*/ 8767004 w 12192000"/>
              <a:gd name="connsiteY144" fmla="*/ 91519 h 1157500"/>
              <a:gd name="connsiteX145" fmla="*/ 8772553 w 12192000"/>
              <a:gd name="connsiteY145" fmla="*/ 90314 h 1157500"/>
              <a:gd name="connsiteX146" fmla="*/ 8787201 w 12192000"/>
              <a:gd name="connsiteY146" fmla="*/ 92033 h 1157500"/>
              <a:gd name="connsiteX147" fmla="*/ 8792624 w 12192000"/>
              <a:gd name="connsiteY147" fmla="*/ 93503 h 1157500"/>
              <a:gd name="connsiteX148" fmla="*/ 8800741 w 12192000"/>
              <a:gd name="connsiteY148" fmla="*/ 93897 h 1157500"/>
              <a:gd name="connsiteX149" fmla="*/ 8800966 w 12192000"/>
              <a:gd name="connsiteY149" fmla="*/ 93645 h 1157500"/>
              <a:gd name="connsiteX150" fmla="*/ 8808513 w 12192000"/>
              <a:gd name="connsiteY150" fmla="*/ 94530 h 1157500"/>
              <a:gd name="connsiteX151" fmla="*/ 8845110 w 12192000"/>
              <a:gd name="connsiteY151" fmla="*/ 102179 h 1157500"/>
              <a:gd name="connsiteX152" fmla="*/ 9026654 w 12192000"/>
              <a:gd name="connsiteY152" fmla="*/ 93420 h 1157500"/>
              <a:gd name="connsiteX153" fmla="*/ 9088505 w 12192000"/>
              <a:gd name="connsiteY153" fmla="*/ 113002 h 1157500"/>
              <a:gd name="connsiteX154" fmla="*/ 9203241 w 12192000"/>
              <a:gd name="connsiteY154" fmla="*/ 111713 h 1157500"/>
              <a:gd name="connsiteX155" fmla="*/ 9415584 w 12192000"/>
              <a:gd name="connsiteY155" fmla="*/ 157156 h 1157500"/>
              <a:gd name="connsiteX156" fmla="*/ 9505102 w 12192000"/>
              <a:gd name="connsiteY156" fmla="*/ 141042 h 1157500"/>
              <a:gd name="connsiteX157" fmla="*/ 9643040 w 12192000"/>
              <a:gd name="connsiteY157" fmla="*/ 158233 h 1157500"/>
              <a:gd name="connsiteX158" fmla="*/ 9762999 w 12192000"/>
              <a:gd name="connsiteY158" fmla="*/ 162623 h 1157500"/>
              <a:gd name="connsiteX159" fmla="*/ 9776183 w 12192000"/>
              <a:gd name="connsiteY159" fmla="*/ 162191 h 1157500"/>
              <a:gd name="connsiteX160" fmla="*/ 9780532 w 12192000"/>
              <a:gd name="connsiteY160" fmla="*/ 155823 h 1157500"/>
              <a:gd name="connsiteX161" fmla="*/ 9910588 w 12192000"/>
              <a:gd name="connsiteY161" fmla="*/ 154327 h 1157500"/>
              <a:gd name="connsiteX162" fmla="*/ 9924173 w 12192000"/>
              <a:gd name="connsiteY162" fmla="*/ 158591 h 1157500"/>
              <a:gd name="connsiteX163" fmla="*/ 10010969 w 12192000"/>
              <a:gd name="connsiteY163" fmla="*/ 155802 h 1157500"/>
              <a:gd name="connsiteX164" fmla="*/ 10070699 w 12192000"/>
              <a:gd name="connsiteY164" fmla="*/ 157854 h 1157500"/>
              <a:gd name="connsiteX165" fmla="*/ 10155104 w 12192000"/>
              <a:gd name="connsiteY165" fmla="*/ 151613 h 1157500"/>
              <a:gd name="connsiteX166" fmla="*/ 10250982 w 12192000"/>
              <a:gd name="connsiteY166" fmla="*/ 128642 h 1157500"/>
              <a:gd name="connsiteX167" fmla="*/ 10322829 w 12192000"/>
              <a:gd name="connsiteY167" fmla="*/ 145475 h 1157500"/>
              <a:gd name="connsiteX168" fmla="*/ 10448511 w 12192000"/>
              <a:gd name="connsiteY168" fmla="*/ 127195 h 1157500"/>
              <a:gd name="connsiteX169" fmla="*/ 10561157 w 12192000"/>
              <a:gd name="connsiteY169" fmla="*/ 108661 h 1157500"/>
              <a:gd name="connsiteX170" fmla="*/ 10629093 w 12192000"/>
              <a:gd name="connsiteY170" fmla="*/ 120997 h 1157500"/>
              <a:gd name="connsiteX171" fmla="*/ 10801598 w 12192000"/>
              <a:gd name="connsiteY171" fmla="*/ 113562 h 1157500"/>
              <a:gd name="connsiteX172" fmla="*/ 10888594 w 12192000"/>
              <a:gd name="connsiteY172" fmla="*/ 121439 h 1157500"/>
              <a:gd name="connsiteX173" fmla="*/ 10967891 w 12192000"/>
              <a:gd name="connsiteY173" fmla="*/ 131083 h 1157500"/>
              <a:gd name="connsiteX174" fmla="*/ 11085076 w 12192000"/>
              <a:gd name="connsiteY174" fmla="*/ 150485 h 1157500"/>
              <a:gd name="connsiteX175" fmla="*/ 11172617 w 12192000"/>
              <a:gd name="connsiteY175" fmla="*/ 164976 h 1157500"/>
              <a:gd name="connsiteX176" fmla="*/ 11281340 w 12192000"/>
              <a:gd name="connsiteY176" fmla="*/ 184188 h 1157500"/>
              <a:gd name="connsiteX177" fmla="*/ 11406511 w 12192000"/>
              <a:gd name="connsiteY17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117907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14292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157500">
                <a:moveTo>
                  <a:pt x="11488370" y="200200"/>
                </a:moveTo>
                <a:lnTo>
                  <a:pt x="11736204" y="277509"/>
                </a:lnTo>
                <a:cubicBezTo>
                  <a:pt x="11744762" y="269148"/>
                  <a:pt x="11707920" y="238809"/>
                  <a:pt x="11705740" y="250993"/>
                </a:cubicBezTo>
                <a:cubicBezTo>
                  <a:pt x="11715219" y="247914"/>
                  <a:pt x="11817448" y="284212"/>
                  <a:pt x="11819139" y="304143"/>
                </a:cubicBezTo>
                <a:lnTo>
                  <a:pt x="11835615" y="305790"/>
                </a:lnTo>
                <a:lnTo>
                  <a:pt x="11980134" y="321911"/>
                </a:lnTo>
                <a:cubicBezTo>
                  <a:pt x="11999877" y="311225"/>
                  <a:pt x="12100908" y="358235"/>
                  <a:pt x="12174576" y="376108"/>
                </a:cubicBezTo>
                <a:lnTo>
                  <a:pt x="12192000" y="379233"/>
                </a:lnTo>
                <a:lnTo>
                  <a:pt x="12192000" y="1157500"/>
                </a:lnTo>
                <a:lnTo>
                  <a:pt x="0" y="1157500"/>
                </a:lnTo>
                <a:lnTo>
                  <a:pt x="0" y="483545"/>
                </a:lnTo>
                <a:lnTo>
                  <a:pt x="5331" y="482797"/>
                </a:lnTo>
                <a:cubicBezTo>
                  <a:pt x="18193" y="480278"/>
                  <a:pt x="30228" y="476931"/>
                  <a:pt x="39902" y="472284"/>
                </a:cubicBezTo>
                <a:lnTo>
                  <a:pt x="117880" y="420956"/>
                </a:lnTo>
                <a:lnTo>
                  <a:pt x="238140" y="379297"/>
                </a:lnTo>
                <a:lnTo>
                  <a:pt x="249589" y="379517"/>
                </a:lnTo>
                <a:lnTo>
                  <a:pt x="296963" y="356102"/>
                </a:lnTo>
                <a:cubicBezTo>
                  <a:pt x="312678" y="347064"/>
                  <a:pt x="343148" y="347396"/>
                  <a:pt x="355138" y="335027"/>
                </a:cubicBezTo>
                <a:cubicBezTo>
                  <a:pt x="389823" y="336420"/>
                  <a:pt x="430593" y="317899"/>
                  <a:pt x="447152" y="327423"/>
                </a:cubicBezTo>
                <a:cubicBezTo>
                  <a:pt x="455944" y="329357"/>
                  <a:pt x="465515" y="332702"/>
                  <a:pt x="475247" y="336714"/>
                </a:cubicBezTo>
                <a:lnTo>
                  <a:pt x="477967" y="337960"/>
                </a:lnTo>
                <a:lnTo>
                  <a:pt x="703732" y="316599"/>
                </a:lnTo>
                <a:cubicBezTo>
                  <a:pt x="746107" y="330820"/>
                  <a:pt x="806181" y="301331"/>
                  <a:pt x="853391" y="303591"/>
                </a:cubicBezTo>
                <a:cubicBezTo>
                  <a:pt x="890324" y="300606"/>
                  <a:pt x="911072" y="300861"/>
                  <a:pt x="925332" y="298686"/>
                </a:cubicBezTo>
                <a:lnTo>
                  <a:pt x="941286" y="288932"/>
                </a:lnTo>
                <a:lnTo>
                  <a:pt x="950845" y="286595"/>
                </a:lnTo>
                <a:lnTo>
                  <a:pt x="953292" y="280892"/>
                </a:lnTo>
                <a:lnTo>
                  <a:pt x="967499" y="273760"/>
                </a:lnTo>
                <a:cubicBezTo>
                  <a:pt x="986828" y="270739"/>
                  <a:pt x="1040782" y="267298"/>
                  <a:pt x="1069267" y="262766"/>
                </a:cubicBezTo>
                <a:cubicBezTo>
                  <a:pt x="1097752" y="258234"/>
                  <a:pt x="1122462" y="250591"/>
                  <a:pt x="1138407" y="246567"/>
                </a:cubicBezTo>
                <a:cubicBezTo>
                  <a:pt x="1144898" y="236958"/>
                  <a:pt x="1166843" y="249172"/>
                  <a:pt x="1164931" y="238622"/>
                </a:cubicBezTo>
                <a:cubicBezTo>
                  <a:pt x="1180564" y="246940"/>
                  <a:pt x="1196701" y="226601"/>
                  <a:pt x="1211622" y="220676"/>
                </a:cubicBezTo>
                <a:cubicBezTo>
                  <a:pt x="1223659" y="229216"/>
                  <a:pt x="1243095" y="208360"/>
                  <a:pt x="1274567" y="203380"/>
                </a:cubicBezTo>
                <a:cubicBezTo>
                  <a:pt x="1293468" y="201257"/>
                  <a:pt x="1311321" y="207897"/>
                  <a:pt x="1325029" y="207937"/>
                </a:cubicBezTo>
                <a:cubicBezTo>
                  <a:pt x="1338735" y="207977"/>
                  <a:pt x="1348238" y="198018"/>
                  <a:pt x="1356805" y="203622"/>
                </a:cubicBezTo>
                <a:cubicBezTo>
                  <a:pt x="1397191" y="219648"/>
                  <a:pt x="1434108" y="214432"/>
                  <a:pt x="1468752" y="214604"/>
                </a:cubicBezTo>
                <a:lnTo>
                  <a:pt x="1650750" y="165090"/>
                </a:lnTo>
                <a:cubicBezTo>
                  <a:pt x="1648963" y="168696"/>
                  <a:pt x="1647366" y="172646"/>
                  <a:pt x="1655056" y="172106"/>
                </a:cubicBezTo>
                <a:cubicBezTo>
                  <a:pt x="1671361" y="169178"/>
                  <a:pt x="1673472" y="184671"/>
                  <a:pt x="1683220" y="169652"/>
                </a:cubicBezTo>
                <a:lnTo>
                  <a:pt x="1685599" y="165388"/>
                </a:lnTo>
                <a:lnTo>
                  <a:pt x="1735783" y="177400"/>
                </a:lnTo>
                <a:cubicBezTo>
                  <a:pt x="1749257" y="166311"/>
                  <a:pt x="1765900" y="183563"/>
                  <a:pt x="1797102" y="182289"/>
                </a:cubicBezTo>
                <a:cubicBezTo>
                  <a:pt x="1811926" y="169557"/>
                  <a:pt x="1818113" y="181582"/>
                  <a:pt x="1845638" y="163774"/>
                </a:cubicBezTo>
                <a:cubicBezTo>
                  <a:pt x="1846487" y="165173"/>
                  <a:pt x="1847613" y="166431"/>
                  <a:pt x="1848980" y="167516"/>
                </a:cubicBezTo>
                <a:cubicBezTo>
                  <a:pt x="1856916" y="173813"/>
                  <a:pt x="1871067" y="172913"/>
                  <a:pt x="1880587" y="165506"/>
                </a:cubicBezTo>
                <a:cubicBezTo>
                  <a:pt x="1923931" y="141120"/>
                  <a:pt x="1960626" y="138988"/>
                  <a:pt x="1995803" y="131847"/>
                </a:cubicBezTo>
                <a:cubicBezTo>
                  <a:pt x="2035252" y="126138"/>
                  <a:pt x="2005733" y="152676"/>
                  <a:pt x="2057448" y="128650"/>
                </a:cubicBezTo>
                <a:lnTo>
                  <a:pt x="2119088" y="113508"/>
                </a:lnTo>
                <a:lnTo>
                  <a:pt x="2138831" y="116194"/>
                </a:lnTo>
                <a:lnTo>
                  <a:pt x="2214259" y="110542"/>
                </a:lnTo>
                <a:cubicBezTo>
                  <a:pt x="2231866" y="109392"/>
                  <a:pt x="2248895" y="106792"/>
                  <a:pt x="2264911" y="101639"/>
                </a:cubicBezTo>
                <a:lnTo>
                  <a:pt x="2454058" y="67266"/>
                </a:lnTo>
                <a:cubicBezTo>
                  <a:pt x="2493261" y="60995"/>
                  <a:pt x="2507044" y="67482"/>
                  <a:pt x="2534188" y="63730"/>
                </a:cubicBezTo>
                <a:cubicBezTo>
                  <a:pt x="2561369" y="55120"/>
                  <a:pt x="2595762" y="48572"/>
                  <a:pt x="2616912" y="44757"/>
                </a:cubicBezTo>
                <a:lnTo>
                  <a:pt x="2698592" y="35873"/>
                </a:lnTo>
                <a:lnTo>
                  <a:pt x="2891953" y="28541"/>
                </a:lnTo>
                <a:cubicBezTo>
                  <a:pt x="2950958" y="23829"/>
                  <a:pt x="3010410" y="10714"/>
                  <a:pt x="3052621" y="7598"/>
                </a:cubicBezTo>
                <a:lnTo>
                  <a:pt x="3145220" y="9845"/>
                </a:lnTo>
                <a:cubicBezTo>
                  <a:pt x="3177400" y="14393"/>
                  <a:pt x="3204801" y="-7157"/>
                  <a:pt x="3233309" y="2536"/>
                </a:cubicBezTo>
                <a:cubicBezTo>
                  <a:pt x="3255675" y="11382"/>
                  <a:pt x="3297066" y="6358"/>
                  <a:pt x="3320851" y="12470"/>
                </a:cubicBezTo>
                <a:cubicBezTo>
                  <a:pt x="3329831" y="24823"/>
                  <a:pt x="3377875" y="36659"/>
                  <a:pt x="3394552" y="31847"/>
                </a:cubicBezTo>
                <a:cubicBezTo>
                  <a:pt x="3429790" y="38762"/>
                  <a:pt x="3435943" y="56644"/>
                  <a:pt x="3462252" y="62214"/>
                </a:cubicBezTo>
                <a:lnTo>
                  <a:pt x="3504799" y="86931"/>
                </a:lnTo>
                <a:lnTo>
                  <a:pt x="3568807" y="78125"/>
                </a:lnTo>
                <a:lnTo>
                  <a:pt x="3571993" y="80673"/>
                </a:lnTo>
                <a:cubicBezTo>
                  <a:pt x="3578062" y="85577"/>
                  <a:pt x="3584192" y="90177"/>
                  <a:pt x="3590879" y="93683"/>
                </a:cubicBezTo>
                <a:cubicBezTo>
                  <a:pt x="3596400" y="74581"/>
                  <a:pt x="3611075" y="80458"/>
                  <a:pt x="3623973" y="86652"/>
                </a:cubicBezTo>
                <a:lnTo>
                  <a:pt x="3636728" y="91587"/>
                </a:lnTo>
                <a:lnTo>
                  <a:pt x="3676976" y="90168"/>
                </a:lnTo>
                <a:cubicBezTo>
                  <a:pt x="3705974" y="99624"/>
                  <a:pt x="3711759" y="100874"/>
                  <a:pt x="3722653" y="108931"/>
                </a:cubicBezTo>
                <a:lnTo>
                  <a:pt x="3775112" y="92538"/>
                </a:lnTo>
                <a:lnTo>
                  <a:pt x="3932956" y="115905"/>
                </a:lnTo>
                <a:cubicBezTo>
                  <a:pt x="3980745" y="126913"/>
                  <a:pt x="4055421" y="153801"/>
                  <a:pt x="4100593" y="157402"/>
                </a:cubicBezTo>
                <a:cubicBezTo>
                  <a:pt x="4235789" y="169247"/>
                  <a:pt x="4169239" y="181290"/>
                  <a:pt x="4316364" y="171021"/>
                </a:cubicBezTo>
                <a:cubicBezTo>
                  <a:pt x="4321343" y="166286"/>
                  <a:pt x="4381395" y="160379"/>
                  <a:pt x="4387387" y="157928"/>
                </a:cubicBezTo>
                <a:lnTo>
                  <a:pt x="4427957" y="171094"/>
                </a:lnTo>
                <a:lnTo>
                  <a:pt x="4502291" y="181765"/>
                </a:lnTo>
                <a:lnTo>
                  <a:pt x="4600771" y="205711"/>
                </a:lnTo>
                <a:cubicBezTo>
                  <a:pt x="4614771" y="204471"/>
                  <a:pt x="4629325" y="203819"/>
                  <a:pt x="4644102" y="203931"/>
                </a:cubicBezTo>
                <a:lnTo>
                  <a:pt x="4652752" y="204470"/>
                </a:lnTo>
                <a:cubicBezTo>
                  <a:pt x="4652799" y="204598"/>
                  <a:pt x="4652848" y="204725"/>
                  <a:pt x="4652896" y="204854"/>
                </a:cubicBezTo>
                <a:cubicBezTo>
                  <a:pt x="4658320" y="205194"/>
                  <a:pt x="4678972" y="205760"/>
                  <a:pt x="4685303" y="206507"/>
                </a:cubicBezTo>
                <a:lnTo>
                  <a:pt x="4690886" y="209335"/>
                </a:lnTo>
                <a:lnTo>
                  <a:pt x="4725430" y="232300"/>
                </a:lnTo>
                <a:cubicBezTo>
                  <a:pt x="4737427" y="225159"/>
                  <a:pt x="4775104" y="220398"/>
                  <a:pt x="4800051" y="224667"/>
                </a:cubicBezTo>
                <a:cubicBezTo>
                  <a:pt x="4824999" y="228938"/>
                  <a:pt x="4838104" y="248249"/>
                  <a:pt x="4875115" y="257918"/>
                </a:cubicBezTo>
                <a:cubicBezTo>
                  <a:pt x="4910396" y="265642"/>
                  <a:pt x="4896976" y="265648"/>
                  <a:pt x="4936450" y="274470"/>
                </a:cubicBezTo>
                <a:cubicBezTo>
                  <a:pt x="4977972" y="284707"/>
                  <a:pt x="4987604" y="292774"/>
                  <a:pt x="5030961" y="299480"/>
                </a:cubicBezTo>
                <a:cubicBezTo>
                  <a:pt x="5067269" y="317134"/>
                  <a:pt x="5060686" y="289647"/>
                  <a:pt x="5082734" y="302149"/>
                </a:cubicBezTo>
                <a:lnTo>
                  <a:pt x="5138799" y="297368"/>
                </a:lnTo>
                <a:cubicBezTo>
                  <a:pt x="5159783" y="297540"/>
                  <a:pt x="5206986" y="309963"/>
                  <a:pt x="5233191" y="313442"/>
                </a:cubicBezTo>
                <a:cubicBezTo>
                  <a:pt x="5259396" y="316921"/>
                  <a:pt x="5266342" y="319245"/>
                  <a:pt x="5296032" y="318240"/>
                </a:cubicBezTo>
                <a:lnTo>
                  <a:pt x="5378219" y="314499"/>
                </a:lnTo>
                <a:lnTo>
                  <a:pt x="5435496" y="314431"/>
                </a:lnTo>
                <a:cubicBezTo>
                  <a:pt x="5440487" y="310702"/>
                  <a:pt x="5483979" y="306621"/>
                  <a:pt x="5487276" y="300918"/>
                </a:cubicBezTo>
                <a:cubicBezTo>
                  <a:pt x="5545059" y="304954"/>
                  <a:pt x="5572672" y="291684"/>
                  <a:pt x="5633920" y="291084"/>
                </a:cubicBezTo>
                <a:cubicBezTo>
                  <a:pt x="5727905" y="302066"/>
                  <a:pt x="5706403" y="269471"/>
                  <a:pt x="5864813" y="251420"/>
                </a:cubicBezTo>
                <a:cubicBezTo>
                  <a:pt x="5919383" y="246198"/>
                  <a:pt x="6095366" y="228719"/>
                  <a:pt x="6151392" y="219300"/>
                </a:cubicBezTo>
                <a:cubicBezTo>
                  <a:pt x="6137061" y="185615"/>
                  <a:pt x="6183146" y="225405"/>
                  <a:pt x="6209396" y="214037"/>
                </a:cubicBezTo>
                <a:cubicBezTo>
                  <a:pt x="6229147" y="214131"/>
                  <a:pt x="6253887" y="216055"/>
                  <a:pt x="6269898" y="219868"/>
                </a:cubicBezTo>
                <a:cubicBezTo>
                  <a:pt x="6293728" y="217983"/>
                  <a:pt x="6338396" y="205590"/>
                  <a:pt x="6352373" y="202729"/>
                </a:cubicBezTo>
                <a:lnTo>
                  <a:pt x="6353759" y="202703"/>
                </a:lnTo>
                <a:lnTo>
                  <a:pt x="6363346" y="190268"/>
                </a:lnTo>
                <a:cubicBezTo>
                  <a:pt x="6374599" y="181828"/>
                  <a:pt x="6378877" y="199416"/>
                  <a:pt x="6400681" y="197970"/>
                </a:cubicBezTo>
                <a:lnTo>
                  <a:pt x="6402041" y="200641"/>
                </a:lnTo>
                <a:lnTo>
                  <a:pt x="6502019" y="192356"/>
                </a:lnTo>
                <a:cubicBezTo>
                  <a:pt x="6507553" y="192731"/>
                  <a:pt x="6513074" y="191400"/>
                  <a:pt x="6518229" y="191407"/>
                </a:cubicBezTo>
                <a:lnTo>
                  <a:pt x="6595639" y="168164"/>
                </a:lnTo>
                <a:cubicBezTo>
                  <a:pt x="6669524" y="198156"/>
                  <a:pt x="6631660" y="161331"/>
                  <a:pt x="6692265" y="164829"/>
                </a:cubicBezTo>
                <a:lnTo>
                  <a:pt x="6697219" y="165301"/>
                </a:lnTo>
                <a:lnTo>
                  <a:pt x="6713656" y="153600"/>
                </a:lnTo>
                <a:cubicBezTo>
                  <a:pt x="6713896" y="152540"/>
                  <a:pt x="6714141" y="151485"/>
                  <a:pt x="6714383" y="150425"/>
                </a:cubicBezTo>
                <a:lnTo>
                  <a:pt x="6774793" y="159713"/>
                </a:lnTo>
                <a:lnTo>
                  <a:pt x="6782112" y="155255"/>
                </a:lnTo>
                <a:lnTo>
                  <a:pt x="6878958" y="180824"/>
                </a:lnTo>
                <a:lnTo>
                  <a:pt x="6894439" y="177642"/>
                </a:lnTo>
                <a:lnTo>
                  <a:pt x="6963220" y="167304"/>
                </a:lnTo>
                <a:lnTo>
                  <a:pt x="6976706" y="170894"/>
                </a:lnTo>
                <a:lnTo>
                  <a:pt x="6987064" y="160402"/>
                </a:lnTo>
                <a:lnTo>
                  <a:pt x="7058714" y="175992"/>
                </a:lnTo>
                <a:lnTo>
                  <a:pt x="7060499" y="176063"/>
                </a:lnTo>
                <a:lnTo>
                  <a:pt x="7176563" y="173244"/>
                </a:lnTo>
                <a:lnTo>
                  <a:pt x="7205529" y="181011"/>
                </a:lnTo>
                <a:lnTo>
                  <a:pt x="7310118" y="162605"/>
                </a:lnTo>
                <a:cubicBezTo>
                  <a:pt x="7440488" y="155020"/>
                  <a:pt x="7553495" y="190594"/>
                  <a:pt x="7673859" y="150336"/>
                </a:cubicBezTo>
                <a:lnTo>
                  <a:pt x="7692748" y="161537"/>
                </a:lnTo>
                <a:lnTo>
                  <a:pt x="7756672" y="157372"/>
                </a:lnTo>
                <a:cubicBezTo>
                  <a:pt x="7852053" y="142628"/>
                  <a:pt x="7909958" y="134720"/>
                  <a:pt x="7974189" y="154819"/>
                </a:cubicBezTo>
                <a:cubicBezTo>
                  <a:pt x="8006066" y="151507"/>
                  <a:pt x="8083084" y="143894"/>
                  <a:pt x="8101969" y="144495"/>
                </a:cubicBezTo>
                <a:lnTo>
                  <a:pt x="8106826" y="139853"/>
                </a:lnTo>
                <a:lnTo>
                  <a:pt x="8162058" y="117907"/>
                </a:lnTo>
                <a:lnTo>
                  <a:pt x="8228227" y="105972"/>
                </a:lnTo>
                <a:lnTo>
                  <a:pt x="8237963" y="106996"/>
                </a:lnTo>
                <a:lnTo>
                  <a:pt x="8307239" y="94591"/>
                </a:lnTo>
                <a:cubicBezTo>
                  <a:pt x="8317233" y="99657"/>
                  <a:pt x="8327966" y="104511"/>
                  <a:pt x="8339282" y="108942"/>
                </a:cubicBezTo>
                <a:lnTo>
                  <a:pt x="8346156" y="111227"/>
                </a:lnTo>
                <a:lnTo>
                  <a:pt x="8433385" y="99669"/>
                </a:lnTo>
                <a:cubicBezTo>
                  <a:pt x="8472316" y="101247"/>
                  <a:pt x="8499361" y="82811"/>
                  <a:pt x="8533779" y="98374"/>
                </a:cubicBezTo>
                <a:cubicBezTo>
                  <a:pt x="8570237" y="99767"/>
                  <a:pt x="8602608" y="93069"/>
                  <a:pt x="8632833" y="100532"/>
                </a:cubicBezTo>
                <a:cubicBezTo>
                  <a:pt x="8646003" y="94698"/>
                  <a:pt x="8658069" y="92694"/>
                  <a:pt x="8668523" y="102979"/>
                </a:cubicBezTo>
                <a:cubicBezTo>
                  <a:pt x="8702829" y="101500"/>
                  <a:pt x="8712456" y="88079"/>
                  <a:pt x="8732893" y="99991"/>
                </a:cubicBezTo>
                <a:lnTo>
                  <a:pt x="8764071" y="94587"/>
                </a:lnTo>
                <a:lnTo>
                  <a:pt x="8767004" y="91519"/>
                </a:lnTo>
                <a:lnTo>
                  <a:pt x="8772553" y="90314"/>
                </a:lnTo>
                <a:lnTo>
                  <a:pt x="8787201" y="92033"/>
                </a:lnTo>
                <a:lnTo>
                  <a:pt x="8792624" y="93503"/>
                </a:lnTo>
                <a:cubicBezTo>
                  <a:pt x="8796395" y="94208"/>
                  <a:pt x="8798936" y="94282"/>
                  <a:pt x="8800741" y="93897"/>
                </a:cubicBezTo>
                <a:lnTo>
                  <a:pt x="8800966" y="93645"/>
                </a:lnTo>
                <a:lnTo>
                  <a:pt x="8808513" y="94530"/>
                </a:lnTo>
                <a:cubicBezTo>
                  <a:pt x="8821191" y="96625"/>
                  <a:pt x="8833467" y="99231"/>
                  <a:pt x="8845110" y="102179"/>
                </a:cubicBezTo>
                <a:cubicBezTo>
                  <a:pt x="8881467" y="101994"/>
                  <a:pt x="8986088" y="91616"/>
                  <a:pt x="9026654" y="93420"/>
                </a:cubicBezTo>
                <a:lnTo>
                  <a:pt x="9088505" y="113002"/>
                </a:lnTo>
                <a:cubicBezTo>
                  <a:pt x="9117936" y="116051"/>
                  <a:pt x="9140767" y="102079"/>
                  <a:pt x="9203241" y="111713"/>
                </a:cubicBezTo>
                <a:cubicBezTo>
                  <a:pt x="9263154" y="119774"/>
                  <a:pt x="9393882" y="148049"/>
                  <a:pt x="9415584" y="157156"/>
                </a:cubicBezTo>
                <a:cubicBezTo>
                  <a:pt x="9433796" y="161370"/>
                  <a:pt x="9514347" y="153402"/>
                  <a:pt x="9505102" y="141042"/>
                </a:cubicBezTo>
                <a:cubicBezTo>
                  <a:pt x="9558875" y="169244"/>
                  <a:pt x="9580546" y="143457"/>
                  <a:pt x="9643040" y="158233"/>
                </a:cubicBezTo>
                <a:lnTo>
                  <a:pt x="9762999" y="162623"/>
                </a:lnTo>
                <a:lnTo>
                  <a:pt x="9776183" y="162191"/>
                </a:lnTo>
                <a:lnTo>
                  <a:pt x="9780532" y="155823"/>
                </a:lnTo>
                <a:lnTo>
                  <a:pt x="9910588" y="154327"/>
                </a:lnTo>
                <a:lnTo>
                  <a:pt x="9924173" y="158591"/>
                </a:lnTo>
                <a:lnTo>
                  <a:pt x="10010969" y="155802"/>
                </a:lnTo>
                <a:lnTo>
                  <a:pt x="10070699" y="157854"/>
                </a:lnTo>
                <a:lnTo>
                  <a:pt x="10155104" y="151613"/>
                </a:lnTo>
                <a:lnTo>
                  <a:pt x="10250982" y="128642"/>
                </a:lnTo>
                <a:cubicBezTo>
                  <a:pt x="10282349" y="118521"/>
                  <a:pt x="10303555" y="153677"/>
                  <a:pt x="10322829" y="145475"/>
                </a:cubicBezTo>
                <a:cubicBezTo>
                  <a:pt x="10325794" y="135732"/>
                  <a:pt x="10439463" y="130373"/>
                  <a:pt x="10448511" y="127195"/>
                </a:cubicBezTo>
                <a:cubicBezTo>
                  <a:pt x="10480271" y="127883"/>
                  <a:pt x="10517412" y="101733"/>
                  <a:pt x="10561157" y="108661"/>
                </a:cubicBezTo>
                <a:cubicBezTo>
                  <a:pt x="10586930" y="103210"/>
                  <a:pt x="10622100" y="124655"/>
                  <a:pt x="10629093" y="120997"/>
                </a:cubicBezTo>
                <a:lnTo>
                  <a:pt x="10801598" y="113562"/>
                </a:lnTo>
                <a:lnTo>
                  <a:pt x="10888594" y="121439"/>
                </a:lnTo>
                <a:lnTo>
                  <a:pt x="10967891" y="131083"/>
                </a:lnTo>
                <a:lnTo>
                  <a:pt x="11085076" y="150485"/>
                </a:lnTo>
                <a:cubicBezTo>
                  <a:pt x="11115167" y="163174"/>
                  <a:pt x="11144456" y="147986"/>
                  <a:pt x="11172617" y="164976"/>
                </a:cubicBezTo>
                <a:cubicBezTo>
                  <a:pt x="11181525" y="157638"/>
                  <a:pt x="11267151" y="177614"/>
                  <a:pt x="11281340" y="184188"/>
                </a:cubicBezTo>
                <a:cubicBezTo>
                  <a:pt x="11290903" y="190213"/>
                  <a:pt x="11396426" y="186266"/>
                  <a:pt x="11406511" y="187481"/>
                </a:cubicBezTo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07E6FB-D139-51BD-7AF5-38E70656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ko-KR" sz="1000"/>
              <a:t>/ </a:t>
            </a:r>
            <a:r>
              <a:rPr lang="ko-KR" altLang="en-US" sz="1000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1CE666-58C3-2B23-FE1A-A431435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6163E59-C53A-4641-BD4A-1C3F8A7A080E}" type="slidenum">
              <a:rPr lang="ko-KR" altLang="en-US" sz="1000"/>
              <a:pPr>
                <a:spcAft>
                  <a:spcPts val="600"/>
                </a:spcAft>
              </a:pPr>
              <a:t>67</a:t>
            </a:fld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57431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6660</TotalTime>
  <Words>6711</Words>
  <Application>Microsoft Office PowerPoint</Application>
  <PresentationFormat>와이드스크린</PresentationFormat>
  <Paragraphs>1200</Paragraphs>
  <Slides>67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5" baseType="lpstr">
      <vt:lpstr>나눔고딕코딩</vt:lpstr>
      <vt:lpstr>다음_Regular</vt:lpstr>
      <vt:lpstr>다음_SemiBold</vt:lpstr>
      <vt:lpstr>맑은 고딕</vt:lpstr>
      <vt:lpstr>Arial</vt:lpstr>
      <vt:lpstr>Consolas</vt:lpstr>
      <vt:lpstr>Wingdings</vt:lpstr>
      <vt:lpstr>Office 테마</vt:lpstr>
      <vt:lpstr>코드로 배우는 리액트</vt:lpstr>
      <vt:lpstr> 4장. 리액트와 API 서버 통신</vt:lpstr>
      <vt:lpstr>4.1 개발 목표의 이해 4.2 Ajax 통신 처리 4.3 useEffect( ) 4.4 조회 화면의 버튼 처리 4.5 등록 컴포넌트와 모달 처리 4.6 조회 화면과 조회 컴포넌트 4.7 수정/삭제 처리</vt:lpstr>
      <vt:lpstr>개발 목표의 이해</vt:lpstr>
      <vt:lpstr>개발 목표의 이해</vt:lpstr>
      <vt:lpstr>개발 목표의 이해</vt:lpstr>
      <vt:lpstr>개발 목표의 이해</vt:lpstr>
      <vt:lpstr>개발 목표의 이해</vt:lpstr>
      <vt:lpstr>개발 목표의 이해</vt:lpstr>
      <vt:lpstr>Ajax 통신 처리</vt:lpstr>
      <vt:lpstr>타입 처리를 위한 준비</vt:lpstr>
      <vt:lpstr>Ajax 통신 처리</vt:lpstr>
      <vt:lpstr>useEffect( )</vt:lpstr>
      <vt:lpstr>useEffect( )</vt:lpstr>
      <vt:lpstr>useEffect( )</vt:lpstr>
      <vt:lpstr>useEffect( )</vt:lpstr>
      <vt:lpstr>useEffect( )</vt:lpstr>
      <vt:lpstr>useEffect( )</vt:lpstr>
      <vt:lpstr>useEffect( )</vt:lpstr>
      <vt:lpstr>useEffect( )</vt:lpstr>
      <vt:lpstr>네비게이션 관련 커스텀 훅</vt:lpstr>
      <vt:lpstr>네비게이션 관련 커스텀 훅</vt:lpstr>
      <vt:lpstr>PowerPoint 프레젠테이션</vt:lpstr>
      <vt:lpstr>네비게이션 관련 커스텀 훅</vt:lpstr>
      <vt:lpstr>네비게이션 관련 커스텀 훅</vt:lpstr>
      <vt:lpstr>네비게이션 관련 커스텀 훅</vt:lpstr>
      <vt:lpstr>네비게이션 관련 커스텀 훅</vt:lpstr>
      <vt:lpstr>네비게이션 관련 커스텀 훅</vt:lpstr>
      <vt:lpstr>목록 데이터 처리</vt:lpstr>
      <vt:lpstr>API 서버의 호출 처리 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목록 데이터 처리</vt:lpstr>
      <vt:lpstr>등록 컴포넌트와 모달 처리</vt:lpstr>
      <vt:lpstr>등록 컴포넌트와 모달 처리</vt:lpstr>
      <vt:lpstr>등록 컴포넌트와 모달 처리</vt:lpstr>
      <vt:lpstr>등록 컴포넌트와 모달 처리</vt:lpstr>
      <vt:lpstr>등록 컴포넌트와 모달 처리</vt:lpstr>
      <vt:lpstr>PowerPoint 프레젠테이션</vt:lpstr>
      <vt:lpstr>PowerPoint 프레젠테이션</vt:lpstr>
      <vt:lpstr>등록 컴포넌트와 모달 처리</vt:lpstr>
      <vt:lpstr>등록 컴포넌트와 모달 처리</vt:lpstr>
      <vt:lpstr>PowerPoint 프레젠테이션</vt:lpstr>
      <vt:lpstr>수정/삭제 처리</vt:lpstr>
      <vt:lpstr>수정/삭제 처리</vt:lpstr>
      <vt:lpstr>수정/삭제 처리</vt:lpstr>
      <vt:lpstr>수정/삭제 처리</vt:lpstr>
      <vt:lpstr>조회 -&gt; 수정/삭제 처리</vt:lpstr>
      <vt:lpstr>수정/삭제 처리</vt:lpstr>
      <vt:lpstr>수정/삭제 처리</vt:lpstr>
      <vt:lpstr>수정/삭제 처리</vt:lpstr>
      <vt:lpstr>수정/삭제 처리</vt:lpstr>
      <vt:lpstr>수정/삭제 처리</vt:lpstr>
      <vt:lpstr>수정/삭제 처리</vt:lpstr>
      <vt:lpstr>PowerPoint 프레젠테이션</vt:lpstr>
      <vt:lpstr>수정/삭제 처리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</dc:creator>
  <cp:lastModifiedBy>Wallter Kang</cp:lastModifiedBy>
  <cp:revision>111</cp:revision>
  <dcterms:created xsi:type="dcterms:W3CDTF">2023-06-17T13:58:24Z</dcterms:created>
  <dcterms:modified xsi:type="dcterms:W3CDTF">2025-04-28T12:28:28Z</dcterms:modified>
</cp:coreProperties>
</file>