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4"/>
  </p:notesMasterIdLst>
  <p:sldIdLst>
    <p:sldId id="256" r:id="rId2"/>
    <p:sldId id="1884" r:id="rId3"/>
    <p:sldId id="257" r:id="rId4"/>
    <p:sldId id="2037" r:id="rId5"/>
    <p:sldId id="2034" r:id="rId6"/>
    <p:sldId id="2077" r:id="rId7"/>
    <p:sldId id="2147" r:id="rId8"/>
    <p:sldId id="2151" r:id="rId9"/>
    <p:sldId id="2039" r:id="rId10"/>
    <p:sldId id="265" r:id="rId11"/>
    <p:sldId id="2078" r:id="rId12"/>
    <p:sldId id="2080" r:id="rId13"/>
    <p:sldId id="2079" r:id="rId14"/>
    <p:sldId id="2081" r:id="rId15"/>
    <p:sldId id="2082" r:id="rId16"/>
    <p:sldId id="2083" r:id="rId17"/>
    <p:sldId id="2084" r:id="rId18"/>
    <p:sldId id="2085" r:id="rId19"/>
    <p:sldId id="2040" r:id="rId20"/>
    <p:sldId id="264" r:id="rId21"/>
    <p:sldId id="2093" r:id="rId22"/>
    <p:sldId id="2095" r:id="rId23"/>
    <p:sldId id="2096" r:id="rId24"/>
    <p:sldId id="2097" r:id="rId25"/>
    <p:sldId id="2152" r:id="rId26"/>
    <p:sldId id="2086" r:id="rId27"/>
    <p:sldId id="2098" r:id="rId28"/>
    <p:sldId id="2099" r:id="rId29"/>
    <p:sldId id="2100" r:id="rId30"/>
    <p:sldId id="2102" r:id="rId31"/>
    <p:sldId id="2145" r:id="rId32"/>
    <p:sldId id="2041" r:id="rId33"/>
    <p:sldId id="2103" r:id="rId34"/>
    <p:sldId id="2129" r:id="rId35"/>
    <p:sldId id="2130" r:id="rId36"/>
    <p:sldId id="2105" r:id="rId37"/>
    <p:sldId id="2106" r:id="rId38"/>
    <p:sldId id="2090" r:id="rId39"/>
    <p:sldId id="2132" r:id="rId40"/>
    <p:sldId id="2153" r:id="rId41"/>
    <p:sldId id="2108" r:id="rId42"/>
    <p:sldId id="2159" r:id="rId43"/>
    <p:sldId id="2154" r:id="rId44"/>
    <p:sldId id="2155" r:id="rId45"/>
    <p:sldId id="2156" r:id="rId46"/>
    <p:sldId id="2157" r:id="rId47"/>
    <p:sldId id="2146" r:id="rId48"/>
    <p:sldId id="2134" r:id="rId49"/>
    <p:sldId id="2089" r:id="rId50"/>
    <p:sldId id="2115" r:id="rId51"/>
    <p:sldId id="2116" r:id="rId52"/>
    <p:sldId id="2117" r:id="rId53"/>
    <p:sldId id="2135" r:id="rId54"/>
    <p:sldId id="2091" r:id="rId55"/>
    <p:sldId id="2118" r:id="rId56"/>
    <p:sldId id="2119" r:id="rId57"/>
    <p:sldId id="2136" r:id="rId58"/>
    <p:sldId id="2120" r:id="rId59"/>
    <p:sldId id="2137" r:id="rId60"/>
    <p:sldId id="2122" r:id="rId61"/>
    <p:sldId id="2123" r:id="rId62"/>
    <p:sldId id="2124" r:id="rId63"/>
    <p:sldId id="2160" r:id="rId64"/>
    <p:sldId id="2138" r:id="rId65"/>
    <p:sldId id="2092" r:id="rId66"/>
    <p:sldId id="2126" r:id="rId67"/>
    <p:sldId id="2127" r:id="rId68"/>
    <p:sldId id="2149" r:id="rId69"/>
    <p:sldId id="2150" r:id="rId70"/>
    <p:sldId id="2161" r:id="rId71"/>
    <p:sldId id="2162" r:id="rId72"/>
    <p:sldId id="2071" r:id="rId73"/>
  </p:sldIdLst>
  <p:sldSz cx="12192000" cy="6858000"/>
  <p:notesSz cx="6858000" cy="9144000"/>
  <p:defaultTextStyle>
    <a:defPPr>
      <a:defRPr lang="ko-KR"/>
    </a:defPPr>
    <a:lvl1pPr marL="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4228AAF-FB30-4CC4-8F39-4295BB7D4D67}">
          <p14:sldIdLst>
            <p14:sldId id="256"/>
            <p14:sldId id="1884"/>
            <p14:sldId id="257"/>
          </p14:sldIdLst>
        </p14:section>
        <p14:section name="1. 개발 목표의 이해" id="{4CBEF0F6-08B4-43C4-AC52-6BE485B6E32C}">
          <p14:sldIdLst>
            <p14:sldId id="2037"/>
            <p14:sldId id="2034"/>
            <p14:sldId id="2077"/>
            <p14:sldId id="2147"/>
            <p14:sldId id="2151"/>
          </p14:sldIdLst>
        </p14:section>
        <p14:section name="2. React-Router 설정" id="{845B201A-9A4E-4FB8-891C-346A79C460A2}">
          <p14:sldIdLst>
            <p14:sldId id="2039"/>
            <p14:sldId id="265"/>
            <p14:sldId id="2078"/>
            <p14:sldId id="2080"/>
            <p14:sldId id="2079"/>
            <p14:sldId id="2081"/>
            <p14:sldId id="2082"/>
            <p14:sldId id="2083"/>
            <p14:sldId id="2084"/>
            <p14:sldId id="2085"/>
          </p14:sldIdLst>
        </p14:section>
        <p14:section name="3. &lt;Link&gt;를 통한 이동" id="{240EDB07-9542-4B75-A276-FA9C48F50317}">
          <p14:sldIdLst>
            <p14:sldId id="2040"/>
            <p14:sldId id="264"/>
            <p14:sldId id="2093"/>
            <p14:sldId id="2095"/>
            <p14:sldId id="2096"/>
            <p14:sldId id="2097"/>
            <p14:sldId id="2152"/>
          </p14:sldIdLst>
        </p14:section>
        <p14:section name="4. 상단 메뉴 컴포넌트 구성" id="{46FA462C-0E28-47DB-BF29-60642BE8EE14}">
          <p14:sldIdLst>
            <p14:sldId id="2086"/>
            <p14:sldId id="2098"/>
            <p14:sldId id="2099"/>
            <p14:sldId id="2100"/>
            <p14:sldId id="2102"/>
            <p14:sldId id="2145"/>
          </p14:sldIdLst>
        </p14:section>
        <p14:section name="5. 상단 메뉴 컴포넌트 구성" id="{2B8E2E5E-F27F-4321-9588-8EC47D6BE14E}">
          <p14:sldIdLst>
            <p14:sldId id="2041"/>
            <p14:sldId id="2103"/>
            <p14:sldId id="2129"/>
            <p14:sldId id="2130"/>
            <p14:sldId id="2105"/>
            <p14:sldId id="2106"/>
          </p14:sldIdLst>
        </p14:section>
        <p14:section name="6. 하위 경로의 설정과 &lt;Outlet&gt;" id="{833F2A71-D971-4AD2-8F7B-C64911425304}">
          <p14:sldIdLst>
            <p14:sldId id="2090"/>
            <p14:sldId id="2132"/>
            <p14:sldId id="2153"/>
            <p14:sldId id="2108"/>
            <p14:sldId id="2159"/>
            <p14:sldId id="2154"/>
            <p14:sldId id="2155"/>
            <p14:sldId id="2156"/>
            <p14:sldId id="2157"/>
            <p14:sldId id="2146"/>
            <p14:sldId id="2134"/>
          </p14:sldIdLst>
        </p14:section>
        <p14:section name="9. URL Params 사용하기" id="{7D477BF0-AD30-4AC4-9181-F588F56A5F7B}">
          <p14:sldIdLst>
            <p14:sldId id="2089"/>
            <p14:sldId id="2115"/>
            <p14:sldId id="2116"/>
            <p14:sldId id="2117"/>
            <p14:sldId id="2135"/>
          </p14:sldIdLst>
        </p14:section>
        <p14:section name="10. 경로 처리를 위한 useParams( )" id="{6A066A4D-9061-4EFA-98C2-A7EB56A8613F}">
          <p14:sldIdLst>
            <p14:sldId id="2091"/>
            <p14:sldId id="2118"/>
            <p14:sldId id="2119"/>
            <p14:sldId id="2136"/>
            <p14:sldId id="2120"/>
            <p14:sldId id="2137"/>
            <p14:sldId id="2122"/>
            <p14:sldId id="2123"/>
            <p14:sldId id="2124"/>
            <p14:sldId id="2160"/>
            <p14:sldId id="2138"/>
          </p14:sldIdLst>
        </p14:section>
        <p14:section name="11. 동적 페이지 이동" id="{81B55213-58F6-42CE-972E-8AB3BCF41926}">
          <p14:sldIdLst>
            <p14:sldId id="2092"/>
            <p14:sldId id="2126"/>
            <p14:sldId id="2127"/>
            <p14:sldId id="2149"/>
            <p14:sldId id="2150"/>
            <p14:sldId id="2161"/>
            <p14:sldId id="2162"/>
          </p14:sldIdLst>
        </p14:section>
        <p14:section name="감사합니다." id="{F261B798-4C09-4FA0-A795-C95200A0D802}">
          <p14:sldIdLst>
            <p14:sldId id="20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77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5" orient="horz" pos="1684" userDrawn="1">
          <p15:clr>
            <a:srgbClr val="A4A3A4"/>
          </p15:clr>
        </p15:guide>
        <p15:guide id="6" pos="3296" userDrawn="1">
          <p15:clr>
            <a:srgbClr val="A4A3A4"/>
          </p15:clr>
        </p15:guide>
        <p15:guide id="7" pos="1073" userDrawn="1">
          <p15:clr>
            <a:srgbClr val="A4A3A4"/>
          </p15:clr>
        </p15:guide>
        <p15:guide id="8" pos="2774" userDrawn="1">
          <p15:clr>
            <a:srgbClr val="A4A3A4"/>
          </p15:clr>
        </p15:guide>
        <p15:guide id="9" pos="7197" userDrawn="1">
          <p15:clr>
            <a:srgbClr val="A4A3A4"/>
          </p15:clr>
        </p15:guide>
        <p15:guide id="10" pos="7582" userDrawn="1">
          <p15:clr>
            <a:srgbClr val="A4A3A4"/>
          </p15:clr>
        </p15:guide>
        <p15:guide id="11" pos="3205" userDrawn="1">
          <p15:clr>
            <a:srgbClr val="A4A3A4"/>
          </p15:clr>
        </p15:guide>
        <p15:guide id="12" orient="horz" pos="1389" userDrawn="1">
          <p15:clr>
            <a:srgbClr val="A4A3A4"/>
          </p15:clr>
        </p15:guide>
        <p15:guide id="13" pos="801" userDrawn="1">
          <p15:clr>
            <a:srgbClr val="A4A3A4"/>
          </p15:clr>
        </p15:guide>
        <p15:guide id="14" pos="2502" userDrawn="1">
          <p15:clr>
            <a:srgbClr val="A4A3A4"/>
          </p15:clr>
        </p15:guide>
        <p15:guide id="15" pos="2933" userDrawn="1">
          <p15:clr>
            <a:srgbClr val="A4A3A4"/>
          </p15:clr>
        </p15:guide>
        <p15:guide id="16" pos="2184" userDrawn="1">
          <p15:clr>
            <a:srgbClr val="A4A3A4"/>
          </p15:clr>
        </p15:guide>
        <p15:guide id="17" pos="26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234" y="132"/>
      </p:cViewPr>
      <p:guideLst>
        <p:guide orient="horz" pos="2160"/>
        <p:guide pos="3840"/>
        <p:guide orient="horz" pos="777"/>
        <p:guide pos="529"/>
        <p:guide orient="horz" pos="1684"/>
        <p:guide pos="3296"/>
        <p:guide pos="1073"/>
        <p:guide pos="2774"/>
        <p:guide pos="7197"/>
        <p:guide pos="7582"/>
        <p:guide pos="3205"/>
        <p:guide orient="horz" pos="1389"/>
        <p:guide pos="801"/>
        <p:guide pos="2502"/>
        <p:guide pos="2933"/>
        <p:guide pos="2184"/>
        <p:guide pos="266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3" d="100"/>
        <a:sy n="33" d="100"/>
      </p:scale>
      <p:origin x="0" y="-8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ter Kang" userId="d5c269cbe9dbe8bc" providerId="LiveId" clId="{800B27C4-5B1C-43D3-8C28-E33B181E2B71}"/>
    <pc:docChg chg="undo custSel addSld delSld modSld sldOrd modSection">
      <pc:chgData name="Wallter Kang" userId="d5c269cbe9dbe8bc" providerId="LiveId" clId="{800B27C4-5B1C-43D3-8C28-E33B181E2B71}" dt="2024-12-22T07:56:01.943" v="276" actId="1076"/>
      <pc:docMkLst>
        <pc:docMk/>
      </pc:docMkLst>
      <pc:sldChg chg="addSp delSp modSp mod">
        <pc:chgData name="Wallter Kang" userId="d5c269cbe9dbe8bc" providerId="LiveId" clId="{800B27C4-5B1C-43D3-8C28-E33B181E2B71}" dt="2024-12-22T04:50:57.651" v="3" actId="1076"/>
        <pc:sldMkLst>
          <pc:docMk/>
          <pc:sldMk cId="702137833" sldId="2079"/>
        </pc:sldMkLst>
      </pc:sldChg>
      <pc:sldChg chg="addSp delSp modSp mod">
        <pc:chgData name="Wallter Kang" userId="d5c269cbe9dbe8bc" providerId="LiveId" clId="{800B27C4-5B1C-43D3-8C28-E33B181E2B71}" dt="2024-12-22T04:54:43.589" v="6" actId="1076"/>
        <pc:sldMkLst>
          <pc:docMk/>
          <pc:sldMk cId="2367829273" sldId="2083"/>
        </pc:sldMkLst>
      </pc:sldChg>
      <pc:sldChg chg="modSp mod">
        <pc:chgData name="Wallter Kang" userId="d5c269cbe9dbe8bc" providerId="LiveId" clId="{800B27C4-5B1C-43D3-8C28-E33B181E2B71}" dt="2024-12-22T04:56:02.942" v="7" actId="1076"/>
        <pc:sldMkLst>
          <pc:docMk/>
          <pc:sldMk cId="1706128946" sldId="2085"/>
        </pc:sldMkLst>
      </pc:sldChg>
      <pc:sldChg chg="modSp mod">
        <pc:chgData name="Wallter Kang" userId="d5c269cbe9dbe8bc" providerId="LiveId" clId="{800B27C4-5B1C-43D3-8C28-E33B181E2B71}" dt="2024-12-22T07:04:34.485" v="10" actId="20577"/>
        <pc:sldMkLst>
          <pc:docMk/>
          <pc:sldMk cId="1775430441" sldId="2099"/>
        </pc:sldMkLst>
      </pc:sldChg>
      <pc:sldChg chg="modSp mod">
        <pc:chgData name="Wallter Kang" userId="d5c269cbe9dbe8bc" providerId="LiveId" clId="{800B27C4-5B1C-43D3-8C28-E33B181E2B71}" dt="2024-12-22T07:08:22.630" v="31" actId="20577"/>
        <pc:sldMkLst>
          <pc:docMk/>
          <pc:sldMk cId="2745787703" sldId="2103"/>
        </pc:sldMkLst>
      </pc:sldChg>
      <pc:sldChg chg="addSp delSp modSp mod">
        <pc:chgData name="Wallter Kang" userId="d5c269cbe9dbe8bc" providerId="LiveId" clId="{800B27C4-5B1C-43D3-8C28-E33B181E2B71}" dt="2024-12-22T07:18:34.164" v="47" actId="1076"/>
        <pc:sldMkLst>
          <pc:docMk/>
          <pc:sldMk cId="3059627413" sldId="2109"/>
        </pc:sldMkLst>
      </pc:sldChg>
      <pc:sldChg chg="modSp mod">
        <pc:chgData name="Wallter Kang" userId="d5c269cbe9dbe8bc" providerId="LiveId" clId="{800B27C4-5B1C-43D3-8C28-E33B181E2B71}" dt="2024-12-22T07:37:14.745" v="195"/>
        <pc:sldMkLst>
          <pc:docMk/>
          <pc:sldMk cId="3859232532" sldId="2120"/>
        </pc:sldMkLst>
      </pc:sldChg>
      <pc:sldChg chg="delSp del mod">
        <pc:chgData name="Wallter Kang" userId="d5c269cbe9dbe8bc" providerId="LiveId" clId="{800B27C4-5B1C-43D3-8C28-E33B181E2B71}" dt="2024-12-22T07:36:51.483" v="171" actId="47"/>
        <pc:sldMkLst>
          <pc:docMk/>
          <pc:sldMk cId="2809971593" sldId="2121"/>
        </pc:sldMkLst>
      </pc:sldChg>
      <pc:sldChg chg="addSp delSp modSp mod">
        <pc:chgData name="Wallter Kang" userId="d5c269cbe9dbe8bc" providerId="LiveId" clId="{800B27C4-5B1C-43D3-8C28-E33B181E2B71}" dt="2024-12-22T07:37:54.762" v="198" actId="1076"/>
        <pc:sldMkLst>
          <pc:docMk/>
          <pc:sldMk cId="1359597327" sldId="2123"/>
        </pc:sldMkLst>
      </pc:sldChg>
      <pc:sldChg chg="addSp delSp modSp mod">
        <pc:chgData name="Wallter Kang" userId="d5c269cbe9dbe8bc" providerId="LiveId" clId="{800B27C4-5B1C-43D3-8C28-E33B181E2B71}" dt="2024-12-22T07:43:38.263" v="206" actId="1076"/>
        <pc:sldMkLst>
          <pc:docMk/>
          <pc:sldMk cId="1113890176" sldId="2124"/>
        </pc:sldMkLst>
      </pc:sldChg>
      <pc:sldChg chg="addSp delSp modSp mod">
        <pc:chgData name="Wallter Kang" userId="d5c269cbe9dbe8bc" providerId="LiveId" clId="{800B27C4-5B1C-43D3-8C28-E33B181E2B71}" dt="2024-12-22T07:46:50.499" v="237" actId="1076"/>
        <pc:sldMkLst>
          <pc:docMk/>
          <pc:sldMk cId="3328817619" sldId="2125"/>
        </pc:sldMkLst>
      </pc:sldChg>
      <pc:sldChg chg="addSp delSp modSp mod">
        <pc:chgData name="Wallter Kang" userId="d5c269cbe9dbe8bc" providerId="LiveId" clId="{800B27C4-5B1C-43D3-8C28-E33B181E2B71}" dt="2024-12-22T07:51:26.145" v="266" actId="1076"/>
        <pc:sldMkLst>
          <pc:docMk/>
          <pc:sldMk cId="3015691746" sldId="2127"/>
        </pc:sldMkLst>
      </pc:sldChg>
      <pc:sldChg chg="del">
        <pc:chgData name="Wallter Kang" userId="d5c269cbe9dbe8bc" providerId="LiveId" clId="{800B27C4-5B1C-43D3-8C28-E33B181E2B71}" dt="2024-12-22T07:51:42.263" v="267" actId="47"/>
        <pc:sldMkLst>
          <pc:docMk/>
          <pc:sldMk cId="3280319150" sldId="2128"/>
        </pc:sldMkLst>
      </pc:sldChg>
      <pc:sldChg chg="addSp delSp modSp mod">
        <pc:chgData name="Wallter Kang" userId="d5c269cbe9dbe8bc" providerId="LiveId" clId="{800B27C4-5B1C-43D3-8C28-E33B181E2B71}" dt="2024-12-22T07:11:06.773" v="35" actId="14100"/>
        <pc:sldMkLst>
          <pc:docMk/>
          <pc:sldMk cId="2146907219" sldId="2129"/>
        </pc:sldMkLst>
      </pc:sldChg>
      <pc:sldChg chg="addSp delSp modSp mod">
        <pc:chgData name="Wallter Kang" userId="d5c269cbe9dbe8bc" providerId="LiveId" clId="{800B27C4-5B1C-43D3-8C28-E33B181E2B71}" dt="2024-12-22T07:12:58.512" v="38" actId="1076"/>
        <pc:sldMkLst>
          <pc:docMk/>
          <pc:sldMk cId="1219020184" sldId="2132"/>
        </pc:sldMkLst>
      </pc:sldChg>
      <pc:sldChg chg="addSp delSp modSp mod">
        <pc:chgData name="Wallter Kang" userId="d5c269cbe9dbe8bc" providerId="LiveId" clId="{800B27C4-5B1C-43D3-8C28-E33B181E2B71}" dt="2024-12-22T07:15:54.908" v="42" actId="1076"/>
        <pc:sldMkLst>
          <pc:docMk/>
          <pc:sldMk cId="2545091534" sldId="2133"/>
        </pc:sldMkLst>
      </pc:sldChg>
      <pc:sldChg chg="addSp delSp modSp mod">
        <pc:chgData name="Wallter Kang" userId="d5c269cbe9dbe8bc" providerId="LiveId" clId="{800B27C4-5B1C-43D3-8C28-E33B181E2B71}" dt="2024-12-22T07:28:09.547" v="55" actId="478"/>
        <pc:sldMkLst>
          <pc:docMk/>
          <pc:sldMk cId="615733378" sldId="2135"/>
        </pc:sldMkLst>
      </pc:sldChg>
      <pc:sldChg chg="addSp delSp modSp mod">
        <pc:chgData name="Wallter Kang" userId="d5c269cbe9dbe8bc" providerId="LiveId" clId="{800B27C4-5B1C-43D3-8C28-E33B181E2B71}" dt="2024-12-22T07:36:18.028" v="169" actId="1076"/>
        <pc:sldMkLst>
          <pc:docMk/>
          <pc:sldMk cId="1232736012" sldId="2137"/>
        </pc:sldMkLst>
      </pc:sldChg>
      <pc:sldChg chg="addSp delSp modSp mod">
        <pc:chgData name="Wallter Kang" userId="d5c269cbe9dbe8bc" providerId="LiveId" clId="{800B27C4-5B1C-43D3-8C28-E33B181E2B71}" dt="2024-12-22T07:48:17.038" v="253" actId="1076"/>
        <pc:sldMkLst>
          <pc:docMk/>
          <pc:sldMk cId="2792763917" sldId="2138"/>
        </pc:sldMkLst>
      </pc:sldChg>
      <pc:sldChg chg="addSp delSp modSp mod">
        <pc:chgData name="Wallter Kang" userId="d5c269cbe9dbe8bc" providerId="LiveId" clId="{800B27C4-5B1C-43D3-8C28-E33B181E2B71}" dt="2024-12-22T07:50:38.114" v="263" actId="14100"/>
        <pc:sldMkLst>
          <pc:docMk/>
          <pc:sldMk cId="872791625" sldId="2139"/>
        </pc:sldMkLst>
      </pc:sldChg>
      <pc:sldChg chg="addSp delSp modSp mod">
        <pc:chgData name="Wallter Kang" userId="d5c269cbe9dbe8bc" providerId="LiveId" clId="{800B27C4-5B1C-43D3-8C28-E33B181E2B71}" dt="2024-12-22T07:53:06.766" v="273" actId="1076"/>
        <pc:sldMkLst>
          <pc:docMk/>
          <pc:sldMk cId="2877523146" sldId="2140"/>
        </pc:sldMkLst>
      </pc:sldChg>
      <pc:sldChg chg="del">
        <pc:chgData name="Wallter Kang" userId="d5c269cbe9dbe8bc" providerId="LiveId" clId="{800B27C4-5B1C-43D3-8C28-E33B181E2B71}" dt="2024-12-22T07:52:04.072" v="268" actId="47"/>
        <pc:sldMkLst>
          <pc:docMk/>
          <pc:sldMk cId="2067124370" sldId="2141"/>
        </pc:sldMkLst>
      </pc:sldChg>
      <pc:sldChg chg="addSp delSp modSp mod">
        <pc:chgData name="Wallter Kang" userId="d5c269cbe9dbe8bc" providerId="LiveId" clId="{800B27C4-5B1C-43D3-8C28-E33B181E2B71}" dt="2024-12-22T07:56:01.943" v="276" actId="1076"/>
        <pc:sldMkLst>
          <pc:docMk/>
          <pc:sldMk cId="3919027835" sldId="2142"/>
        </pc:sldMkLst>
      </pc:sldChg>
      <pc:sldChg chg="addSp delSp modSp new mod">
        <pc:chgData name="Wallter Kang" userId="d5c269cbe9dbe8bc" providerId="LiveId" clId="{800B27C4-5B1C-43D3-8C28-E33B181E2B71}" dt="2024-12-22T07:08:03.420" v="21" actId="14100"/>
        <pc:sldMkLst>
          <pc:docMk/>
          <pc:sldMk cId="2701004305" sldId="2145"/>
        </pc:sldMkLst>
      </pc:sldChg>
      <pc:sldChg chg="addSp delSp modSp new mod ord">
        <pc:chgData name="Wallter Kang" userId="d5c269cbe9dbe8bc" providerId="LiveId" clId="{800B27C4-5B1C-43D3-8C28-E33B181E2B71}" dt="2024-12-22T07:32:42.790" v="109"/>
        <pc:sldMkLst>
          <pc:docMk/>
          <pc:sldMk cId="1822896194" sldId="2146"/>
        </pc:sldMkLst>
      </pc:sldChg>
      <pc:sldChg chg="new del">
        <pc:chgData name="Wallter Kang" userId="d5c269cbe9dbe8bc" providerId="LiveId" clId="{800B27C4-5B1C-43D3-8C28-E33B181E2B71}" dt="2024-12-22T07:33:41.271" v="111" actId="47"/>
        <pc:sldMkLst>
          <pc:docMk/>
          <pc:sldMk cId="3813900255" sldId="2147"/>
        </pc:sldMkLst>
      </pc:sldChg>
    </pc:docChg>
  </pc:docChgLst>
  <pc:docChgLst>
    <pc:chgData name="Wallter Kang" userId="d5c269cbe9dbe8bc" providerId="LiveId" clId="{0CF1F03D-0361-4EA3-A242-0F7FB9D9EBA5}"/>
    <pc:docChg chg="undo custSel addSld delSld modSld sldOrd delSection modSection">
      <pc:chgData name="Wallter Kang" userId="d5c269cbe9dbe8bc" providerId="LiveId" clId="{0CF1F03D-0361-4EA3-A242-0F7FB9D9EBA5}" dt="2025-04-28T05:38:36.740" v="2090" actId="478"/>
      <pc:docMkLst>
        <pc:docMk/>
      </pc:docMkLst>
      <pc:sldChg chg="addSp delSp modSp mod">
        <pc:chgData name="Wallter Kang" userId="d5c269cbe9dbe8bc" providerId="LiveId" clId="{0CF1F03D-0361-4EA3-A242-0F7FB9D9EBA5}" dt="2025-04-28T02:04:02.264" v="2068" actId="478"/>
        <pc:sldMkLst>
          <pc:docMk/>
          <pc:sldMk cId="3379618922" sldId="265"/>
        </pc:sldMkLst>
        <pc:spChg chg="add mod">
          <ac:chgData name="Wallter Kang" userId="d5c269cbe9dbe8bc" providerId="LiveId" clId="{0CF1F03D-0361-4EA3-A242-0F7FB9D9EBA5}" dt="2025-04-17T06:04:54.190" v="138" actId="13822"/>
          <ac:spMkLst>
            <pc:docMk/>
            <pc:sldMk cId="3379618922" sldId="265"/>
            <ac:spMk id="9" creationId="{810A78B3-E83E-6426-CF41-05949EAA54E6}"/>
          </ac:spMkLst>
        </pc:spChg>
        <pc:spChg chg="del">
          <ac:chgData name="Wallter Kang" userId="d5c269cbe9dbe8bc" providerId="LiveId" clId="{0CF1F03D-0361-4EA3-A242-0F7FB9D9EBA5}" dt="2025-04-28T02:04:02.264" v="2068" actId="478"/>
          <ac:spMkLst>
            <pc:docMk/>
            <pc:sldMk cId="3379618922" sldId="265"/>
            <ac:spMk id="11" creationId="{3449000C-3C96-7A48-A877-66D6F6603420}"/>
          </ac:spMkLst>
        </pc:spChg>
        <pc:picChg chg="mod">
          <ac:chgData name="Wallter Kang" userId="d5c269cbe9dbe8bc" providerId="LiveId" clId="{0CF1F03D-0361-4EA3-A242-0F7FB9D9EBA5}" dt="2025-04-17T06:04:40.893" v="134" actId="1076"/>
          <ac:picMkLst>
            <pc:docMk/>
            <pc:sldMk cId="3379618922" sldId="265"/>
            <ac:picMk id="7" creationId="{DD45E678-1AB2-FDF1-5CDF-7AED889EF0D1}"/>
          </ac:picMkLst>
        </pc:picChg>
      </pc:sldChg>
      <pc:sldChg chg="addSp delSp modSp mod">
        <pc:chgData name="Wallter Kang" userId="d5c269cbe9dbe8bc" providerId="LiveId" clId="{0CF1F03D-0361-4EA3-A242-0F7FB9D9EBA5}" dt="2025-04-18T00:47:21.657" v="1686" actId="1076"/>
        <pc:sldMkLst>
          <pc:docMk/>
          <pc:sldMk cId="3104240956" sldId="2034"/>
        </pc:sldMkLst>
        <pc:picChg chg="add mod">
          <ac:chgData name="Wallter Kang" userId="d5c269cbe9dbe8bc" providerId="LiveId" clId="{0CF1F03D-0361-4EA3-A242-0F7FB9D9EBA5}" dt="2025-04-18T00:40:12.363" v="1581" actId="1076"/>
          <ac:picMkLst>
            <pc:docMk/>
            <pc:sldMk cId="3104240956" sldId="2034"/>
            <ac:picMk id="5" creationId="{933390CF-8EF6-E036-B0E6-EF35D0F77D52}"/>
          </ac:picMkLst>
        </pc:picChg>
        <pc:picChg chg="add mod">
          <ac:chgData name="Wallter Kang" userId="d5c269cbe9dbe8bc" providerId="LiveId" clId="{0CF1F03D-0361-4EA3-A242-0F7FB9D9EBA5}" dt="2025-04-18T00:47:20.044" v="1685" actId="1076"/>
          <ac:picMkLst>
            <pc:docMk/>
            <pc:sldMk cId="3104240956" sldId="2034"/>
            <ac:picMk id="8" creationId="{640C1B36-0B7C-6264-AD9D-8CB7E9EA66CE}"/>
          </ac:picMkLst>
        </pc:picChg>
        <pc:picChg chg="add mod">
          <ac:chgData name="Wallter Kang" userId="d5c269cbe9dbe8bc" providerId="LiveId" clId="{0CF1F03D-0361-4EA3-A242-0F7FB9D9EBA5}" dt="2025-04-18T00:47:21.657" v="1686" actId="1076"/>
          <ac:picMkLst>
            <pc:docMk/>
            <pc:sldMk cId="3104240956" sldId="2034"/>
            <ac:picMk id="10" creationId="{0107693E-67CC-98BD-E294-0442BAB45972}"/>
          </ac:picMkLst>
        </pc:picChg>
        <pc:picChg chg="add mod">
          <ac:chgData name="Wallter Kang" userId="d5c269cbe9dbe8bc" providerId="LiveId" clId="{0CF1F03D-0361-4EA3-A242-0F7FB9D9EBA5}" dt="2025-04-18T00:47:16.940" v="1683" actId="1076"/>
          <ac:picMkLst>
            <pc:docMk/>
            <pc:sldMk cId="3104240956" sldId="2034"/>
            <ac:picMk id="11" creationId="{EF95F646-12E9-FA82-AFF0-565CD11DC2BE}"/>
          </ac:picMkLst>
        </pc:picChg>
      </pc:sldChg>
      <pc:sldChg chg="addSp delSp modSp mod">
        <pc:chgData name="Wallter Kang" userId="d5c269cbe9dbe8bc" providerId="LiveId" clId="{0CF1F03D-0361-4EA3-A242-0F7FB9D9EBA5}" dt="2025-04-28T02:13:29.627" v="2078" actId="20577"/>
        <pc:sldMkLst>
          <pc:docMk/>
          <pc:sldMk cId="2845954494" sldId="2077"/>
        </pc:sldMkLst>
        <pc:spChg chg="mod">
          <ac:chgData name="Wallter Kang" userId="d5c269cbe9dbe8bc" providerId="LiveId" clId="{0CF1F03D-0361-4EA3-A242-0F7FB9D9EBA5}" dt="2025-04-28T02:13:29.627" v="2078" actId="20577"/>
          <ac:spMkLst>
            <pc:docMk/>
            <pc:sldMk cId="2845954494" sldId="2077"/>
            <ac:spMk id="6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7T05:59:24.410" v="123" actId="1076"/>
          <ac:picMkLst>
            <pc:docMk/>
            <pc:sldMk cId="2845954494" sldId="2077"/>
            <ac:picMk id="10" creationId="{62C9553F-3D7C-BDE9-B484-EBF720472C1E}"/>
          </ac:picMkLst>
        </pc:picChg>
        <pc:picChg chg="mod">
          <ac:chgData name="Wallter Kang" userId="d5c269cbe9dbe8bc" providerId="LiveId" clId="{0CF1F03D-0361-4EA3-A242-0F7FB9D9EBA5}" dt="2025-04-17T05:52:54.957" v="35" actId="1076"/>
          <ac:picMkLst>
            <pc:docMk/>
            <pc:sldMk cId="2845954494" sldId="2077"/>
            <ac:picMk id="12" creationId="{B921A25E-1E6A-5DDD-6909-4CAAAE0F50CC}"/>
          </ac:picMkLst>
        </pc:picChg>
      </pc:sldChg>
      <pc:sldChg chg="modSp mod">
        <pc:chgData name="Wallter Kang" userId="d5c269cbe9dbe8bc" providerId="LiveId" clId="{0CF1F03D-0361-4EA3-A242-0F7FB9D9EBA5}" dt="2025-04-17T06:05:31.771" v="139"/>
        <pc:sldMkLst>
          <pc:docMk/>
          <pc:sldMk cId="1114382475" sldId="2078"/>
        </pc:sldMkLst>
        <pc:spChg chg="mod">
          <ac:chgData name="Wallter Kang" userId="d5c269cbe9dbe8bc" providerId="LiveId" clId="{0CF1F03D-0361-4EA3-A242-0F7FB9D9EBA5}" dt="2025-04-17T06:05:31.771" v="139"/>
          <ac:spMkLst>
            <pc:docMk/>
            <pc:sldMk cId="1114382475" sldId="2078"/>
            <ac:spMk id="11" creationId="{14BD0953-276C-4983-0F43-B5B0BA84F682}"/>
          </ac:spMkLst>
        </pc:spChg>
      </pc:sldChg>
      <pc:sldChg chg="modSp mod">
        <pc:chgData name="Wallter Kang" userId="d5c269cbe9dbe8bc" providerId="LiveId" clId="{0CF1F03D-0361-4EA3-A242-0F7FB9D9EBA5}" dt="2025-04-17T06:08:06.285" v="144" actId="20577"/>
        <pc:sldMkLst>
          <pc:docMk/>
          <pc:sldMk cId="702137833" sldId="2079"/>
        </pc:sldMkLst>
        <pc:spChg chg="mod">
          <ac:chgData name="Wallter Kang" userId="d5c269cbe9dbe8bc" providerId="LiveId" clId="{0CF1F03D-0361-4EA3-A242-0F7FB9D9EBA5}" dt="2025-04-17T06:08:06.285" v="144" actId="20577"/>
          <ac:spMkLst>
            <pc:docMk/>
            <pc:sldMk cId="702137833" sldId="2079"/>
            <ac:spMk id="12" creationId="{12524FDA-8E3E-CD10-54F9-FEAD14F7E71F}"/>
          </ac:spMkLst>
        </pc:spChg>
      </pc:sldChg>
      <pc:sldChg chg="addSp delSp modSp mod">
        <pc:chgData name="Wallter Kang" userId="d5c269cbe9dbe8bc" providerId="LiveId" clId="{0CF1F03D-0361-4EA3-A242-0F7FB9D9EBA5}" dt="2025-04-17T06:06:31.441" v="142" actId="1076"/>
        <pc:sldMkLst>
          <pc:docMk/>
          <pc:sldMk cId="3209668850" sldId="2080"/>
        </pc:sldMkLst>
        <pc:picChg chg="add mod">
          <ac:chgData name="Wallter Kang" userId="d5c269cbe9dbe8bc" providerId="LiveId" clId="{0CF1F03D-0361-4EA3-A242-0F7FB9D9EBA5}" dt="2025-04-17T06:06:31.441" v="142" actId="1076"/>
          <ac:picMkLst>
            <pc:docMk/>
            <pc:sldMk cId="3209668850" sldId="2080"/>
            <ac:picMk id="8" creationId="{FB3E4598-C733-45D4-9D1F-305AA815E6D3}"/>
          </ac:picMkLst>
        </pc:picChg>
      </pc:sldChg>
      <pc:sldChg chg="modSp mod ord">
        <pc:chgData name="Wallter Kang" userId="d5c269cbe9dbe8bc" providerId="LiveId" clId="{0CF1F03D-0361-4EA3-A242-0F7FB9D9EBA5}" dt="2025-04-26T10:43:47.003" v="1743" actId="20577"/>
        <pc:sldMkLst>
          <pc:docMk/>
          <pc:sldMk cId="4094117854" sldId="2081"/>
        </pc:sldMkLst>
        <pc:spChg chg="mod">
          <ac:chgData name="Wallter Kang" userId="d5c269cbe9dbe8bc" providerId="LiveId" clId="{0CF1F03D-0361-4EA3-A242-0F7FB9D9EBA5}" dt="2025-04-26T10:43:47.003" v="1743" actId="20577"/>
          <ac:spMkLst>
            <pc:docMk/>
            <pc:sldMk cId="4094117854" sldId="2081"/>
            <ac:spMk id="5" creationId="{47475321-65FB-232E-626B-9CBE4F45D05D}"/>
          </ac:spMkLst>
        </pc:spChg>
      </pc:sldChg>
      <pc:sldChg chg="addSp delSp modSp mod">
        <pc:chgData name="Wallter Kang" userId="d5c269cbe9dbe8bc" providerId="LiveId" clId="{0CF1F03D-0361-4EA3-A242-0F7FB9D9EBA5}" dt="2025-04-26T10:44:38.887" v="1755" actId="20577"/>
        <pc:sldMkLst>
          <pc:docMk/>
          <pc:sldMk cId="2749008203" sldId="2084"/>
        </pc:sldMkLst>
        <pc:spChg chg="add mod">
          <ac:chgData name="Wallter Kang" userId="d5c269cbe9dbe8bc" providerId="LiveId" clId="{0CF1F03D-0361-4EA3-A242-0F7FB9D9EBA5}" dt="2025-04-26T10:44:38.887" v="1755" actId="20577"/>
          <ac:spMkLst>
            <pc:docMk/>
            <pc:sldMk cId="2749008203" sldId="2084"/>
            <ac:spMk id="10" creationId="{146B83AF-5257-CFA5-BF96-741C7D23FD76}"/>
          </ac:spMkLst>
        </pc:spChg>
      </pc:sldChg>
      <pc:sldChg chg="modSp mod">
        <pc:chgData name="Wallter Kang" userId="d5c269cbe9dbe8bc" providerId="LiveId" clId="{0CF1F03D-0361-4EA3-A242-0F7FB9D9EBA5}" dt="2025-04-17T06:15:17.372" v="207" actId="20577"/>
        <pc:sldMkLst>
          <pc:docMk/>
          <pc:sldMk cId="1074895284" sldId="2093"/>
        </pc:sldMkLst>
        <pc:spChg chg="mod">
          <ac:chgData name="Wallter Kang" userId="d5c269cbe9dbe8bc" providerId="LiveId" clId="{0CF1F03D-0361-4EA3-A242-0F7FB9D9EBA5}" dt="2025-04-17T06:15:17.372" v="207" actId="20577"/>
          <ac:spMkLst>
            <pc:docMk/>
            <pc:sldMk cId="1074895284" sldId="2093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17T06:15:06.590" v="195" actId="20577"/>
          <ac:spMkLst>
            <pc:docMk/>
            <pc:sldMk cId="1074895284" sldId="2093"/>
            <ac:spMk id="568" creationId="{00000000-0000-0000-0000-000000000000}"/>
          </ac:spMkLst>
        </pc:spChg>
      </pc:sldChg>
      <pc:sldChg chg="modSp mod">
        <pc:chgData name="Wallter Kang" userId="d5c269cbe9dbe8bc" providerId="LiveId" clId="{0CF1F03D-0361-4EA3-A242-0F7FB9D9EBA5}" dt="2025-04-17T06:16:35.036" v="210" actId="20577"/>
        <pc:sldMkLst>
          <pc:docMk/>
          <pc:sldMk cId="4103518054" sldId="2096"/>
        </pc:sldMkLst>
        <pc:spChg chg="mod">
          <ac:chgData name="Wallter Kang" userId="d5c269cbe9dbe8bc" providerId="LiveId" clId="{0CF1F03D-0361-4EA3-A242-0F7FB9D9EBA5}" dt="2025-04-17T06:16:35.036" v="210" actId="20577"/>
          <ac:spMkLst>
            <pc:docMk/>
            <pc:sldMk cId="4103518054" sldId="2096"/>
            <ac:spMk id="568" creationId="{00000000-0000-0000-0000-000000000000}"/>
          </ac:spMkLst>
        </pc:spChg>
      </pc:sldChg>
      <pc:sldChg chg="addSp modSp mod">
        <pc:chgData name="Wallter Kang" userId="d5c269cbe9dbe8bc" providerId="LiveId" clId="{0CF1F03D-0361-4EA3-A242-0F7FB9D9EBA5}" dt="2025-04-17T06:20:21.231" v="385" actId="1076"/>
        <pc:sldMkLst>
          <pc:docMk/>
          <pc:sldMk cId="3803995639" sldId="2098"/>
        </pc:sldMkLst>
        <pc:picChg chg="add mod">
          <ac:chgData name="Wallter Kang" userId="d5c269cbe9dbe8bc" providerId="LiveId" clId="{0CF1F03D-0361-4EA3-A242-0F7FB9D9EBA5}" dt="2025-04-17T06:20:21.231" v="385" actId="1076"/>
          <ac:picMkLst>
            <pc:docMk/>
            <pc:sldMk cId="3803995639" sldId="2098"/>
            <ac:picMk id="7" creationId="{9137FF0C-D9D6-C156-2D92-1B9DDEF2C229}"/>
          </ac:picMkLst>
        </pc:picChg>
      </pc:sldChg>
      <pc:sldChg chg="modSp mod">
        <pc:chgData name="Wallter Kang" userId="d5c269cbe9dbe8bc" providerId="LiveId" clId="{0CF1F03D-0361-4EA3-A242-0F7FB9D9EBA5}" dt="2025-04-17T06:29:47.615" v="486" actId="948"/>
        <pc:sldMkLst>
          <pc:docMk/>
          <pc:sldMk cId="1775430441" sldId="2099"/>
        </pc:sldMkLst>
        <pc:spChg chg="mod">
          <ac:chgData name="Wallter Kang" userId="d5c269cbe9dbe8bc" providerId="LiveId" clId="{0CF1F03D-0361-4EA3-A242-0F7FB9D9EBA5}" dt="2025-04-17T06:29:47.615" v="486" actId="948"/>
          <ac:spMkLst>
            <pc:docMk/>
            <pc:sldMk cId="1775430441" sldId="2099"/>
            <ac:spMk id="12" creationId="{8535FA37-26F2-AB45-9EED-224493033373}"/>
          </ac:spMkLst>
        </pc:spChg>
      </pc:sldChg>
      <pc:sldChg chg="addSp delSp modSp mod">
        <pc:chgData name="Wallter Kang" userId="d5c269cbe9dbe8bc" providerId="LiveId" clId="{0CF1F03D-0361-4EA3-A242-0F7FB9D9EBA5}" dt="2025-04-26T10:45:17.879" v="1767" actId="20577"/>
        <pc:sldMkLst>
          <pc:docMk/>
          <pc:sldMk cId="2972411440" sldId="2100"/>
        </pc:sldMkLst>
        <pc:spChg chg="mod">
          <ac:chgData name="Wallter Kang" userId="d5c269cbe9dbe8bc" providerId="LiveId" clId="{0CF1F03D-0361-4EA3-A242-0F7FB9D9EBA5}" dt="2025-04-17T06:31:27.724" v="487" actId="1076"/>
          <ac:spMkLst>
            <pc:docMk/>
            <pc:sldMk cId="2972411440" sldId="2100"/>
            <ac:spMk id="6" creationId="{00000000-0000-0000-0000-000000000000}"/>
          </ac:spMkLst>
        </pc:spChg>
        <pc:spChg chg="add mod">
          <ac:chgData name="Wallter Kang" userId="d5c269cbe9dbe8bc" providerId="LiveId" clId="{0CF1F03D-0361-4EA3-A242-0F7FB9D9EBA5}" dt="2025-04-26T10:45:17.879" v="1767" actId="20577"/>
          <ac:spMkLst>
            <pc:docMk/>
            <pc:sldMk cId="2972411440" sldId="2100"/>
            <ac:spMk id="12" creationId="{46A3B7DC-80A0-BF80-084A-909C1E40C63E}"/>
          </ac:spMkLst>
        </pc:spChg>
        <pc:spChg chg="mod">
          <ac:chgData name="Wallter Kang" userId="d5c269cbe9dbe8bc" providerId="LiveId" clId="{0CF1F03D-0361-4EA3-A242-0F7FB9D9EBA5}" dt="2025-04-17T06:23:34.709" v="405" actId="20577"/>
          <ac:spMkLst>
            <pc:docMk/>
            <pc:sldMk cId="2972411440" sldId="2100"/>
            <ac:spMk id="568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7T06:31:43.294" v="489" actId="1076"/>
          <ac:picMkLst>
            <pc:docMk/>
            <pc:sldMk cId="2972411440" sldId="2100"/>
            <ac:picMk id="10" creationId="{1FCAD2B6-3DF7-DA5D-A410-3C10AC1E348D}"/>
          </ac:picMkLst>
        </pc:picChg>
      </pc:sldChg>
      <pc:sldChg chg="addSp delSp modSp mod">
        <pc:chgData name="Wallter Kang" userId="d5c269cbe9dbe8bc" providerId="LiveId" clId="{0CF1F03D-0361-4EA3-A242-0F7FB9D9EBA5}" dt="2025-04-26T10:46:21.476" v="1775" actId="1076"/>
        <pc:sldMkLst>
          <pc:docMk/>
          <pc:sldMk cId="2971213756" sldId="2102"/>
        </pc:sldMkLst>
        <pc:spChg chg="add mod">
          <ac:chgData name="Wallter Kang" userId="d5c269cbe9dbe8bc" providerId="LiveId" clId="{0CF1F03D-0361-4EA3-A242-0F7FB9D9EBA5}" dt="2025-04-26T10:45:51.544" v="1771" actId="255"/>
          <ac:spMkLst>
            <pc:docMk/>
            <pc:sldMk cId="2971213756" sldId="2102"/>
            <ac:spMk id="9" creationId="{9F18F8BD-42BB-BAEC-A586-25649667A962}"/>
          </ac:spMkLst>
        </pc:spChg>
        <pc:picChg chg="add mod">
          <ac:chgData name="Wallter Kang" userId="d5c269cbe9dbe8bc" providerId="LiveId" clId="{0CF1F03D-0361-4EA3-A242-0F7FB9D9EBA5}" dt="2025-04-26T10:46:21.476" v="1775" actId="1076"/>
          <ac:picMkLst>
            <pc:docMk/>
            <pc:sldMk cId="2971213756" sldId="2102"/>
            <ac:picMk id="12" creationId="{37F90808-2779-0EAB-FB03-750F7D1C235E}"/>
          </ac:picMkLst>
        </pc:picChg>
      </pc:sldChg>
      <pc:sldChg chg="addSp delSp modSp mod">
        <pc:chgData name="Wallter Kang" userId="d5c269cbe9dbe8bc" providerId="LiveId" clId="{0CF1F03D-0361-4EA3-A242-0F7FB9D9EBA5}" dt="2025-04-28T04:56:43.771" v="2088" actId="20577"/>
        <pc:sldMkLst>
          <pc:docMk/>
          <pc:sldMk cId="2745787703" sldId="2103"/>
        </pc:sldMkLst>
        <pc:spChg chg="mod">
          <ac:chgData name="Wallter Kang" userId="d5c269cbe9dbe8bc" providerId="LiveId" clId="{0CF1F03D-0361-4EA3-A242-0F7FB9D9EBA5}" dt="2025-04-28T04:56:43.771" v="2088" actId="20577"/>
          <ac:spMkLst>
            <pc:docMk/>
            <pc:sldMk cId="2745787703" sldId="2103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17T06:51:31.355" v="522" actId="1076"/>
          <ac:spMkLst>
            <pc:docMk/>
            <pc:sldMk cId="2745787703" sldId="2103"/>
            <ac:spMk id="11" creationId="{2EFEA600-1314-D6BF-C075-346B5079161B}"/>
          </ac:spMkLst>
        </pc:spChg>
        <pc:picChg chg="add mod">
          <ac:chgData name="Wallter Kang" userId="d5c269cbe9dbe8bc" providerId="LiveId" clId="{0CF1F03D-0361-4EA3-A242-0F7FB9D9EBA5}" dt="2025-04-17T06:37:29.468" v="498" actId="1076"/>
          <ac:picMkLst>
            <pc:docMk/>
            <pc:sldMk cId="2745787703" sldId="2103"/>
            <ac:picMk id="8" creationId="{564303AA-7A14-0A93-621D-8EC3448E87AA}"/>
          </ac:picMkLst>
        </pc:picChg>
      </pc:sldChg>
      <pc:sldChg chg="modSp mod">
        <pc:chgData name="Wallter Kang" userId="d5c269cbe9dbe8bc" providerId="LiveId" clId="{0CF1F03D-0361-4EA3-A242-0F7FB9D9EBA5}" dt="2025-04-17T06:51:49.481" v="523" actId="20577"/>
        <pc:sldMkLst>
          <pc:docMk/>
          <pc:sldMk cId="1074839089" sldId="2105"/>
        </pc:sldMkLst>
        <pc:spChg chg="mod">
          <ac:chgData name="Wallter Kang" userId="d5c269cbe9dbe8bc" providerId="LiveId" clId="{0CF1F03D-0361-4EA3-A242-0F7FB9D9EBA5}" dt="2025-04-17T06:51:49.481" v="523" actId="20577"/>
          <ac:spMkLst>
            <pc:docMk/>
            <pc:sldMk cId="1074839089" sldId="2105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0CF1F03D-0361-4EA3-A242-0F7FB9D9EBA5}" dt="2025-04-18T00:46:53.443" v="1677" actId="1076"/>
        <pc:sldMkLst>
          <pc:docMk/>
          <pc:sldMk cId="3536823902" sldId="2106"/>
        </pc:sldMkLst>
        <pc:picChg chg="add mod">
          <ac:chgData name="Wallter Kang" userId="d5c269cbe9dbe8bc" providerId="LiveId" clId="{0CF1F03D-0361-4EA3-A242-0F7FB9D9EBA5}" dt="2025-04-18T00:41:21.618" v="1587" actId="1076"/>
          <ac:picMkLst>
            <pc:docMk/>
            <pc:sldMk cId="3536823902" sldId="2106"/>
            <ac:picMk id="7" creationId="{DCC67982-C128-87FE-DA77-7D985D7EB8DD}"/>
          </ac:picMkLst>
        </pc:picChg>
        <pc:picChg chg="add mod">
          <ac:chgData name="Wallter Kang" userId="d5c269cbe9dbe8bc" providerId="LiveId" clId="{0CF1F03D-0361-4EA3-A242-0F7FB9D9EBA5}" dt="2025-04-18T00:41:28.103" v="1590" actId="1076"/>
          <ac:picMkLst>
            <pc:docMk/>
            <pc:sldMk cId="3536823902" sldId="2106"/>
            <ac:picMk id="16" creationId="{19D77F41-EA4A-B748-3427-69D978F4AB09}"/>
          </ac:picMkLst>
        </pc:picChg>
        <pc:picChg chg="add mod">
          <ac:chgData name="Wallter Kang" userId="d5c269cbe9dbe8bc" providerId="LiveId" clId="{0CF1F03D-0361-4EA3-A242-0F7FB9D9EBA5}" dt="2025-04-18T00:41:26.282" v="1589" actId="1076"/>
          <ac:picMkLst>
            <pc:docMk/>
            <pc:sldMk cId="3536823902" sldId="2106"/>
            <ac:picMk id="17" creationId="{94E86B21-E252-DB49-2A26-DFD77F78BCCC}"/>
          </ac:picMkLst>
        </pc:picChg>
        <pc:picChg chg="add mod">
          <ac:chgData name="Wallter Kang" userId="d5c269cbe9dbe8bc" providerId="LiveId" clId="{0CF1F03D-0361-4EA3-A242-0F7FB9D9EBA5}" dt="2025-04-18T00:46:53.443" v="1677" actId="1076"/>
          <ac:picMkLst>
            <pc:docMk/>
            <pc:sldMk cId="3536823902" sldId="2106"/>
            <ac:picMk id="18" creationId="{9DD9AE58-0F72-B6F7-C879-87DD5A3B22C0}"/>
          </ac:picMkLst>
        </pc:picChg>
      </pc:sldChg>
      <pc:sldChg chg="delSp modSp mod">
        <pc:chgData name="Wallter Kang" userId="d5c269cbe9dbe8bc" providerId="LiveId" clId="{0CF1F03D-0361-4EA3-A242-0F7FB9D9EBA5}" dt="2025-04-26T10:52:52.163" v="1842" actId="20577"/>
        <pc:sldMkLst>
          <pc:docMk/>
          <pc:sldMk cId="2587614337" sldId="2108"/>
        </pc:sldMkLst>
        <pc:spChg chg="mod">
          <ac:chgData name="Wallter Kang" userId="d5c269cbe9dbe8bc" providerId="LiveId" clId="{0CF1F03D-0361-4EA3-A242-0F7FB9D9EBA5}" dt="2025-04-26T10:52:52.163" v="1842" actId="20577"/>
          <ac:spMkLst>
            <pc:docMk/>
            <pc:sldMk cId="2587614337" sldId="2108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26T10:48:38.672" v="1797" actId="20577"/>
          <ac:spMkLst>
            <pc:docMk/>
            <pc:sldMk cId="2587614337" sldId="2108"/>
            <ac:spMk id="12" creationId="{DAFFD9FF-2B9A-921E-3944-8FAD34F296C0}"/>
          </ac:spMkLst>
        </pc:spChg>
      </pc:sldChg>
      <pc:sldChg chg="del">
        <pc:chgData name="Wallter Kang" userId="d5c269cbe9dbe8bc" providerId="LiveId" clId="{0CF1F03D-0361-4EA3-A242-0F7FB9D9EBA5}" dt="2025-04-18T00:12:01.703" v="1173" actId="2696"/>
        <pc:sldMkLst>
          <pc:docMk/>
          <pc:sldMk cId="3059627413" sldId="2109"/>
        </pc:sldMkLst>
      </pc:sldChg>
      <pc:sldChg chg="del">
        <pc:chgData name="Wallter Kang" userId="d5c269cbe9dbe8bc" providerId="LiveId" clId="{0CF1F03D-0361-4EA3-A242-0F7FB9D9EBA5}" dt="2025-04-18T00:12:10.586" v="1174" actId="2696"/>
        <pc:sldMkLst>
          <pc:docMk/>
          <pc:sldMk cId="1559823548" sldId="2110"/>
        </pc:sldMkLst>
      </pc:sldChg>
      <pc:sldChg chg="addSp delSp modSp mod">
        <pc:chgData name="Wallter Kang" userId="d5c269cbe9dbe8bc" providerId="LiveId" clId="{0CF1F03D-0361-4EA3-A242-0F7FB9D9EBA5}" dt="2025-04-18T00:17:03.125" v="1215" actId="1076"/>
        <pc:sldMkLst>
          <pc:docMk/>
          <pc:sldMk cId="86775428" sldId="2116"/>
        </pc:sldMkLst>
        <pc:spChg chg="mod">
          <ac:chgData name="Wallter Kang" userId="d5c269cbe9dbe8bc" providerId="LiveId" clId="{0CF1F03D-0361-4EA3-A242-0F7FB9D9EBA5}" dt="2025-04-18T00:15:50.165" v="1209" actId="20577"/>
          <ac:spMkLst>
            <pc:docMk/>
            <pc:sldMk cId="86775428" sldId="2116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18T00:17:03.125" v="1215" actId="1076"/>
          <ac:spMkLst>
            <pc:docMk/>
            <pc:sldMk cId="86775428" sldId="2116"/>
            <ac:spMk id="11" creationId="{F34A68C0-034B-408A-DD38-40BD54B8FD64}"/>
          </ac:spMkLst>
        </pc:spChg>
        <pc:picChg chg="add mod">
          <ac:chgData name="Wallter Kang" userId="d5c269cbe9dbe8bc" providerId="LiveId" clId="{0CF1F03D-0361-4EA3-A242-0F7FB9D9EBA5}" dt="2025-04-18T00:16:43.589" v="1212" actId="1076"/>
          <ac:picMkLst>
            <pc:docMk/>
            <pc:sldMk cId="86775428" sldId="2116"/>
            <ac:picMk id="9" creationId="{25BBE7E1-C1D1-15A3-7BCC-2C52F1AD6152}"/>
          </ac:picMkLst>
        </pc:picChg>
      </pc:sldChg>
      <pc:sldChg chg="addSp delSp modSp mod">
        <pc:chgData name="Wallter Kang" userId="d5c269cbe9dbe8bc" providerId="LiveId" clId="{0CF1F03D-0361-4EA3-A242-0F7FB9D9EBA5}" dt="2025-04-26T10:54:20.598" v="1865" actId="20577"/>
        <pc:sldMkLst>
          <pc:docMk/>
          <pc:sldMk cId="3629454166" sldId="2117"/>
        </pc:sldMkLst>
        <pc:spChg chg="mod">
          <ac:chgData name="Wallter Kang" userId="d5c269cbe9dbe8bc" providerId="LiveId" clId="{0CF1F03D-0361-4EA3-A242-0F7FB9D9EBA5}" dt="2025-04-18T00:17:13.617" v="1218" actId="20577"/>
          <ac:spMkLst>
            <pc:docMk/>
            <pc:sldMk cId="3629454166" sldId="2117"/>
            <ac:spMk id="6" creationId="{00000000-0000-0000-0000-000000000000}"/>
          </ac:spMkLst>
        </pc:spChg>
        <pc:spChg chg="add mod">
          <ac:chgData name="Wallter Kang" userId="d5c269cbe9dbe8bc" providerId="LiveId" clId="{0CF1F03D-0361-4EA3-A242-0F7FB9D9EBA5}" dt="2025-04-26T10:54:20.598" v="1865" actId="20577"/>
          <ac:spMkLst>
            <pc:docMk/>
            <pc:sldMk cId="3629454166" sldId="2117"/>
            <ac:spMk id="7" creationId="{099BFCA6-7FC6-C6C5-DEB5-5A6D3B0F046E}"/>
          </ac:spMkLst>
        </pc:spChg>
      </pc:sldChg>
      <pc:sldChg chg="modSp mod">
        <pc:chgData name="Wallter Kang" userId="d5c269cbe9dbe8bc" providerId="LiveId" clId="{0CF1F03D-0361-4EA3-A242-0F7FB9D9EBA5}" dt="2025-04-18T00:21:30.431" v="1302" actId="948"/>
        <pc:sldMkLst>
          <pc:docMk/>
          <pc:sldMk cId="3429964446" sldId="2119"/>
        </pc:sldMkLst>
        <pc:spChg chg="mod">
          <ac:chgData name="Wallter Kang" userId="d5c269cbe9dbe8bc" providerId="LiveId" clId="{0CF1F03D-0361-4EA3-A242-0F7FB9D9EBA5}" dt="2025-04-18T00:21:30.431" v="1302" actId="948"/>
          <ac:spMkLst>
            <pc:docMk/>
            <pc:sldMk cId="3429964446" sldId="2119"/>
            <ac:spMk id="11" creationId="{E09A69E5-0FBD-C019-0DE9-C165B8448EE8}"/>
          </ac:spMkLst>
        </pc:spChg>
      </pc:sldChg>
      <pc:sldChg chg="addSp delSp modSp mod">
        <pc:chgData name="Wallter Kang" userId="d5c269cbe9dbe8bc" providerId="LiveId" clId="{0CF1F03D-0361-4EA3-A242-0F7FB9D9EBA5}" dt="2025-04-18T00:25:40.987" v="1352" actId="1076"/>
        <pc:sldMkLst>
          <pc:docMk/>
          <pc:sldMk cId="3859232532" sldId="2120"/>
        </pc:sldMkLst>
        <pc:spChg chg="mod">
          <ac:chgData name="Wallter Kang" userId="d5c269cbe9dbe8bc" providerId="LiveId" clId="{0CF1F03D-0361-4EA3-A242-0F7FB9D9EBA5}" dt="2025-04-18T00:24:57.506" v="1346" actId="20577"/>
          <ac:spMkLst>
            <pc:docMk/>
            <pc:sldMk cId="3859232532" sldId="2120"/>
            <ac:spMk id="6" creationId="{00000000-0000-0000-0000-000000000000}"/>
          </ac:spMkLst>
        </pc:spChg>
        <pc:spChg chg="add mod">
          <ac:chgData name="Wallter Kang" userId="d5c269cbe9dbe8bc" providerId="LiveId" clId="{0CF1F03D-0361-4EA3-A242-0F7FB9D9EBA5}" dt="2025-04-18T00:25:40.987" v="1352" actId="1076"/>
          <ac:spMkLst>
            <pc:docMk/>
            <pc:sldMk cId="3859232532" sldId="2120"/>
            <ac:spMk id="14" creationId="{39E9BF8C-5028-41C5-D705-69867FF3AD95}"/>
          </ac:spMkLst>
        </pc:spChg>
        <pc:picChg chg="add mod">
          <ac:chgData name="Wallter Kang" userId="d5c269cbe9dbe8bc" providerId="LiveId" clId="{0CF1F03D-0361-4EA3-A242-0F7FB9D9EBA5}" dt="2025-04-18T00:22:17.604" v="1311" actId="1076"/>
          <ac:picMkLst>
            <pc:docMk/>
            <pc:sldMk cId="3859232532" sldId="2120"/>
            <ac:picMk id="8" creationId="{F76910B5-5F1F-DC16-BD4C-ECDA7BD535DE}"/>
          </ac:picMkLst>
        </pc:picChg>
      </pc:sldChg>
      <pc:sldChg chg="addSp delSp modSp mod">
        <pc:chgData name="Wallter Kang" userId="d5c269cbe9dbe8bc" providerId="LiveId" clId="{0CF1F03D-0361-4EA3-A242-0F7FB9D9EBA5}" dt="2025-04-18T00:31:20.941" v="1402" actId="1076"/>
        <pc:sldMkLst>
          <pc:docMk/>
          <pc:sldMk cId="1359597327" sldId="2123"/>
        </pc:sldMkLst>
        <pc:spChg chg="mod">
          <ac:chgData name="Wallter Kang" userId="d5c269cbe9dbe8bc" providerId="LiveId" clId="{0CF1F03D-0361-4EA3-A242-0F7FB9D9EBA5}" dt="2025-04-18T00:27:28.557" v="1375" actId="1076"/>
          <ac:spMkLst>
            <pc:docMk/>
            <pc:sldMk cId="1359597327" sldId="2123"/>
            <ac:spMk id="6" creationId="{00000000-0000-0000-0000-000000000000}"/>
          </ac:spMkLst>
        </pc:spChg>
        <pc:spChg chg="add mod">
          <ac:chgData name="Wallter Kang" userId="d5c269cbe9dbe8bc" providerId="LiveId" clId="{0CF1F03D-0361-4EA3-A242-0F7FB9D9EBA5}" dt="2025-04-18T00:31:20.941" v="1402" actId="1076"/>
          <ac:spMkLst>
            <pc:docMk/>
            <pc:sldMk cId="1359597327" sldId="2123"/>
            <ac:spMk id="11" creationId="{F1A68EA2-E76F-F86D-D02F-D6F408B45A1E}"/>
          </ac:spMkLst>
        </pc:spChg>
        <pc:spChg chg="mod">
          <ac:chgData name="Wallter Kang" userId="d5c269cbe9dbe8bc" providerId="LiveId" clId="{0CF1F03D-0361-4EA3-A242-0F7FB9D9EBA5}" dt="2025-04-18T00:27:42.495" v="1388" actId="20577"/>
          <ac:spMkLst>
            <pc:docMk/>
            <pc:sldMk cId="1359597327" sldId="2123"/>
            <ac:spMk id="568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8T00:28:04.385" v="1391" actId="1076"/>
          <ac:picMkLst>
            <pc:docMk/>
            <pc:sldMk cId="1359597327" sldId="2123"/>
            <ac:picMk id="9" creationId="{739E0BB8-B208-5F85-2F5F-5614F3922565}"/>
          </ac:picMkLst>
        </pc:picChg>
      </pc:sldChg>
      <pc:sldChg chg="modSp mod">
        <pc:chgData name="Wallter Kang" userId="d5c269cbe9dbe8bc" providerId="LiveId" clId="{0CF1F03D-0361-4EA3-A242-0F7FB9D9EBA5}" dt="2025-04-26T10:55:59.033" v="1880" actId="20577"/>
        <pc:sldMkLst>
          <pc:docMk/>
          <pc:sldMk cId="1113890176" sldId="2124"/>
        </pc:sldMkLst>
        <pc:spChg chg="mod">
          <ac:chgData name="Wallter Kang" userId="d5c269cbe9dbe8bc" providerId="LiveId" clId="{0CF1F03D-0361-4EA3-A242-0F7FB9D9EBA5}" dt="2025-04-26T10:55:59.033" v="1880" actId="20577"/>
          <ac:spMkLst>
            <pc:docMk/>
            <pc:sldMk cId="1113890176" sldId="2124"/>
            <ac:spMk id="12" creationId="{2E8AECEA-A5CB-E94D-6FF5-7377155A3AD6}"/>
          </ac:spMkLst>
        </pc:spChg>
      </pc:sldChg>
      <pc:sldChg chg="del">
        <pc:chgData name="Wallter Kang" userId="d5c269cbe9dbe8bc" providerId="LiveId" clId="{0CF1F03D-0361-4EA3-A242-0F7FB9D9EBA5}" dt="2025-04-18T00:37:28.331" v="1552" actId="47"/>
        <pc:sldMkLst>
          <pc:docMk/>
          <pc:sldMk cId="3328817619" sldId="2125"/>
        </pc:sldMkLst>
      </pc:sldChg>
      <pc:sldChg chg="addSp delSp modSp mod">
        <pc:chgData name="Wallter Kang" userId="d5c269cbe9dbe8bc" providerId="LiveId" clId="{0CF1F03D-0361-4EA3-A242-0F7FB9D9EBA5}" dt="2025-04-18T00:48:40.915" v="1705" actId="20577"/>
        <pc:sldMkLst>
          <pc:docMk/>
          <pc:sldMk cId="3015691746" sldId="2127"/>
        </pc:sldMkLst>
        <pc:spChg chg="mod">
          <ac:chgData name="Wallter Kang" userId="d5c269cbe9dbe8bc" providerId="LiveId" clId="{0CF1F03D-0361-4EA3-A242-0F7FB9D9EBA5}" dt="2025-04-18T00:48:40.915" v="1705" actId="20577"/>
          <ac:spMkLst>
            <pc:docMk/>
            <pc:sldMk cId="3015691746" sldId="2127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18T00:44:02.211" v="1598" actId="1076"/>
          <ac:spMkLst>
            <pc:docMk/>
            <pc:sldMk cId="3015691746" sldId="2127"/>
            <ac:spMk id="9" creationId="{4D955F17-0431-2447-C544-9E2B16FFD048}"/>
          </ac:spMkLst>
        </pc:spChg>
        <pc:spChg chg="mod">
          <ac:chgData name="Wallter Kang" userId="d5c269cbe9dbe8bc" providerId="LiveId" clId="{0CF1F03D-0361-4EA3-A242-0F7FB9D9EBA5}" dt="2025-04-18T00:48:30.184" v="1704" actId="1076"/>
          <ac:spMkLst>
            <pc:docMk/>
            <pc:sldMk cId="3015691746" sldId="2127"/>
            <ac:spMk id="12" creationId="{DD714EDB-0A56-1FE8-25D3-A2FE6967BCB2}"/>
          </ac:spMkLst>
        </pc:spChg>
        <pc:spChg chg="mod">
          <ac:chgData name="Wallter Kang" userId="d5c269cbe9dbe8bc" providerId="LiveId" clId="{0CF1F03D-0361-4EA3-A242-0F7FB9D9EBA5}" dt="2025-04-18T00:48:20.706" v="1703" actId="20577"/>
          <ac:spMkLst>
            <pc:docMk/>
            <pc:sldMk cId="3015691746" sldId="2127"/>
            <ac:spMk id="568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8T00:43:31.853" v="1593" actId="1076"/>
          <ac:picMkLst>
            <pc:docMk/>
            <pc:sldMk cId="3015691746" sldId="2127"/>
            <ac:picMk id="7" creationId="{9B949315-1ECB-67A7-375B-27B644D51A5C}"/>
          </ac:picMkLst>
        </pc:picChg>
      </pc:sldChg>
      <pc:sldChg chg="modSp mod">
        <pc:chgData name="Wallter Kang" userId="d5c269cbe9dbe8bc" providerId="LiveId" clId="{0CF1F03D-0361-4EA3-A242-0F7FB9D9EBA5}" dt="2025-04-26T10:47:13.240" v="1781" actId="1076"/>
        <pc:sldMkLst>
          <pc:docMk/>
          <pc:sldMk cId="536997798" sldId="2130"/>
        </pc:sldMkLst>
        <pc:spChg chg="mod">
          <ac:chgData name="Wallter Kang" userId="d5c269cbe9dbe8bc" providerId="LiveId" clId="{0CF1F03D-0361-4EA3-A242-0F7FB9D9EBA5}" dt="2025-04-26T10:47:11.772" v="1780" actId="1076"/>
          <ac:spMkLst>
            <pc:docMk/>
            <pc:sldMk cId="536997798" sldId="2130"/>
            <ac:spMk id="6" creationId="{00000000-0000-0000-0000-000000000000}"/>
          </ac:spMkLst>
        </pc:spChg>
        <pc:picChg chg="mod">
          <ac:chgData name="Wallter Kang" userId="d5c269cbe9dbe8bc" providerId="LiveId" clId="{0CF1F03D-0361-4EA3-A242-0F7FB9D9EBA5}" dt="2025-04-26T10:47:13.240" v="1781" actId="1076"/>
          <ac:picMkLst>
            <pc:docMk/>
            <pc:sldMk cId="536997798" sldId="2130"/>
            <ac:picMk id="7" creationId="{364BC710-12AF-F98F-DF49-11E8BFC8D0B1}"/>
          </ac:picMkLst>
        </pc:picChg>
      </pc:sldChg>
      <pc:sldChg chg="addSp delSp modSp mod">
        <pc:chgData name="Wallter Kang" userId="d5c269cbe9dbe8bc" providerId="LiveId" clId="{0CF1F03D-0361-4EA3-A242-0F7FB9D9EBA5}" dt="2025-04-28T04:51:37.600" v="2085" actId="1076"/>
        <pc:sldMkLst>
          <pc:docMk/>
          <pc:sldMk cId="1219020184" sldId="2132"/>
        </pc:sldMkLst>
        <pc:spChg chg="mod">
          <ac:chgData name="Wallter Kang" userId="d5c269cbe9dbe8bc" providerId="LiveId" clId="{0CF1F03D-0361-4EA3-A242-0F7FB9D9EBA5}" dt="2025-04-17T07:34:19.324" v="612" actId="20577"/>
          <ac:spMkLst>
            <pc:docMk/>
            <pc:sldMk cId="1219020184" sldId="2132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28T04:51:37.600" v="2085" actId="1076"/>
          <ac:spMkLst>
            <pc:docMk/>
            <pc:sldMk cId="1219020184" sldId="2132"/>
            <ac:spMk id="11" creationId="{3555BA05-03A4-2D53-68F2-45ADE37D6296}"/>
          </ac:spMkLst>
        </pc:spChg>
        <pc:picChg chg="add mod">
          <ac:chgData name="Wallter Kang" userId="d5c269cbe9dbe8bc" providerId="LiveId" clId="{0CF1F03D-0361-4EA3-A242-0F7FB9D9EBA5}" dt="2025-04-26T10:47:56.725" v="1788" actId="1076"/>
          <ac:picMkLst>
            <pc:docMk/>
            <pc:sldMk cId="1219020184" sldId="2132"/>
            <ac:picMk id="9" creationId="{F001E8A3-4FF3-4A20-2923-614584D1C903}"/>
          </ac:picMkLst>
        </pc:picChg>
      </pc:sldChg>
      <pc:sldChg chg="del">
        <pc:chgData name="Wallter Kang" userId="d5c269cbe9dbe8bc" providerId="LiveId" clId="{0CF1F03D-0361-4EA3-A242-0F7FB9D9EBA5}" dt="2025-04-18T00:11:54.476" v="1172" actId="2696"/>
        <pc:sldMkLst>
          <pc:docMk/>
          <pc:sldMk cId="2545091534" sldId="2133"/>
        </pc:sldMkLst>
      </pc:sldChg>
      <pc:sldChg chg="addSp delSp modSp mod">
        <pc:chgData name="Wallter Kang" userId="d5c269cbe9dbe8bc" providerId="LiveId" clId="{0CF1F03D-0361-4EA3-A242-0F7FB9D9EBA5}" dt="2025-04-18T00:15:25.207" v="1182" actId="1076"/>
        <pc:sldMkLst>
          <pc:docMk/>
          <pc:sldMk cId="1849517521" sldId="2134"/>
        </pc:sldMkLst>
        <pc:spChg chg="mod">
          <ac:chgData name="Wallter Kang" userId="d5c269cbe9dbe8bc" providerId="LiveId" clId="{0CF1F03D-0361-4EA3-A242-0F7FB9D9EBA5}" dt="2025-04-18T00:15:08.107" v="1178" actId="1076"/>
          <ac:spMkLst>
            <pc:docMk/>
            <pc:sldMk cId="1849517521" sldId="2134"/>
            <ac:spMk id="6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8T00:15:25.207" v="1182" actId="1076"/>
          <ac:picMkLst>
            <pc:docMk/>
            <pc:sldMk cId="1849517521" sldId="2134"/>
            <ac:picMk id="8" creationId="{B2E6F346-2AE2-1F34-D3BF-7C31586BC325}"/>
          </ac:picMkLst>
        </pc:picChg>
      </pc:sldChg>
      <pc:sldChg chg="addSp delSp modSp mod">
        <pc:chgData name="Wallter Kang" userId="d5c269cbe9dbe8bc" providerId="LiveId" clId="{0CF1F03D-0361-4EA3-A242-0F7FB9D9EBA5}" dt="2025-04-18T00:20:17.095" v="1300" actId="1076"/>
        <pc:sldMkLst>
          <pc:docMk/>
          <pc:sldMk cId="615733378" sldId="2135"/>
        </pc:sldMkLst>
        <pc:spChg chg="mod">
          <ac:chgData name="Wallter Kang" userId="d5c269cbe9dbe8bc" providerId="LiveId" clId="{0CF1F03D-0361-4EA3-A242-0F7FB9D9EBA5}" dt="2025-04-18T00:19:05.989" v="1293" actId="20577"/>
          <ac:spMkLst>
            <pc:docMk/>
            <pc:sldMk cId="615733378" sldId="2135"/>
            <ac:spMk id="6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8T00:20:17.095" v="1300" actId="1076"/>
          <ac:picMkLst>
            <pc:docMk/>
            <pc:sldMk cId="615733378" sldId="2135"/>
            <ac:picMk id="7" creationId="{1EF3360D-1490-6644-2237-E059B0D609C6}"/>
          </ac:picMkLst>
        </pc:picChg>
      </pc:sldChg>
      <pc:sldChg chg="addSp delSp modSp mod">
        <pc:chgData name="Wallter Kang" userId="d5c269cbe9dbe8bc" providerId="LiveId" clId="{0CF1F03D-0361-4EA3-A242-0F7FB9D9EBA5}" dt="2025-04-18T00:21:47.655" v="1306" actId="1076"/>
        <pc:sldMkLst>
          <pc:docMk/>
          <pc:sldMk cId="3113377483" sldId="2136"/>
        </pc:sldMkLst>
        <pc:picChg chg="add mod">
          <ac:chgData name="Wallter Kang" userId="d5c269cbe9dbe8bc" providerId="LiveId" clId="{0CF1F03D-0361-4EA3-A242-0F7FB9D9EBA5}" dt="2025-04-18T00:21:47.655" v="1306" actId="1076"/>
          <ac:picMkLst>
            <pc:docMk/>
            <pc:sldMk cId="3113377483" sldId="2136"/>
            <ac:picMk id="8" creationId="{3271AFEE-F6FB-2330-C9BA-387577779A55}"/>
          </ac:picMkLst>
        </pc:picChg>
      </pc:sldChg>
      <pc:sldChg chg="addSp delSp modSp mod">
        <pc:chgData name="Wallter Kang" userId="d5c269cbe9dbe8bc" providerId="LiveId" clId="{0CF1F03D-0361-4EA3-A242-0F7FB9D9EBA5}" dt="2025-04-18T00:27:03.020" v="1374" actId="1076"/>
        <pc:sldMkLst>
          <pc:docMk/>
          <pc:sldMk cId="1232736012" sldId="2137"/>
        </pc:sldMkLst>
        <pc:spChg chg="mod">
          <ac:chgData name="Wallter Kang" userId="d5c269cbe9dbe8bc" providerId="LiveId" clId="{0CF1F03D-0361-4EA3-A242-0F7FB9D9EBA5}" dt="2025-04-18T00:26:14.008" v="1366" actId="1076"/>
          <ac:spMkLst>
            <pc:docMk/>
            <pc:sldMk cId="1232736012" sldId="2137"/>
            <ac:spMk id="6" creationId="{00000000-0000-0000-0000-000000000000}"/>
          </ac:spMkLst>
        </pc:spChg>
        <pc:spChg chg="mod">
          <ac:chgData name="Wallter Kang" userId="d5c269cbe9dbe8bc" providerId="LiveId" clId="{0CF1F03D-0361-4EA3-A242-0F7FB9D9EBA5}" dt="2025-04-18T00:26:09.853" v="1365"/>
          <ac:spMkLst>
            <pc:docMk/>
            <pc:sldMk cId="1232736012" sldId="2137"/>
            <ac:spMk id="568" creationId="{00000000-0000-0000-0000-000000000000}"/>
          </ac:spMkLst>
        </pc:spChg>
        <pc:picChg chg="add mod">
          <ac:chgData name="Wallter Kang" userId="d5c269cbe9dbe8bc" providerId="LiveId" clId="{0CF1F03D-0361-4EA3-A242-0F7FB9D9EBA5}" dt="2025-04-18T00:26:41.659" v="1371" actId="1076"/>
          <ac:picMkLst>
            <pc:docMk/>
            <pc:sldMk cId="1232736012" sldId="2137"/>
            <ac:picMk id="7" creationId="{7295F8A1-DDB7-B4A6-B094-C2D68143A3A5}"/>
          </ac:picMkLst>
        </pc:picChg>
        <pc:picChg chg="add mod">
          <ac:chgData name="Wallter Kang" userId="d5c269cbe9dbe8bc" providerId="LiveId" clId="{0CF1F03D-0361-4EA3-A242-0F7FB9D9EBA5}" dt="2025-04-18T00:27:03.020" v="1374" actId="1076"/>
          <ac:picMkLst>
            <pc:docMk/>
            <pc:sldMk cId="1232736012" sldId="2137"/>
            <ac:picMk id="10" creationId="{6B383985-FB51-9489-383A-7D19710D7E93}"/>
          </ac:picMkLst>
        </pc:picChg>
      </pc:sldChg>
      <pc:sldChg chg="addSp delSp modSp mod">
        <pc:chgData name="Wallter Kang" userId="d5c269cbe9dbe8bc" providerId="LiveId" clId="{0CF1F03D-0361-4EA3-A242-0F7FB9D9EBA5}" dt="2025-04-18T00:46:38.690" v="1674" actId="1076"/>
        <pc:sldMkLst>
          <pc:docMk/>
          <pc:sldMk cId="2792763917" sldId="2138"/>
        </pc:sldMkLst>
        <pc:picChg chg="add mod">
          <ac:chgData name="Wallter Kang" userId="d5c269cbe9dbe8bc" providerId="LiveId" clId="{0CF1F03D-0361-4EA3-A242-0F7FB9D9EBA5}" dt="2025-04-18T00:38:08.329" v="1561" actId="1076"/>
          <ac:picMkLst>
            <pc:docMk/>
            <pc:sldMk cId="2792763917" sldId="2138"/>
            <ac:picMk id="7" creationId="{AC6D824A-47D2-8F2D-3E15-3EF865517119}"/>
          </ac:picMkLst>
        </pc:picChg>
        <pc:picChg chg="add mod">
          <ac:chgData name="Wallter Kang" userId="d5c269cbe9dbe8bc" providerId="LiveId" clId="{0CF1F03D-0361-4EA3-A242-0F7FB9D9EBA5}" dt="2025-04-18T00:38:29.151" v="1565" actId="14100"/>
          <ac:picMkLst>
            <pc:docMk/>
            <pc:sldMk cId="2792763917" sldId="2138"/>
            <ac:picMk id="9" creationId="{5BF58E55-CBF7-0BA5-6D02-E759D226505A}"/>
          </ac:picMkLst>
        </pc:picChg>
        <pc:picChg chg="add mod">
          <ac:chgData name="Wallter Kang" userId="d5c269cbe9dbe8bc" providerId="LiveId" clId="{0CF1F03D-0361-4EA3-A242-0F7FB9D9EBA5}" dt="2025-04-18T00:38:54.783" v="1569" actId="14100"/>
          <ac:picMkLst>
            <pc:docMk/>
            <pc:sldMk cId="2792763917" sldId="2138"/>
            <ac:picMk id="13" creationId="{134EAD11-28E3-6311-AD30-0A4872562B0E}"/>
          </ac:picMkLst>
        </pc:picChg>
        <pc:picChg chg="add mod">
          <ac:chgData name="Wallter Kang" userId="d5c269cbe9dbe8bc" providerId="LiveId" clId="{0CF1F03D-0361-4EA3-A242-0F7FB9D9EBA5}" dt="2025-04-18T00:46:38.690" v="1674" actId="1076"/>
          <ac:picMkLst>
            <pc:docMk/>
            <pc:sldMk cId="2792763917" sldId="2138"/>
            <ac:picMk id="15" creationId="{67CC88C0-5703-D4B1-EEF9-D4AE1153F015}"/>
          </ac:picMkLst>
        </pc:picChg>
      </pc:sldChg>
      <pc:sldChg chg="modSp mod">
        <pc:chgData name="Wallter Kang" userId="d5c269cbe9dbe8bc" providerId="LiveId" clId="{0CF1F03D-0361-4EA3-A242-0F7FB9D9EBA5}" dt="2025-04-18T00:14:59.233" v="1177" actId="948"/>
        <pc:sldMkLst>
          <pc:docMk/>
          <pc:sldMk cId="1822896194" sldId="2146"/>
        </pc:sldMkLst>
        <pc:spChg chg="mod">
          <ac:chgData name="Wallter Kang" userId="d5c269cbe9dbe8bc" providerId="LiveId" clId="{0CF1F03D-0361-4EA3-A242-0F7FB9D9EBA5}" dt="2025-04-18T00:14:59.233" v="1177" actId="948"/>
          <ac:spMkLst>
            <pc:docMk/>
            <pc:sldMk cId="1822896194" sldId="2146"/>
            <ac:spMk id="7" creationId="{DC065F77-CCFA-2FD3-F769-34DF48C525FE}"/>
          </ac:spMkLst>
        </pc:spChg>
      </pc:sldChg>
      <pc:sldChg chg="modSp mod">
        <pc:chgData name="Wallter Kang" userId="d5c269cbe9dbe8bc" providerId="LiveId" clId="{0CF1F03D-0361-4EA3-A242-0F7FB9D9EBA5}" dt="2025-04-28T01:59:35.702" v="2067" actId="1076"/>
        <pc:sldMkLst>
          <pc:docMk/>
          <pc:sldMk cId="677761062" sldId="2147"/>
        </pc:sldMkLst>
        <pc:spChg chg="mod">
          <ac:chgData name="Wallter Kang" userId="d5c269cbe9dbe8bc" providerId="LiveId" clId="{0CF1F03D-0361-4EA3-A242-0F7FB9D9EBA5}" dt="2025-04-28T01:59:35.702" v="2067" actId="1076"/>
          <ac:spMkLst>
            <pc:docMk/>
            <pc:sldMk cId="677761062" sldId="2147"/>
            <ac:spMk id="13" creationId="{0DD00FF4-B5F6-953B-BA6D-ADA326944969}"/>
          </ac:spMkLst>
        </pc:spChg>
      </pc:sldChg>
      <pc:sldChg chg="del">
        <pc:chgData name="Wallter Kang" userId="d5c269cbe9dbe8bc" providerId="LiveId" clId="{0CF1F03D-0361-4EA3-A242-0F7FB9D9EBA5}" dt="2025-04-18T00:11:45.439" v="1171" actId="2696"/>
        <pc:sldMkLst>
          <pc:docMk/>
          <pc:sldMk cId="3361988393" sldId="2148"/>
        </pc:sldMkLst>
      </pc:sldChg>
      <pc:sldChg chg="addSp delSp modSp mod">
        <pc:chgData name="Wallter Kang" userId="d5c269cbe9dbe8bc" providerId="LiveId" clId="{0CF1F03D-0361-4EA3-A242-0F7FB9D9EBA5}" dt="2025-04-26T10:57:04.696" v="1903"/>
        <pc:sldMkLst>
          <pc:docMk/>
          <pc:sldMk cId="2699077384" sldId="2149"/>
        </pc:sldMkLst>
        <pc:spChg chg="mod">
          <ac:chgData name="Wallter Kang" userId="d5c269cbe9dbe8bc" providerId="LiveId" clId="{0CF1F03D-0361-4EA3-A242-0F7FB9D9EBA5}" dt="2025-04-18T00:44:22.260" v="1660" actId="20577"/>
          <ac:spMkLst>
            <pc:docMk/>
            <pc:sldMk cId="2699077384" sldId="2149"/>
            <ac:spMk id="2" creationId="{CBF6CC7F-21E1-1029-2118-C5253D70CC3E}"/>
          </ac:spMkLst>
        </pc:spChg>
        <pc:spChg chg="add mod">
          <ac:chgData name="Wallter Kang" userId="d5c269cbe9dbe8bc" providerId="LiveId" clId="{0CF1F03D-0361-4EA3-A242-0F7FB9D9EBA5}" dt="2025-04-26T10:57:04.696" v="1903"/>
          <ac:spMkLst>
            <pc:docMk/>
            <pc:sldMk cId="2699077384" sldId="2149"/>
            <ac:spMk id="6" creationId="{21695AA9-5B93-84CC-681B-73CF9EFE6E9B}"/>
          </ac:spMkLst>
        </pc:spChg>
      </pc:sldChg>
      <pc:sldChg chg="addSp delSp modSp mod">
        <pc:chgData name="Wallter Kang" userId="d5c269cbe9dbe8bc" providerId="LiveId" clId="{0CF1F03D-0361-4EA3-A242-0F7FB9D9EBA5}" dt="2025-04-18T00:46:21.884" v="1670" actId="1076"/>
        <pc:sldMkLst>
          <pc:docMk/>
          <pc:sldMk cId="2788388501" sldId="2150"/>
        </pc:sldMkLst>
        <pc:picChg chg="add mod">
          <ac:chgData name="Wallter Kang" userId="d5c269cbe9dbe8bc" providerId="LiveId" clId="{0CF1F03D-0361-4EA3-A242-0F7FB9D9EBA5}" dt="2025-04-18T00:46:21.884" v="1670" actId="1076"/>
          <ac:picMkLst>
            <pc:docMk/>
            <pc:sldMk cId="2788388501" sldId="2150"/>
            <ac:picMk id="3" creationId="{91F0286C-5C34-4B2C-0F24-83D7E8A513F1}"/>
          </ac:picMkLst>
        </pc:picChg>
      </pc:sldChg>
      <pc:sldChg chg="addSp delSp modSp new mod">
        <pc:chgData name="Wallter Kang" userId="d5c269cbe9dbe8bc" providerId="LiveId" clId="{0CF1F03D-0361-4EA3-A242-0F7FB9D9EBA5}" dt="2025-04-17T06:02:41.727" v="130" actId="1076"/>
        <pc:sldMkLst>
          <pc:docMk/>
          <pc:sldMk cId="4059633917" sldId="2151"/>
        </pc:sldMkLst>
        <pc:picChg chg="add mod">
          <ac:chgData name="Wallter Kang" userId="d5c269cbe9dbe8bc" providerId="LiveId" clId="{0CF1F03D-0361-4EA3-A242-0F7FB9D9EBA5}" dt="2025-04-17T06:02:41.727" v="130" actId="1076"/>
          <ac:picMkLst>
            <pc:docMk/>
            <pc:sldMk cId="4059633917" sldId="2151"/>
            <ac:picMk id="7" creationId="{4A51DD78-9BCF-1C43-E397-9C67C2EC97C5}"/>
          </ac:picMkLst>
        </pc:picChg>
      </pc:sldChg>
      <pc:sldChg chg="new del">
        <pc:chgData name="Wallter Kang" userId="d5c269cbe9dbe8bc" providerId="LiveId" clId="{0CF1F03D-0361-4EA3-A242-0F7FB9D9EBA5}" dt="2025-04-17T06:11:03.314" v="151" actId="47"/>
        <pc:sldMkLst>
          <pc:docMk/>
          <pc:sldMk cId="1560054814" sldId="2152"/>
        </pc:sldMkLst>
      </pc:sldChg>
      <pc:sldChg chg="addSp delSp modSp new mod">
        <pc:chgData name="Wallter Kang" userId="d5c269cbe9dbe8bc" providerId="LiveId" clId="{0CF1F03D-0361-4EA3-A242-0F7FB9D9EBA5}" dt="2025-04-17T06:18:26.592" v="383" actId="20577"/>
        <pc:sldMkLst>
          <pc:docMk/>
          <pc:sldMk cId="4209932878" sldId="2152"/>
        </pc:sldMkLst>
        <pc:spChg chg="mod">
          <ac:chgData name="Wallter Kang" userId="d5c269cbe9dbe8bc" providerId="LiveId" clId="{0CF1F03D-0361-4EA3-A242-0F7FB9D9EBA5}" dt="2025-04-17T06:17:00.480" v="243" actId="20577"/>
          <ac:spMkLst>
            <pc:docMk/>
            <pc:sldMk cId="4209932878" sldId="2152"/>
            <ac:spMk id="2" creationId="{729BCC79-0EF1-9C2A-C4FB-A17D61F80DD5}"/>
          </ac:spMkLst>
        </pc:spChg>
        <pc:spChg chg="add del mod">
          <ac:chgData name="Wallter Kang" userId="d5c269cbe9dbe8bc" providerId="LiveId" clId="{0CF1F03D-0361-4EA3-A242-0F7FB9D9EBA5}" dt="2025-04-17T06:18:26.592" v="383" actId="20577"/>
          <ac:spMkLst>
            <pc:docMk/>
            <pc:sldMk cId="4209932878" sldId="2152"/>
            <ac:spMk id="3" creationId="{FB1DA186-F1D5-83EB-2BF9-68D987806D30}"/>
          </ac:spMkLst>
        </pc:spChg>
      </pc:sldChg>
      <pc:sldChg chg="addSp delSp modSp add mod ord">
        <pc:chgData name="Wallter Kang" userId="d5c269cbe9dbe8bc" providerId="LiveId" clId="{0CF1F03D-0361-4EA3-A242-0F7FB9D9EBA5}" dt="2025-04-26T10:51:23.924" v="1819"/>
        <pc:sldMkLst>
          <pc:docMk/>
          <pc:sldMk cId="37611674" sldId="2153"/>
        </pc:sldMkLst>
        <pc:spChg chg="mod">
          <ac:chgData name="Wallter Kang" userId="d5c269cbe9dbe8bc" providerId="LiveId" clId="{0CF1F03D-0361-4EA3-A242-0F7FB9D9EBA5}" dt="2025-04-17T07:43:30.944" v="650" actId="1076"/>
          <ac:spMkLst>
            <pc:docMk/>
            <pc:sldMk cId="37611674" sldId="2153"/>
            <ac:spMk id="6" creationId="{7A2C7667-A789-CE4E-935C-C34389CD44B4}"/>
          </ac:spMkLst>
        </pc:spChg>
        <pc:spChg chg="add mod">
          <ac:chgData name="Wallter Kang" userId="d5c269cbe9dbe8bc" providerId="LiveId" clId="{0CF1F03D-0361-4EA3-A242-0F7FB9D9EBA5}" dt="2025-04-26T10:49:17.347" v="1815" actId="20577"/>
          <ac:spMkLst>
            <pc:docMk/>
            <pc:sldMk cId="37611674" sldId="2153"/>
            <ac:spMk id="9" creationId="{C14E436D-502E-0781-3ADA-C0AEAEF5258F}"/>
          </ac:spMkLst>
        </pc:spChg>
      </pc:sldChg>
      <pc:sldChg chg="addSp delSp modSp new mod">
        <pc:chgData name="Wallter Kang" userId="d5c269cbe9dbe8bc" providerId="LiveId" clId="{0CF1F03D-0361-4EA3-A242-0F7FB9D9EBA5}" dt="2025-04-17T07:44:50.171" v="684" actId="1076"/>
        <pc:sldMkLst>
          <pc:docMk/>
          <pc:sldMk cId="378792018" sldId="2154"/>
        </pc:sldMkLst>
        <pc:spChg chg="mod">
          <ac:chgData name="Wallter Kang" userId="d5c269cbe9dbe8bc" providerId="LiveId" clId="{0CF1F03D-0361-4EA3-A242-0F7FB9D9EBA5}" dt="2025-04-17T07:44:16.987" v="680" actId="20577"/>
          <ac:spMkLst>
            <pc:docMk/>
            <pc:sldMk cId="378792018" sldId="2154"/>
            <ac:spMk id="2" creationId="{5DA74946-0036-EBCC-04B5-5D699D83E5E9}"/>
          </ac:spMkLst>
        </pc:spChg>
        <pc:picChg chg="add mod">
          <ac:chgData name="Wallter Kang" userId="d5c269cbe9dbe8bc" providerId="LiveId" clId="{0CF1F03D-0361-4EA3-A242-0F7FB9D9EBA5}" dt="2025-04-17T07:44:50.171" v="684" actId="1076"/>
          <ac:picMkLst>
            <pc:docMk/>
            <pc:sldMk cId="378792018" sldId="2154"/>
            <ac:picMk id="7" creationId="{F962A8AB-D50C-BD21-DC5B-5F2FB315EDE7}"/>
          </ac:picMkLst>
        </pc:picChg>
      </pc:sldChg>
      <pc:sldChg chg="addSp modSp new mod">
        <pc:chgData name="Wallter Kang" userId="d5c269cbe9dbe8bc" providerId="LiveId" clId="{0CF1F03D-0361-4EA3-A242-0F7FB9D9EBA5}" dt="2025-04-26T10:53:06.975" v="1844" actId="1076"/>
        <pc:sldMkLst>
          <pc:docMk/>
          <pc:sldMk cId="1283484000" sldId="2155"/>
        </pc:sldMkLst>
        <pc:spChg chg="mod">
          <ac:chgData name="Wallter Kang" userId="d5c269cbe9dbe8bc" providerId="LiveId" clId="{0CF1F03D-0361-4EA3-A242-0F7FB9D9EBA5}" dt="2025-04-17T07:45:34.986" v="729" actId="20577"/>
          <ac:spMkLst>
            <pc:docMk/>
            <pc:sldMk cId="1283484000" sldId="2155"/>
            <ac:spMk id="2" creationId="{891B68D9-C3D0-6C29-69AC-F014E3D175F9}"/>
          </ac:spMkLst>
        </pc:spChg>
        <pc:spChg chg="mod">
          <ac:chgData name="Wallter Kang" userId="d5c269cbe9dbe8bc" providerId="LiveId" clId="{0CF1F03D-0361-4EA3-A242-0F7FB9D9EBA5}" dt="2025-04-17T07:46:32.911" v="784" actId="20577"/>
          <ac:spMkLst>
            <pc:docMk/>
            <pc:sldMk cId="1283484000" sldId="2155"/>
            <ac:spMk id="3" creationId="{5265D891-072C-9218-492E-E89599E23054}"/>
          </ac:spMkLst>
        </pc:spChg>
        <pc:spChg chg="add mod">
          <ac:chgData name="Wallter Kang" userId="d5c269cbe9dbe8bc" providerId="LiveId" clId="{0CF1F03D-0361-4EA3-A242-0F7FB9D9EBA5}" dt="2025-04-26T10:53:06.975" v="1844" actId="1076"/>
          <ac:spMkLst>
            <pc:docMk/>
            <pc:sldMk cId="1283484000" sldId="2155"/>
            <ac:spMk id="9" creationId="{3E7F3D1B-0787-2A50-1AA1-B8463B301DB2}"/>
          </ac:spMkLst>
        </pc:spChg>
        <pc:picChg chg="add mod">
          <ac:chgData name="Wallter Kang" userId="d5c269cbe9dbe8bc" providerId="LiveId" clId="{0CF1F03D-0361-4EA3-A242-0F7FB9D9EBA5}" dt="2025-04-26T10:53:04.650" v="1843" actId="1076"/>
          <ac:picMkLst>
            <pc:docMk/>
            <pc:sldMk cId="1283484000" sldId="2155"/>
            <ac:picMk id="7" creationId="{ECF6E911-43CE-FBDF-1525-82B59E93E339}"/>
          </ac:picMkLst>
        </pc:picChg>
      </pc:sldChg>
      <pc:sldChg chg="addSp delSp modSp new mod">
        <pc:chgData name="Wallter Kang" userId="d5c269cbe9dbe8bc" providerId="LiveId" clId="{0CF1F03D-0361-4EA3-A242-0F7FB9D9EBA5}" dt="2025-04-26T10:53:27.386" v="1853" actId="20577"/>
        <pc:sldMkLst>
          <pc:docMk/>
          <pc:sldMk cId="274441096" sldId="2156"/>
        </pc:sldMkLst>
        <pc:spChg chg="mod">
          <ac:chgData name="Wallter Kang" userId="d5c269cbe9dbe8bc" providerId="LiveId" clId="{0CF1F03D-0361-4EA3-A242-0F7FB9D9EBA5}" dt="2025-04-18T00:09:21.752" v="1108" actId="20577"/>
          <ac:spMkLst>
            <pc:docMk/>
            <pc:sldMk cId="274441096" sldId="2156"/>
            <ac:spMk id="2" creationId="{F50B773E-3BCC-218C-0F33-B16D9E8EEC73}"/>
          </ac:spMkLst>
        </pc:spChg>
        <pc:spChg chg="add mod">
          <ac:chgData name="Wallter Kang" userId="d5c269cbe9dbe8bc" providerId="LiveId" clId="{0CF1F03D-0361-4EA3-A242-0F7FB9D9EBA5}" dt="2025-04-26T10:53:27.386" v="1853" actId="20577"/>
          <ac:spMkLst>
            <pc:docMk/>
            <pc:sldMk cId="274441096" sldId="2156"/>
            <ac:spMk id="8" creationId="{B2C15D71-F0E0-27D2-574F-050FEC49A099}"/>
          </ac:spMkLst>
        </pc:spChg>
        <pc:picChg chg="add mod">
          <ac:chgData name="Wallter Kang" userId="d5c269cbe9dbe8bc" providerId="LiveId" clId="{0CF1F03D-0361-4EA3-A242-0F7FB9D9EBA5}" dt="2025-04-18T00:09:43.856" v="1110" actId="1076"/>
          <ac:picMkLst>
            <pc:docMk/>
            <pc:sldMk cId="274441096" sldId="2156"/>
            <ac:picMk id="6" creationId="{9D6FB45C-6840-4F05-75D1-202C51CC8039}"/>
          </ac:picMkLst>
        </pc:picChg>
      </pc:sldChg>
      <pc:sldChg chg="addSp delSp modSp new mod">
        <pc:chgData name="Wallter Kang" userId="d5c269cbe9dbe8bc" providerId="LiveId" clId="{0CF1F03D-0361-4EA3-A242-0F7FB9D9EBA5}" dt="2025-04-18T00:10:32.568" v="1158" actId="20577"/>
        <pc:sldMkLst>
          <pc:docMk/>
          <pc:sldMk cId="3288939798" sldId="2157"/>
        </pc:sldMkLst>
        <pc:spChg chg="add mod">
          <ac:chgData name="Wallter Kang" userId="d5c269cbe9dbe8bc" providerId="LiveId" clId="{0CF1F03D-0361-4EA3-A242-0F7FB9D9EBA5}" dt="2025-04-18T00:10:32.568" v="1158" actId="20577"/>
          <ac:spMkLst>
            <pc:docMk/>
            <pc:sldMk cId="3288939798" sldId="2157"/>
            <ac:spMk id="2" creationId="{9388E750-4352-BC25-C7B3-1B8FA68C94C2}"/>
          </ac:spMkLst>
        </pc:spChg>
        <pc:picChg chg="add mod">
          <ac:chgData name="Wallter Kang" userId="d5c269cbe9dbe8bc" providerId="LiveId" clId="{0CF1F03D-0361-4EA3-A242-0F7FB9D9EBA5}" dt="2025-04-17T07:55:05.643" v="899" actId="1076"/>
          <ac:picMkLst>
            <pc:docMk/>
            <pc:sldMk cId="3288939798" sldId="2157"/>
            <ac:picMk id="7" creationId="{D9E1A800-4214-88E2-E0B8-13B2759C810C}"/>
          </ac:picMkLst>
        </pc:picChg>
      </pc:sldChg>
      <pc:sldChg chg="addSp modSp new del mod">
        <pc:chgData name="Wallter Kang" userId="d5c269cbe9dbe8bc" providerId="LiveId" clId="{0CF1F03D-0361-4EA3-A242-0F7FB9D9EBA5}" dt="2025-04-18T00:10:48.792" v="1159" actId="47"/>
        <pc:sldMkLst>
          <pc:docMk/>
          <pc:sldMk cId="705388500" sldId="2158"/>
        </pc:sldMkLst>
      </pc:sldChg>
      <pc:sldChg chg="addSp delSp modSp new mod">
        <pc:chgData name="Wallter Kang" userId="d5c269cbe9dbe8bc" providerId="LiveId" clId="{0CF1F03D-0361-4EA3-A242-0F7FB9D9EBA5}" dt="2025-04-26T10:49:09.513" v="1809" actId="20577"/>
        <pc:sldMkLst>
          <pc:docMk/>
          <pc:sldMk cId="390311195" sldId="2159"/>
        </pc:sldMkLst>
        <pc:spChg chg="mod">
          <ac:chgData name="Wallter Kang" userId="d5c269cbe9dbe8bc" providerId="LiveId" clId="{0CF1F03D-0361-4EA3-A242-0F7FB9D9EBA5}" dt="2025-04-18T00:11:13.915" v="1170" actId="20577"/>
          <ac:spMkLst>
            <pc:docMk/>
            <pc:sldMk cId="390311195" sldId="2159"/>
            <ac:spMk id="2" creationId="{DEC361E6-B682-A3BA-FF4C-5C6E718779CC}"/>
          </ac:spMkLst>
        </pc:spChg>
        <pc:spChg chg="add mod">
          <ac:chgData name="Wallter Kang" userId="d5c269cbe9dbe8bc" providerId="LiveId" clId="{0CF1F03D-0361-4EA3-A242-0F7FB9D9EBA5}" dt="2025-04-26T10:49:09.513" v="1809" actId="20577"/>
          <ac:spMkLst>
            <pc:docMk/>
            <pc:sldMk cId="390311195" sldId="2159"/>
            <ac:spMk id="9" creationId="{406FA5CE-24DA-CEBF-D8E4-E1567C98404E}"/>
          </ac:spMkLst>
        </pc:spChg>
        <pc:picChg chg="add mod">
          <ac:chgData name="Wallter Kang" userId="d5c269cbe9dbe8bc" providerId="LiveId" clId="{0CF1F03D-0361-4EA3-A242-0F7FB9D9EBA5}" dt="2025-04-18T00:07:11.421" v="1086" actId="1076"/>
          <ac:picMkLst>
            <pc:docMk/>
            <pc:sldMk cId="390311195" sldId="2159"/>
            <ac:picMk id="7" creationId="{B17F35FE-06E4-FB5C-4C3D-1B3DEC0DFD19}"/>
          </ac:picMkLst>
        </pc:picChg>
      </pc:sldChg>
      <pc:sldChg chg="addSp modSp new mod ord">
        <pc:chgData name="Wallter Kang" userId="d5c269cbe9dbe8bc" providerId="LiveId" clId="{0CF1F03D-0361-4EA3-A242-0F7FB9D9EBA5}" dt="2025-04-26T10:56:28.813" v="1891"/>
        <pc:sldMkLst>
          <pc:docMk/>
          <pc:sldMk cId="1124535778" sldId="2160"/>
        </pc:sldMkLst>
        <pc:spChg chg="mod">
          <ac:chgData name="Wallter Kang" userId="d5c269cbe9dbe8bc" providerId="LiveId" clId="{0CF1F03D-0361-4EA3-A242-0F7FB9D9EBA5}" dt="2025-04-18T00:32:17.402" v="1430" actId="20577"/>
          <ac:spMkLst>
            <pc:docMk/>
            <pc:sldMk cId="1124535778" sldId="2160"/>
            <ac:spMk id="2" creationId="{36564809-A164-C86A-4995-8D4367D33FCA}"/>
          </ac:spMkLst>
        </pc:spChg>
        <pc:spChg chg="mod">
          <ac:chgData name="Wallter Kang" userId="d5c269cbe9dbe8bc" providerId="LiveId" clId="{0CF1F03D-0361-4EA3-A242-0F7FB9D9EBA5}" dt="2025-04-18T00:33:07.095" v="1534" actId="20577"/>
          <ac:spMkLst>
            <pc:docMk/>
            <pc:sldMk cId="1124535778" sldId="2160"/>
            <ac:spMk id="3" creationId="{C4BB342A-67FB-BC3F-2A60-CD8DC88CEB64}"/>
          </ac:spMkLst>
        </pc:spChg>
        <pc:spChg chg="add mod">
          <ac:chgData name="Wallter Kang" userId="d5c269cbe9dbe8bc" providerId="LiveId" clId="{0CF1F03D-0361-4EA3-A242-0F7FB9D9EBA5}" dt="2025-04-18T00:34:31.344" v="1542" actId="14100"/>
          <ac:spMkLst>
            <pc:docMk/>
            <pc:sldMk cId="1124535778" sldId="2160"/>
            <ac:spMk id="9" creationId="{E228B254-1543-357B-1C2B-135DC9B1000A}"/>
          </ac:spMkLst>
        </pc:spChg>
        <pc:spChg chg="add mod">
          <ac:chgData name="Wallter Kang" userId="d5c269cbe9dbe8bc" providerId="LiveId" clId="{0CF1F03D-0361-4EA3-A242-0F7FB9D9EBA5}" dt="2025-04-26T10:56:28.813" v="1891"/>
          <ac:spMkLst>
            <pc:docMk/>
            <pc:sldMk cId="1124535778" sldId="2160"/>
            <ac:spMk id="13" creationId="{FB032025-57DB-4274-B744-920126F6E588}"/>
          </ac:spMkLst>
        </pc:spChg>
        <pc:picChg chg="add mod">
          <ac:chgData name="Wallter Kang" userId="d5c269cbe9dbe8bc" providerId="LiveId" clId="{0CF1F03D-0361-4EA3-A242-0F7FB9D9EBA5}" dt="2025-04-18T00:34:04.644" v="1536" actId="1076"/>
          <ac:picMkLst>
            <pc:docMk/>
            <pc:sldMk cId="1124535778" sldId="2160"/>
            <ac:picMk id="7" creationId="{4BB25122-B495-AEC2-6F6C-384C8F3FB205}"/>
          </ac:picMkLst>
        </pc:picChg>
        <pc:picChg chg="add mod">
          <ac:chgData name="Wallter Kang" userId="d5c269cbe9dbe8bc" providerId="LiveId" clId="{0CF1F03D-0361-4EA3-A242-0F7FB9D9EBA5}" dt="2025-04-18T00:34:49.741" v="1544" actId="1076"/>
          <ac:picMkLst>
            <pc:docMk/>
            <pc:sldMk cId="1124535778" sldId="2160"/>
            <ac:picMk id="11" creationId="{EA70E4B8-97BA-B794-5129-34843DC9D5CE}"/>
          </ac:picMkLst>
        </pc:picChg>
      </pc:sldChg>
      <pc:sldChg chg="addSp delSp modSp new mod">
        <pc:chgData name="Wallter Kang" userId="d5c269cbe9dbe8bc" providerId="LiveId" clId="{0CF1F03D-0361-4EA3-A242-0F7FB9D9EBA5}" dt="2025-04-26T11:09:33.672" v="2065" actId="1076"/>
        <pc:sldMkLst>
          <pc:docMk/>
          <pc:sldMk cId="1434940609" sldId="2161"/>
        </pc:sldMkLst>
        <pc:spChg chg="add mod">
          <ac:chgData name="Wallter Kang" userId="d5c269cbe9dbe8bc" providerId="LiveId" clId="{0CF1F03D-0361-4EA3-A242-0F7FB9D9EBA5}" dt="2025-04-26T10:59:08.213" v="1978" actId="20577"/>
          <ac:spMkLst>
            <pc:docMk/>
            <pc:sldMk cId="1434940609" sldId="2161"/>
            <ac:spMk id="6" creationId="{5FBA36D5-9E90-AB6F-4067-4BE865DF126A}"/>
          </ac:spMkLst>
        </pc:spChg>
        <pc:spChg chg="add mod">
          <ac:chgData name="Wallter Kang" userId="d5c269cbe9dbe8bc" providerId="LiveId" clId="{0CF1F03D-0361-4EA3-A242-0F7FB9D9EBA5}" dt="2025-04-26T11:09:05.854" v="1990" actId="1076"/>
          <ac:spMkLst>
            <pc:docMk/>
            <pc:sldMk cId="1434940609" sldId="2161"/>
            <ac:spMk id="10" creationId="{635BCD0D-66C6-9464-D950-C70679606D6B}"/>
          </ac:spMkLst>
        </pc:spChg>
        <pc:spChg chg="add mod">
          <ac:chgData name="Wallter Kang" userId="d5c269cbe9dbe8bc" providerId="LiveId" clId="{0CF1F03D-0361-4EA3-A242-0F7FB9D9EBA5}" dt="2025-04-26T11:09:30.083" v="2064" actId="20577"/>
          <ac:spMkLst>
            <pc:docMk/>
            <pc:sldMk cId="1434940609" sldId="2161"/>
            <ac:spMk id="11" creationId="{162C0DCB-F06E-030D-BA08-D3E230EF0E7C}"/>
          </ac:spMkLst>
        </pc:spChg>
        <pc:picChg chg="add mod">
          <ac:chgData name="Wallter Kang" userId="d5c269cbe9dbe8bc" providerId="LiveId" clId="{0CF1F03D-0361-4EA3-A242-0F7FB9D9EBA5}" dt="2025-04-26T11:09:33.672" v="2065" actId="1076"/>
          <ac:picMkLst>
            <pc:docMk/>
            <pc:sldMk cId="1434940609" sldId="2161"/>
            <ac:picMk id="8" creationId="{33F323C2-2154-F48D-4327-CAE36E3ACE3B}"/>
          </ac:picMkLst>
        </pc:picChg>
      </pc:sldChg>
      <pc:sldChg chg="delSp new mod">
        <pc:chgData name="Wallter Kang" userId="d5c269cbe9dbe8bc" providerId="LiveId" clId="{0CF1F03D-0361-4EA3-A242-0F7FB9D9EBA5}" dt="2025-04-28T05:38:36.740" v="2090" actId="478"/>
        <pc:sldMkLst>
          <pc:docMk/>
          <pc:sldMk cId="246258967" sldId="2162"/>
        </pc:sldMkLst>
        <pc:spChg chg="del">
          <ac:chgData name="Wallter Kang" userId="d5c269cbe9dbe8bc" providerId="LiveId" clId="{0CF1F03D-0361-4EA3-A242-0F7FB9D9EBA5}" dt="2025-04-28T05:38:36.740" v="2090" actId="478"/>
          <ac:spMkLst>
            <pc:docMk/>
            <pc:sldMk cId="246258967" sldId="2162"/>
            <ac:spMk id="2" creationId="{80EA1FD3-22C4-2B03-61CB-18DE210C2E96}"/>
          </ac:spMkLst>
        </pc:spChg>
        <pc:spChg chg="del">
          <ac:chgData name="Wallter Kang" userId="d5c269cbe9dbe8bc" providerId="LiveId" clId="{0CF1F03D-0361-4EA3-A242-0F7FB9D9EBA5}" dt="2025-04-28T05:38:36.740" v="2090" actId="478"/>
          <ac:spMkLst>
            <pc:docMk/>
            <pc:sldMk cId="246258967" sldId="2162"/>
            <ac:spMk id="3" creationId="{20CDF4A2-D232-5CCC-D041-3DC019EA2389}"/>
          </ac:spMkLst>
        </pc:spChg>
        <pc:spChg chg="del">
          <ac:chgData name="Wallter Kang" userId="d5c269cbe9dbe8bc" providerId="LiveId" clId="{0CF1F03D-0361-4EA3-A242-0F7FB9D9EBA5}" dt="2025-04-28T05:38:36.740" v="2090" actId="478"/>
          <ac:spMkLst>
            <pc:docMk/>
            <pc:sldMk cId="246258967" sldId="2162"/>
            <ac:spMk id="4" creationId="{7E092A50-2562-0E52-41CC-2B634C0ABCFF}"/>
          </ac:spMkLst>
        </pc:spChg>
        <pc:spChg chg="del">
          <ac:chgData name="Wallter Kang" userId="d5c269cbe9dbe8bc" providerId="LiveId" clId="{0CF1F03D-0361-4EA3-A242-0F7FB9D9EBA5}" dt="2025-04-28T05:38:36.740" v="2090" actId="478"/>
          <ac:spMkLst>
            <pc:docMk/>
            <pc:sldMk cId="246258967" sldId="2162"/>
            <ac:spMk id="5" creationId="{A0B78293-C423-D933-CE2D-3653AA6405E6}"/>
          </ac:spMkLst>
        </pc:spChg>
      </pc:sldChg>
    </pc:docChg>
  </pc:docChgLst>
  <pc:docChgLst>
    <pc:chgData name="Wallter Kang" userId="d5c269cbe9dbe8bc" providerId="LiveId" clId="{66E4333F-BBD0-4144-A2A0-3A424802926D}"/>
    <pc:docChg chg="undo custSel addSld delSld modSld sldOrd delSection modSection">
      <pc:chgData name="Wallter Kang" userId="d5c269cbe9dbe8bc" providerId="LiveId" clId="{66E4333F-BBD0-4144-A2A0-3A424802926D}" dt="2025-03-01T08:36:34.285" v="974" actId="13822"/>
      <pc:docMkLst>
        <pc:docMk/>
      </pc:docMkLst>
      <pc:sldChg chg="modSp mod">
        <pc:chgData name="Wallter Kang" userId="d5c269cbe9dbe8bc" providerId="LiveId" clId="{66E4333F-BBD0-4144-A2A0-3A424802926D}" dt="2025-03-01T04:39:32.313" v="400" actId="313"/>
        <pc:sldMkLst>
          <pc:docMk/>
          <pc:sldMk cId="2749915687" sldId="264"/>
        </pc:sldMkLst>
        <pc:spChg chg="mod">
          <ac:chgData name="Wallter Kang" userId="d5c269cbe9dbe8bc" providerId="LiveId" clId="{66E4333F-BBD0-4144-A2A0-3A424802926D}" dt="2025-03-01T04:39:32.313" v="400" actId="313"/>
          <ac:spMkLst>
            <pc:docMk/>
            <pc:sldMk cId="2749915687" sldId="264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4:39:18.704" v="395" actId="20577"/>
          <ac:spMkLst>
            <pc:docMk/>
            <pc:sldMk cId="2749915687" sldId="264"/>
            <ac:spMk id="568" creationId="{00000000-0000-0000-0000-000000000000}"/>
          </ac:spMkLst>
        </pc:spChg>
      </pc:sldChg>
      <pc:sldChg chg="addSp delSp modSp mod">
        <pc:chgData name="Wallter Kang" userId="d5c269cbe9dbe8bc" providerId="LiveId" clId="{66E4333F-BBD0-4144-A2A0-3A424802926D}" dt="2025-03-01T04:07:50.789" v="298" actId="13822"/>
        <pc:sldMkLst>
          <pc:docMk/>
          <pc:sldMk cId="3379618922" sldId="265"/>
        </pc:sldMkLst>
        <pc:spChg chg="mod">
          <ac:chgData name="Wallter Kang" userId="d5c269cbe9dbe8bc" providerId="LiveId" clId="{66E4333F-BBD0-4144-A2A0-3A424802926D}" dt="2025-03-01T04:07:29.509" v="288" actId="20577"/>
          <ac:spMkLst>
            <pc:docMk/>
            <pc:sldMk cId="3379618922" sldId="265"/>
            <ac:spMk id="6" creationId="{00000000-0000-0000-0000-000000000000}"/>
          </ac:spMkLst>
        </pc:spChg>
        <pc:picChg chg="add mod">
          <ac:chgData name="Wallter Kang" userId="d5c269cbe9dbe8bc" providerId="LiveId" clId="{66E4333F-BBD0-4144-A2A0-3A424802926D}" dt="2025-03-01T04:05:05.420" v="284" actId="1076"/>
          <ac:picMkLst>
            <pc:docMk/>
            <pc:sldMk cId="3379618922" sldId="265"/>
            <ac:picMk id="7" creationId="{DD45E678-1AB2-FDF1-5CDF-7AED889EF0D1}"/>
          </ac:picMkLst>
        </pc:picChg>
        <pc:cxnChg chg="mod">
          <ac:chgData name="Wallter Kang" userId="d5c269cbe9dbe8bc" providerId="LiveId" clId="{66E4333F-BBD0-4144-A2A0-3A424802926D}" dt="2025-03-01T04:05:08.589" v="285" actId="1076"/>
          <ac:cxnSpMkLst>
            <pc:docMk/>
            <pc:sldMk cId="3379618922" sldId="265"/>
            <ac:cxnSpMk id="8" creationId="{8E69CFAA-852C-C76D-ED0C-90AD1B505E48}"/>
          </ac:cxnSpMkLst>
        </pc:cxnChg>
      </pc:sldChg>
      <pc:sldChg chg="modSp mod">
        <pc:chgData name="Wallter Kang" userId="d5c269cbe9dbe8bc" providerId="LiveId" clId="{66E4333F-BBD0-4144-A2A0-3A424802926D}" dt="2025-03-01T04:39:12.235" v="392" actId="20577"/>
        <pc:sldMkLst>
          <pc:docMk/>
          <pc:sldMk cId="792079309" sldId="2040"/>
        </pc:sldMkLst>
        <pc:spChg chg="mod">
          <ac:chgData name="Wallter Kang" userId="d5c269cbe9dbe8bc" providerId="LiveId" clId="{66E4333F-BBD0-4144-A2A0-3A424802926D}" dt="2025-03-01T04:39:12.235" v="392" actId="20577"/>
          <ac:spMkLst>
            <pc:docMk/>
            <pc:sldMk cId="792079309" sldId="2040"/>
            <ac:spMk id="3" creationId="{95494BF3-5B4B-43C5-7A9F-49649EC7278E}"/>
          </ac:spMkLst>
        </pc:spChg>
      </pc:sldChg>
      <pc:sldChg chg="addSp delSp modSp mod">
        <pc:chgData name="Wallter Kang" userId="d5c269cbe9dbe8bc" providerId="LiveId" clId="{66E4333F-BBD0-4144-A2A0-3A424802926D}" dt="2025-03-01T03:58:22.275" v="261" actId="13822"/>
        <pc:sldMkLst>
          <pc:docMk/>
          <pc:sldMk cId="2845954494" sldId="2077"/>
        </pc:sldMkLst>
        <pc:spChg chg="mod">
          <ac:chgData name="Wallter Kang" userId="d5c269cbe9dbe8bc" providerId="LiveId" clId="{66E4333F-BBD0-4144-A2A0-3A424802926D}" dt="2025-03-01T03:57:42.330" v="254" actId="20577"/>
          <ac:spMkLst>
            <pc:docMk/>
            <pc:sldMk cId="2845954494" sldId="2077"/>
            <ac:spMk id="6" creationId="{00000000-0000-0000-0000-000000000000}"/>
          </ac:spMkLst>
        </pc:spChg>
        <pc:picChg chg="add mod">
          <ac:chgData name="Wallter Kang" userId="d5c269cbe9dbe8bc" providerId="LiveId" clId="{66E4333F-BBD0-4144-A2A0-3A424802926D}" dt="2025-03-01T03:58:22.275" v="261" actId="13822"/>
          <ac:picMkLst>
            <pc:docMk/>
            <pc:sldMk cId="2845954494" sldId="2077"/>
            <ac:picMk id="12" creationId="{B921A25E-1E6A-5DDD-6909-4CAAAE0F50CC}"/>
          </ac:picMkLst>
        </pc:picChg>
      </pc:sldChg>
      <pc:sldChg chg="addSp delSp modSp mod">
        <pc:chgData name="Wallter Kang" userId="d5c269cbe9dbe8bc" providerId="LiveId" clId="{66E4333F-BBD0-4144-A2A0-3A424802926D}" dt="2025-03-01T04:13:23.423" v="306" actId="20577"/>
        <pc:sldMkLst>
          <pc:docMk/>
          <pc:sldMk cId="1114382475" sldId="2078"/>
        </pc:sldMkLst>
        <pc:spChg chg="mod">
          <ac:chgData name="Wallter Kang" userId="d5c269cbe9dbe8bc" providerId="LiveId" clId="{66E4333F-BBD0-4144-A2A0-3A424802926D}" dt="2025-03-01T04:13:23.423" v="306" actId="20577"/>
          <ac:spMkLst>
            <pc:docMk/>
            <pc:sldMk cId="1114382475" sldId="2078"/>
            <ac:spMk id="11" creationId="{14BD0953-276C-4983-0F43-B5B0BA84F682}"/>
          </ac:spMkLst>
        </pc:spChg>
        <pc:picChg chg="add mod">
          <ac:chgData name="Wallter Kang" userId="d5c269cbe9dbe8bc" providerId="LiveId" clId="{66E4333F-BBD0-4144-A2A0-3A424802926D}" dt="2025-03-01T04:09:02.017" v="301" actId="1076"/>
          <ac:picMkLst>
            <pc:docMk/>
            <pc:sldMk cId="1114382475" sldId="2078"/>
            <ac:picMk id="7" creationId="{7350AE07-0C0F-343E-08A3-8DA3BADC772C}"/>
          </ac:picMkLst>
        </pc:picChg>
        <pc:cxnChg chg="mod">
          <ac:chgData name="Wallter Kang" userId="d5c269cbe9dbe8bc" providerId="LiveId" clId="{66E4333F-BBD0-4144-A2A0-3A424802926D}" dt="2025-03-01T04:09:03.815" v="302" actId="1076"/>
          <ac:cxnSpMkLst>
            <pc:docMk/>
            <pc:sldMk cId="1114382475" sldId="2078"/>
            <ac:cxnSpMk id="8" creationId="{10F2BF47-8ACD-DB45-076C-804B4061FC43}"/>
          </ac:cxnSpMkLst>
        </pc:cxnChg>
      </pc:sldChg>
      <pc:sldChg chg="addSp delSp modSp mod">
        <pc:chgData name="Wallter Kang" userId="d5c269cbe9dbe8bc" providerId="LiveId" clId="{66E4333F-BBD0-4144-A2A0-3A424802926D}" dt="2025-03-01T04:17:14.810" v="329" actId="1076"/>
        <pc:sldMkLst>
          <pc:docMk/>
          <pc:sldMk cId="702137833" sldId="2079"/>
        </pc:sldMkLst>
        <pc:spChg chg="mod">
          <ac:chgData name="Wallter Kang" userId="d5c269cbe9dbe8bc" providerId="LiveId" clId="{66E4333F-BBD0-4144-A2A0-3A424802926D}" dt="2025-03-01T04:14:19.834" v="312" actId="20577"/>
          <ac:spMkLst>
            <pc:docMk/>
            <pc:sldMk cId="702137833" sldId="2079"/>
            <ac:spMk id="6" creationId="{00000000-0000-0000-0000-000000000000}"/>
          </ac:spMkLst>
        </pc:spChg>
        <pc:spChg chg="add mod">
          <ac:chgData name="Wallter Kang" userId="d5c269cbe9dbe8bc" providerId="LiveId" clId="{66E4333F-BBD0-4144-A2A0-3A424802926D}" dt="2025-03-01T04:17:14.810" v="329" actId="1076"/>
          <ac:spMkLst>
            <pc:docMk/>
            <pc:sldMk cId="702137833" sldId="2079"/>
            <ac:spMk id="12" creationId="{12524FDA-8E3E-CD10-54F9-FEAD14F7E71F}"/>
          </ac:spMkLst>
        </pc:spChg>
        <pc:picChg chg="add mod">
          <ac:chgData name="Wallter Kang" userId="d5c269cbe9dbe8bc" providerId="LiveId" clId="{66E4333F-BBD0-4144-A2A0-3A424802926D}" dt="2025-03-01T04:16:48.377" v="315" actId="1076"/>
          <ac:picMkLst>
            <pc:docMk/>
            <pc:sldMk cId="702137833" sldId="2079"/>
            <ac:picMk id="10" creationId="{06A04797-9BBB-A0AC-E4A2-96669B2EAB24}"/>
          </ac:picMkLst>
        </pc:picChg>
        <pc:cxnChg chg="mod">
          <ac:chgData name="Wallter Kang" userId="d5c269cbe9dbe8bc" providerId="LiveId" clId="{66E4333F-BBD0-4144-A2A0-3A424802926D}" dt="2025-03-01T04:16:50.186" v="316" actId="1076"/>
          <ac:cxnSpMkLst>
            <pc:docMk/>
            <pc:sldMk cId="702137833" sldId="2079"/>
            <ac:cxnSpMk id="8" creationId="{C52A25EC-5D9A-90F6-43D8-CD3CFC965DAE}"/>
          </ac:cxnSpMkLst>
        </pc:cxnChg>
      </pc:sldChg>
      <pc:sldChg chg="addSp delSp modSp mod">
        <pc:chgData name="Wallter Kang" userId="d5c269cbe9dbe8bc" providerId="LiveId" clId="{66E4333F-BBD0-4144-A2A0-3A424802926D}" dt="2025-03-01T04:14:05.365" v="310" actId="1076"/>
        <pc:sldMkLst>
          <pc:docMk/>
          <pc:sldMk cId="3209668850" sldId="2080"/>
        </pc:sldMkLst>
      </pc:sldChg>
      <pc:sldChg chg="addSp delSp modSp mod">
        <pc:chgData name="Wallter Kang" userId="d5c269cbe9dbe8bc" providerId="LiveId" clId="{66E4333F-BBD0-4144-A2A0-3A424802926D}" dt="2025-03-01T04:28:29.332" v="355" actId="1076"/>
        <pc:sldMkLst>
          <pc:docMk/>
          <pc:sldMk cId="4094117854" sldId="2081"/>
        </pc:sldMkLst>
        <pc:spChg chg="mod">
          <ac:chgData name="Wallter Kang" userId="d5c269cbe9dbe8bc" providerId="LiveId" clId="{66E4333F-BBD0-4144-A2A0-3A424802926D}" dt="2025-03-01T04:28:29.332" v="355" actId="1076"/>
          <ac:spMkLst>
            <pc:docMk/>
            <pc:sldMk cId="4094117854" sldId="2081"/>
            <ac:spMk id="5" creationId="{47475321-65FB-232E-626B-9CBE4F45D05D}"/>
          </ac:spMkLst>
        </pc:spChg>
        <pc:spChg chg="mod">
          <ac:chgData name="Wallter Kang" userId="d5c269cbe9dbe8bc" providerId="LiveId" clId="{66E4333F-BBD0-4144-A2A0-3A424802926D}" dt="2025-03-01T04:17:41.165" v="333" actId="20577"/>
          <ac:spMkLst>
            <pc:docMk/>
            <pc:sldMk cId="4094117854" sldId="2081"/>
            <ac:spMk id="6" creationId="{00000000-0000-0000-0000-000000000000}"/>
          </ac:spMkLst>
        </pc:spChg>
        <pc:picChg chg="add mod">
          <ac:chgData name="Wallter Kang" userId="d5c269cbe9dbe8bc" providerId="LiveId" clId="{66E4333F-BBD0-4144-A2A0-3A424802926D}" dt="2025-03-01T04:18:01.352" v="336" actId="1076"/>
          <ac:picMkLst>
            <pc:docMk/>
            <pc:sldMk cId="4094117854" sldId="2081"/>
            <ac:picMk id="9" creationId="{1455D4E0-9F1F-1998-0155-58A5D62E2A40}"/>
          </ac:picMkLst>
        </pc:picChg>
        <pc:cxnChg chg="mod">
          <ac:chgData name="Wallter Kang" userId="d5c269cbe9dbe8bc" providerId="LiveId" clId="{66E4333F-BBD0-4144-A2A0-3A424802926D}" dt="2025-03-01T04:18:03.184" v="337" actId="1076"/>
          <ac:cxnSpMkLst>
            <pc:docMk/>
            <pc:sldMk cId="4094117854" sldId="2081"/>
            <ac:cxnSpMk id="8" creationId="{FB0CAA89-CA43-95CD-3268-E8376A9512CF}"/>
          </ac:cxnSpMkLst>
        </pc:cxnChg>
      </pc:sldChg>
      <pc:sldChg chg="modSp mod">
        <pc:chgData name="Wallter Kang" userId="d5c269cbe9dbe8bc" providerId="LiveId" clId="{66E4333F-BBD0-4144-A2A0-3A424802926D}" dt="2025-03-01T04:29:44.115" v="356" actId="1036"/>
        <pc:sldMkLst>
          <pc:docMk/>
          <pc:sldMk cId="1609114697" sldId="2082"/>
        </pc:sldMkLst>
        <pc:picChg chg="mod">
          <ac:chgData name="Wallter Kang" userId="d5c269cbe9dbe8bc" providerId="LiveId" clId="{66E4333F-BBD0-4144-A2A0-3A424802926D}" dt="2025-03-01T04:29:44.115" v="356" actId="1036"/>
          <ac:picMkLst>
            <pc:docMk/>
            <pc:sldMk cId="1609114697" sldId="2082"/>
            <ac:picMk id="8" creationId="{B296EAA2-DE42-F9E9-9F7A-F7C3271F9B01}"/>
          </ac:picMkLst>
        </pc:picChg>
      </pc:sldChg>
      <pc:sldChg chg="addSp delSp modSp mod">
        <pc:chgData name="Wallter Kang" userId="d5c269cbe9dbe8bc" providerId="LiveId" clId="{66E4333F-BBD0-4144-A2A0-3A424802926D}" dt="2025-03-01T04:31:32.445" v="373" actId="1076"/>
        <pc:sldMkLst>
          <pc:docMk/>
          <pc:sldMk cId="2367829273" sldId="2083"/>
        </pc:sldMkLst>
        <pc:spChg chg="mod">
          <ac:chgData name="Wallter Kang" userId="d5c269cbe9dbe8bc" providerId="LiveId" clId="{66E4333F-BBD0-4144-A2A0-3A424802926D}" dt="2025-03-01T04:30:00.830" v="358" actId="20577"/>
          <ac:spMkLst>
            <pc:docMk/>
            <pc:sldMk cId="2367829273" sldId="2083"/>
            <ac:spMk id="6" creationId="{00000000-0000-0000-0000-000000000000}"/>
          </ac:spMkLst>
        </pc:spChg>
        <pc:spChg chg="add mod">
          <ac:chgData name="Wallter Kang" userId="d5c269cbe9dbe8bc" providerId="LiveId" clId="{66E4333F-BBD0-4144-A2A0-3A424802926D}" dt="2025-03-01T04:31:32.445" v="373" actId="1076"/>
          <ac:spMkLst>
            <pc:docMk/>
            <pc:sldMk cId="2367829273" sldId="2083"/>
            <ac:spMk id="12" creationId="{8BF33EED-866C-48EE-4EE0-DD244D801907}"/>
          </ac:spMkLst>
        </pc:spChg>
        <pc:picChg chg="add mod">
          <ac:chgData name="Wallter Kang" userId="d5c269cbe9dbe8bc" providerId="LiveId" clId="{66E4333F-BBD0-4144-A2A0-3A424802926D}" dt="2025-03-01T04:31:19.771" v="365" actId="1076"/>
          <ac:picMkLst>
            <pc:docMk/>
            <pc:sldMk cId="2367829273" sldId="2083"/>
            <ac:picMk id="10" creationId="{21237C4B-BD3F-7CD2-7D71-F094916346FB}"/>
          </ac:picMkLst>
        </pc:picChg>
      </pc:sldChg>
      <pc:sldChg chg="addSp delSp modSp mod">
        <pc:chgData name="Wallter Kang" userId="d5c269cbe9dbe8bc" providerId="LiveId" clId="{66E4333F-BBD0-4144-A2A0-3A424802926D}" dt="2025-03-01T04:38:32.412" v="383" actId="404"/>
        <pc:sldMkLst>
          <pc:docMk/>
          <pc:sldMk cId="2749008203" sldId="2084"/>
        </pc:sldMkLst>
        <pc:spChg chg="mod">
          <ac:chgData name="Wallter Kang" userId="d5c269cbe9dbe8bc" providerId="LiveId" clId="{66E4333F-BBD0-4144-A2A0-3A424802926D}" dt="2025-03-01T04:31:41.557" v="374" actId="20577"/>
          <ac:spMkLst>
            <pc:docMk/>
            <pc:sldMk cId="2749008203" sldId="2084"/>
            <ac:spMk id="6" creationId="{00000000-0000-0000-0000-000000000000}"/>
          </ac:spMkLst>
        </pc:spChg>
        <pc:picChg chg="add mod">
          <ac:chgData name="Wallter Kang" userId="d5c269cbe9dbe8bc" providerId="LiveId" clId="{66E4333F-BBD0-4144-A2A0-3A424802926D}" dt="2025-03-01T04:32:01.995" v="377" actId="1076"/>
          <ac:picMkLst>
            <pc:docMk/>
            <pc:sldMk cId="2749008203" sldId="2084"/>
            <ac:picMk id="9" creationId="{47F8524F-2C2B-1679-6316-0AB6108A945B}"/>
          </ac:picMkLst>
        </pc:picChg>
      </pc:sldChg>
      <pc:sldChg chg="modSp mod">
        <pc:chgData name="Wallter Kang" userId="d5c269cbe9dbe8bc" providerId="LiveId" clId="{66E4333F-BBD0-4144-A2A0-3A424802926D}" dt="2025-03-01T04:39:02.527" v="387" actId="1076"/>
        <pc:sldMkLst>
          <pc:docMk/>
          <pc:sldMk cId="1706128946" sldId="2085"/>
        </pc:sldMkLst>
        <pc:spChg chg="mod">
          <ac:chgData name="Wallter Kang" userId="d5c269cbe9dbe8bc" providerId="LiveId" clId="{66E4333F-BBD0-4144-A2A0-3A424802926D}" dt="2025-03-01T04:38:41.481" v="385" actId="20577"/>
          <ac:spMkLst>
            <pc:docMk/>
            <pc:sldMk cId="1706128946" sldId="2085"/>
            <ac:spMk id="6" creationId="{00000000-0000-0000-0000-000000000000}"/>
          </ac:spMkLst>
        </pc:spChg>
        <pc:picChg chg="mod">
          <ac:chgData name="Wallter Kang" userId="d5c269cbe9dbe8bc" providerId="LiveId" clId="{66E4333F-BBD0-4144-A2A0-3A424802926D}" dt="2025-03-01T04:39:02.527" v="387" actId="1076"/>
          <ac:picMkLst>
            <pc:docMk/>
            <pc:sldMk cId="1706128946" sldId="2085"/>
            <ac:picMk id="8" creationId="{025F0C3C-1BC2-DFB4-CF17-F2AAE520127B}"/>
          </ac:picMkLst>
        </pc:picChg>
      </pc:sldChg>
      <pc:sldChg chg="del">
        <pc:chgData name="Wallter Kang" userId="d5c269cbe9dbe8bc" providerId="LiveId" clId="{66E4333F-BBD0-4144-A2A0-3A424802926D}" dt="2025-03-01T05:41:12.122" v="741" actId="47"/>
        <pc:sldMkLst>
          <pc:docMk/>
          <pc:sldMk cId="1919111042" sldId="2087"/>
        </pc:sldMkLst>
      </pc:sldChg>
      <pc:sldChg chg="del ord">
        <pc:chgData name="Wallter Kang" userId="d5c269cbe9dbe8bc" providerId="LiveId" clId="{66E4333F-BBD0-4144-A2A0-3A424802926D}" dt="2025-03-01T05:41:15.960" v="742" actId="47"/>
        <pc:sldMkLst>
          <pc:docMk/>
          <pc:sldMk cId="2981771443" sldId="2088"/>
        </pc:sldMkLst>
      </pc:sldChg>
      <pc:sldChg chg="modSp mod">
        <pc:chgData name="Wallter Kang" userId="d5c269cbe9dbe8bc" providerId="LiveId" clId="{66E4333F-BBD0-4144-A2A0-3A424802926D}" dt="2025-03-01T05:41:06.571" v="740" actId="27636"/>
        <pc:sldMkLst>
          <pc:docMk/>
          <pc:sldMk cId="360044480" sldId="2090"/>
        </pc:sldMkLst>
        <pc:spChg chg="mod">
          <ac:chgData name="Wallter Kang" userId="d5c269cbe9dbe8bc" providerId="LiveId" clId="{66E4333F-BBD0-4144-A2A0-3A424802926D}" dt="2025-03-01T05:41:06.571" v="740" actId="27636"/>
          <ac:spMkLst>
            <pc:docMk/>
            <pc:sldMk cId="360044480" sldId="2090"/>
            <ac:spMk id="3" creationId="{95494BF3-5B4B-43C5-7A9F-49649EC7278E}"/>
          </ac:spMkLst>
        </pc:spChg>
      </pc:sldChg>
      <pc:sldChg chg="addSp delSp modSp mod">
        <pc:chgData name="Wallter Kang" userId="d5c269cbe9dbe8bc" providerId="LiveId" clId="{66E4333F-BBD0-4144-A2A0-3A424802926D}" dt="2025-03-01T04:41:15.384" v="417" actId="403"/>
        <pc:sldMkLst>
          <pc:docMk/>
          <pc:sldMk cId="1074895284" sldId="2093"/>
        </pc:sldMkLst>
        <pc:spChg chg="mod">
          <ac:chgData name="Wallter Kang" userId="d5c269cbe9dbe8bc" providerId="LiveId" clId="{66E4333F-BBD0-4144-A2A0-3A424802926D}" dt="2025-03-01T04:39:49.825" v="405" actId="20577"/>
          <ac:spMkLst>
            <pc:docMk/>
            <pc:sldMk cId="1074895284" sldId="2093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4:41:15.384" v="417" actId="403"/>
          <ac:spMkLst>
            <pc:docMk/>
            <pc:sldMk cId="1074895284" sldId="2093"/>
            <ac:spMk id="11" creationId="{34AE655A-0EBC-5267-A6A2-95BE9154DAE6}"/>
          </ac:spMkLst>
        </pc:spChg>
        <pc:picChg chg="add mod">
          <ac:chgData name="Wallter Kang" userId="d5c269cbe9dbe8bc" providerId="LiveId" clId="{66E4333F-BBD0-4144-A2A0-3A424802926D}" dt="2025-03-01T04:40:07.728" v="408" actId="1076"/>
          <ac:picMkLst>
            <pc:docMk/>
            <pc:sldMk cId="1074895284" sldId="2093"/>
            <ac:picMk id="7" creationId="{BCEFEE89-C183-9633-2FCC-4AEC880565B8}"/>
          </ac:picMkLst>
        </pc:picChg>
      </pc:sldChg>
      <pc:sldChg chg="modSp mod">
        <pc:chgData name="Wallter Kang" userId="d5c269cbe9dbe8bc" providerId="LiveId" clId="{66E4333F-BBD0-4144-A2A0-3A424802926D}" dt="2025-03-01T04:41:26.369" v="421"/>
        <pc:sldMkLst>
          <pc:docMk/>
          <pc:sldMk cId="934262547" sldId="2095"/>
        </pc:sldMkLst>
        <pc:spChg chg="mod">
          <ac:chgData name="Wallter Kang" userId="d5c269cbe9dbe8bc" providerId="LiveId" clId="{66E4333F-BBD0-4144-A2A0-3A424802926D}" dt="2025-03-01T04:41:26.369" v="421"/>
          <ac:spMkLst>
            <pc:docMk/>
            <pc:sldMk cId="934262547" sldId="2095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4:41:22.062" v="420" actId="20577"/>
          <ac:spMkLst>
            <pc:docMk/>
            <pc:sldMk cId="934262547" sldId="2095"/>
            <ac:spMk id="568" creationId="{00000000-0000-0000-0000-000000000000}"/>
          </ac:spMkLst>
        </pc:spChg>
      </pc:sldChg>
      <pc:sldChg chg="modSp mod">
        <pc:chgData name="Wallter Kang" userId="d5c269cbe9dbe8bc" providerId="LiveId" clId="{66E4333F-BBD0-4144-A2A0-3A424802926D}" dt="2025-03-01T04:42:12.470" v="423" actId="20577"/>
        <pc:sldMkLst>
          <pc:docMk/>
          <pc:sldMk cId="3803995639" sldId="2098"/>
        </pc:sldMkLst>
        <pc:spChg chg="mod">
          <ac:chgData name="Wallter Kang" userId="d5c269cbe9dbe8bc" providerId="LiveId" clId="{66E4333F-BBD0-4144-A2A0-3A424802926D}" dt="2025-03-01T04:42:12.470" v="423" actId="20577"/>
          <ac:spMkLst>
            <pc:docMk/>
            <pc:sldMk cId="3803995639" sldId="2098"/>
            <ac:spMk id="6" creationId="{00000000-0000-0000-0000-000000000000}"/>
          </ac:spMkLst>
        </pc:spChg>
      </pc:sldChg>
      <pc:sldChg chg="addSp delSp modSp mod">
        <pc:chgData name="Wallter Kang" userId="d5c269cbe9dbe8bc" providerId="LiveId" clId="{66E4333F-BBD0-4144-A2A0-3A424802926D}" dt="2025-03-01T04:45:48.652" v="447" actId="13822"/>
        <pc:sldMkLst>
          <pc:docMk/>
          <pc:sldMk cId="1775430441" sldId="2099"/>
        </pc:sldMkLst>
        <pc:spChg chg="mod">
          <ac:chgData name="Wallter Kang" userId="d5c269cbe9dbe8bc" providerId="LiveId" clId="{66E4333F-BBD0-4144-A2A0-3A424802926D}" dt="2025-03-01T04:45:29.206" v="440" actId="20577"/>
          <ac:spMkLst>
            <pc:docMk/>
            <pc:sldMk cId="1775430441" sldId="2099"/>
            <ac:spMk id="6" creationId="{00000000-0000-0000-0000-000000000000}"/>
          </ac:spMkLst>
        </pc:spChg>
        <pc:spChg chg="add mod">
          <ac:chgData name="Wallter Kang" userId="d5c269cbe9dbe8bc" providerId="LiveId" clId="{66E4333F-BBD0-4144-A2A0-3A424802926D}" dt="2025-03-01T04:45:48.652" v="447" actId="13822"/>
          <ac:spMkLst>
            <pc:docMk/>
            <pc:sldMk cId="1775430441" sldId="2099"/>
            <ac:spMk id="12" creationId="{8535FA37-26F2-AB45-9EED-224493033373}"/>
          </ac:spMkLst>
        </pc:spChg>
        <pc:picChg chg="add mod">
          <ac:chgData name="Wallter Kang" userId="d5c269cbe9dbe8bc" providerId="LiveId" clId="{66E4333F-BBD0-4144-A2A0-3A424802926D}" dt="2025-03-01T04:43:30.287" v="426" actId="1076"/>
          <ac:picMkLst>
            <pc:docMk/>
            <pc:sldMk cId="1775430441" sldId="2099"/>
            <ac:picMk id="9" creationId="{24559972-7ADD-0BEC-BB70-6FD420F2FBC1}"/>
          </ac:picMkLst>
        </pc:picChg>
      </pc:sldChg>
      <pc:sldChg chg="addSp delSp modSp mod">
        <pc:chgData name="Wallter Kang" userId="d5c269cbe9dbe8bc" providerId="LiveId" clId="{66E4333F-BBD0-4144-A2A0-3A424802926D}" dt="2025-03-01T04:47:17.409" v="453"/>
        <pc:sldMkLst>
          <pc:docMk/>
          <pc:sldMk cId="2972411440" sldId="2100"/>
        </pc:sldMkLst>
      </pc:sldChg>
      <pc:sldChg chg="modSp mod">
        <pc:chgData name="Wallter Kang" userId="d5c269cbe9dbe8bc" providerId="LiveId" clId="{66E4333F-BBD0-4144-A2A0-3A424802926D}" dt="2025-03-01T04:51:52.016" v="473" actId="1076"/>
        <pc:sldMkLst>
          <pc:docMk/>
          <pc:sldMk cId="2745787703" sldId="2103"/>
        </pc:sldMkLst>
        <pc:spChg chg="mod">
          <ac:chgData name="Wallter Kang" userId="d5c269cbe9dbe8bc" providerId="LiveId" clId="{66E4333F-BBD0-4144-A2A0-3A424802926D}" dt="2025-03-01T04:51:32.644" v="470" actId="1076"/>
          <ac:spMkLst>
            <pc:docMk/>
            <pc:sldMk cId="2745787703" sldId="2103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4:51:52.016" v="473" actId="1076"/>
          <ac:spMkLst>
            <pc:docMk/>
            <pc:sldMk cId="2745787703" sldId="2103"/>
            <ac:spMk id="11" creationId="{2EFEA600-1314-D6BF-C075-346B5079161B}"/>
          </ac:spMkLst>
        </pc:spChg>
      </pc:sldChg>
      <pc:sldChg chg="addSp delSp mod">
        <pc:chgData name="Wallter Kang" userId="d5c269cbe9dbe8bc" providerId="LiveId" clId="{66E4333F-BBD0-4144-A2A0-3A424802926D}" dt="2025-03-01T05:40:20.429" v="725" actId="22"/>
        <pc:sldMkLst>
          <pc:docMk/>
          <pc:sldMk cId="1074839089" sldId="2105"/>
        </pc:sldMkLst>
      </pc:sldChg>
      <pc:sldChg chg="addSp delSp modSp mod">
        <pc:chgData name="Wallter Kang" userId="d5c269cbe9dbe8bc" providerId="LiveId" clId="{66E4333F-BBD0-4144-A2A0-3A424802926D}" dt="2025-03-01T05:21:06.558" v="521" actId="1076"/>
        <pc:sldMkLst>
          <pc:docMk/>
          <pc:sldMk cId="2587614337" sldId="2108"/>
        </pc:sldMkLst>
        <pc:spChg chg="mod">
          <ac:chgData name="Wallter Kang" userId="d5c269cbe9dbe8bc" providerId="LiveId" clId="{66E4333F-BBD0-4144-A2A0-3A424802926D}" dt="2025-03-01T05:12:46.634" v="504" actId="20577"/>
          <ac:spMkLst>
            <pc:docMk/>
            <pc:sldMk cId="2587614337" sldId="2108"/>
            <ac:spMk id="6" creationId="{00000000-0000-0000-0000-000000000000}"/>
          </ac:spMkLst>
        </pc:spChg>
        <pc:spChg chg="add mod">
          <ac:chgData name="Wallter Kang" userId="d5c269cbe9dbe8bc" providerId="LiveId" clId="{66E4333F-BBD0-4144-A2A0-3A424802926D}" dt="2025-03-01T05:21:06.558" v="521" actId="1076"/>
          <ac:spMkLst>
            <pc:docMk/>
            <pc:sldMk cId="2587614337" sldId="2108"/>
            <ac:spMk id="12" creationId="{DAFFD9FF-2B9A-921E-3944-8FAD34F296C0}"/>
          </ac:spMkLst>
        </pc:spChg>
        <pc:picChg chg="add mod">
          <ac:chgData name="Wallter Kang" userId="d5c269cbe9dbe8bc" providerId="LiveId" clId="{66E4333F-BBD0-4144-A2A0-3A424802926D}" dt="2025-03-01T05:20:51.334" v="511" actId="1076"/>
          <ac:picMkLst>
            <pc:docMk/>
            <pc:sldMk cId="2587614337" sldId="2108"/>
            <ac:picMk id="8" creationId="{580CC673-1A8C-F208-4329-4A366BA533FE}"/>
          </ac:picMkLst>
        </pc:picChg>
      </pc:sldChg>
      <pc:sldChg chg="addSp delSp modSp mod">
        <pc:chgData name="Wallter Kang" userId="d5c269cbe9dbe8bc" providerId="LiveId" clId="{66E4333F-BBD0-4144-A2A0-3A424802926D}" dt="2025-03-01T05:26:01.366" v="641" actId="1076"/>
        <pc:sldMkLst>
          <pc:docMk/>
          <pc:sldMk cId="3059627413" sldId="2109"/>
        </pc:sldMkLst>
      </pc:sldChg>
      <pc:sldChg chg="addSp delSp modSp mod">
        <pc:chgData name="Wallter Kang" userId="d5c269cbe9dbe8bc" providerId="LiveId" clId="{66E4333F-BBD0-4144-A2A0-3A424802926D}" dt="2025-03-01T05:41:56.925" v="743" actId="14100"/>
        <pc:sldMkLst>
          <pc:docMk/>
          <pc:sldMk cId="1559823548" sldId="2110"/>
        </pc:sldMkLst>
      </pc:sldChg>
      <pc:sldChg chg="modSp del mod">
        <pc:chgData name="Wallter Kang" userId="d5c269cbe9dbe8bc" providerId="LiveId" clId="{66E4333F-BBD0-4144-A2A0-3A424802926D}" dt="2025-03-01T05:42:24.285" v="744" actId="47"/>
        <pc:sldMkLst>
          <pc:docMk/>
          <pc:sldMk cId="1645603364" sldId="2111"/>
        </pc:sldMkLst>
      </pc:sldChg>
      <pc:sldChg chg="del">
        <pc:chgData name="Wallter Kang" userId="d5c269cbe9dbe8bc" providerId="LiveId" clId="{66E4333F-BBD0-4144-A2A0-3A424802926D}" dt="2025-03-01T05:42:24.285" v="744" actId="47"/>
        <pc:sldMkLst>
          <pc:docMk/>
          <pc:sldMk cId="1072241420" sldId="2112"/>
        </pc:sldMkLst>
      </pc:sldChg>
      <pc:sldChg chg="del">
        <pc:chgData name="Wallter Kang" userId="d5c269cbe9dbe8bc" providerId="LiveId" clId="{66E4333F-BBD0-4144-A2A0-3A424802926D}" dt="2025-03-01T05:42:24.285" v="744" actId="47"/>
        <pc:sldMkLst>
          <pc:docMk/>
          <pc:sldMk cId="1203485903" sldId="2113"/>
        </pc:sldMkLst>
      </pc:sldChg>
      <pc:sldChg chg="del">
        <pc:chgData name="Wallter Kang" userId="d5c269cbe9dbe8bc" providerId="LiveId" clId="{66E4333F-BBD0-4144-A2A0-3A424802926D}" dt="2025-03-01T05:42:24.285" v="744" actId="47"/>
        <pc:sldMkLst>
          <pc:docMk/>
          <pc:sldMk cId="2793364210" sldId="2114"/>
        </pc:sldMkLst>
      </pc:sldChg>
      <pc:sldChg chg="addSp delSp modSp mod">
        <pc:chgData name="Wallter Kang" userId="d5c269cbe9dbe8bc" providerId="LiveId" clId="{66E4333F-BBD0-4144-A2A0-3A424802926D}" dt="2025-03-01T07:43:26.782" v="753" actId="1076"/>
        <pc:sldMkLst>
          <pc:docMk/>
          <pc:sldMk cId="86775428" sldId="2116"/>
        </pc:sldMkLst>
        <pc:spChg chg="mod">
          <ac:chgData name="Wallter Kang" userId="d5c269cbe9dbe8bc" providerId="LiveId" clId="{66E4333F-BBD0-4144-A2A0-3A424802926D}" dt="2025-03-01T07:40:44.689" v="749" actId="20577"/>
          <ac:spMkLst>
            <pc:docMk/>
            <pc:sldMk cId="86775428" sldId="2116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7:43:04.182" v="750" actId="20577"/>
          <ac:spMkLst>
            <pc:docMk/>
            <pc:sldMk cId="86775428" sldId="2116"/>
            <ac:spMk id="11" creationId="{F34A68C0-034B-408A-DD38-40BD54B8FD64}"/>
          </ac:spMkLst>
        </pc:spChg>
      </pc:sldChg>
      <pc:sldChg chg="addSp delSp modSp mod">
        <pc:chgData name="Wallter Kang" userId="d5c269cbe9dbe8bc" providerId="LiveId" clId="{66E4333F-BBD0-4144-A2A0-3A424802926D}" dt="2025-03-01T07:51:16.762" v="768" actId="1076"/>
        <pc:sldMkLst>
          <pc:docMk/>
          <pc:sldMk cId="3629454166" sldId="2117"/>
        </pc:sldMkLst>
        <pc:spChg chg="mod">
          <ac:chgData name="Wallter Kang" userId="d5c269cbe9dbe8bc" providerId="LiveId" clId="{66E4333F-BBD0-4144-A2A0-3A424802926D}" dt="2025-03-01T07:46:50.231" v="765" actId="20577"/>
          <ac:spMkLst>
            <pc:docMk/>
            <pc:sldMk cId="3629454166" sldId="2117"/>
            <ac:spMk id="6" creationId="{00000000-0000-0000-0000-000000000000}"/>
          </ac:spMkLst>
        </pc:spChg>
        <pc:picChg chg="add mod">
          <ac:chgData name="Wallter Kang" userId="d5c269cbe9dbe8bc" providerId="LiveId" clId="{66E4333F-BBD0-4144-A2A0-3A424802926D}" dt="2025-03-01T07:46:46.888" v="764" actId="1076"/>
          <ac:picMkLst>
            <pc:docMk/>
            <pc:sldMk cId="3629454166" sldId="2117"/>
            <ac:picMk id="8" creationId="{0742D75C-7F5F-80C8-F6AD-ABDE9E48E5BF}"/>
          </ac:picMkLst>
        </pc:picChg>
      </pc:sldChg>
      <pc:sldChg chg="addSp delSp modSp mod">
        <pc:chgData name="Wallter Kang" userId="d5c269cbe9dbe8bc" providerId="LiveId" clId="{66E4333F-BBD0-4144-A2A0-3A424802926D}" dt="2025-03-01T07:53:49.311" v="778" actId="20577"/>
        <pc:sldMkLst>
          <pc:docMk/>
          <pc:sldMk cId="3429964446" sldId="2119"/>
        </pc:sldMkLst>
        <pc:spChg chg="mod">
          <ac:chgData name="Wallter Kang" userId="d5c269cbe9dbe8bc" providerId="LiveId" clId="{66E4333F-BBD0-4144-A2A0-3A424802926D}" dt="2025-03-01T07:53:49.311" v="778" actId="20577"/>
          <ac:spMkLst>
            <pc:docMk/>
            <pc:sldMk cId="3429964446" sldId="2119"/>
            <ac:spMk id="11" creationId="{E09A69E5-0FBD-C019-0DE9-C165B8448EE8}"/>
          </ac:spMkLst>
        </pc:spChg>
        <pc:picChg chg="add mod">
          <ac:chgData name="Wallter Kang" userId="d5c269cbe9dbe8bc" providerId="LiveId" clId="{66E4333F-BBD0-4144-A2A0-3A424802926D}" dt="2025-03-01T07:53:05.810" v="776" actId="1076"/>
          <ac:picMkLst>
            <pc:docMk/>
            <pc:sldMk cId="3429964446" sldId="2119"/>
            <ac:picMk id="8" creationId="{FC2AA8D8-2717-BFFF-D4E0-2F8CAE0FACDA}"/>
          </ac:picMkLst>
        </pc:picChg>
      </pc:sldChg>
      <pc:sldChg chg="addSp delSp modSp mod">
        <pc:chgData name="Wallter Kang" userId="d5c269cbe9dbe8bc" providerId="LiveId" clId="{66E4333F-BBD0-4144-A2A0-3A424802926D}" dt="2025-03-01T08:17:40.960" v="845" actId="1076"/>
        <pc:sldMkLst>
          <pc:docMk/>
          <pc:sldMk cId="1113890176" sldId="2124"/>
        </pc:sldMkLst>
        <pc:spChg chg="mod">
          <ac:chgData name="Wallter Kang" userId="d5c269cbe9dbe8bc" providerId="LiveId" clId="{66E4333F-BBD0-4144-A2A0-3A424802926D}" dt="2025-03-01T08:01:55.286" v="823" actId="20577"/>
          <ac:spMkLst>
            <pc:docMk/>
            <pc:sldMk cId="1113890176" sldId="2124"/>
            <ac:spMk id="6" creationId="{00000000-0000-0000-0000-000000000000}"/>
          </ac:spMkLst>
        </pc:spChg>
        <pc:spChg chg="mod">
          <ac:chgData name="Wallter Kang" userId="d5c269cbe9dbe8bc" providerId="LiveId" clId="{66E4333F-BBD0-4144-A2A0-3A424802926D}" dt="2025-03-01T08:17:22.687" v="840" actId="1076"/>
          <ac:spMkLst>
            <pc:docMk/>
            <pc:sldMk cId="1113890176" sldId="2124"/>
            <ac:spMk id="7" creationId="{F8C0A160-FC9A-F776-B27A-AA79149DA9C0}"/>
          </ac:spMkLst>
        </pc:spChg>
        <pc:spChg chg="add mod">
          <ac:chgData name="Wallter Kang" userId="d5c269cbe9dbe8bc" providerId="LiveId" clId="{66E4333F-BBD0-4144-A2A0-3A424802926D}" dt="2025-03-01T08:17:40.960" v="845" actId="1076"/>
          <ac:spMkLst>
            <pc:docMk/>
            <pc:sldMk cId="1113890176" sldId="2124"/>
            <ac:spMk id="12" creationId="{2E8AECEA-A5CB-E94D-6FF5-7377155A3AD6}"/>
          </ac:spMkLst>
        </pc:spChg>
        <pc:picChg chg="add mod">
          <ac:chgData name="Wallter Kang" userId="d5c269cbe9dbe8bc" providerId="LiveId" clId="{66E4333F-BBD0-4144-A2A0-3A424802926D}" dt="2025-03-01T08:17:26.310" v="841" actId="1076"/>
          <ac:picMkLst>
            <pc:docMk/>
            <pc:sldMk cId="1113890176" sldId="2124"/>
            <ac:picMk id="9" creationId="{A4DB281E-3B0F-095A-57AA-E0900FEC3710}"/>
          </ac:picMkLst>
        </pc:picChg>
        <pc:picChg chg="mod">
          <ac:chgData name="Wallter Kang" userId="d5c269cbe9dbe8bc" providerId="LiveId" clId="{66E4333F-BBD0-4144-A2A0-3A424802926D}" dt="2025-03-01T08:00:28.728" v="786" actId="1076"/>
          <ac:picMkLst>
            <pc:docMk/>
            <pc:sldMk cId="1113890176" sldId="2124"/>
            <ac:picMk id="10" creationId="{0DC6FA59-AC93-3629-8B5B-288D4EA5C9FB}"/>
          </ac:picMkLst>
        </pc:picChg>
      </pc:sldChg>
      <pc:sldChg chg="addSp delSp modSp mod">
        <pc:chgData name="Wallter Kang" userId="d5c269cbe9dbe8bc" providerId="LiveId" clId="{66E4333F-BBD0-4144-A2A0-3A424802926D}" dt="2025-03-01T08:25:13.457" v="938" actId="948"/>
        <pc:sldMkLst>
          <pc:docMk/>
          <pc:sldMk cId="3015691746" sldId="2127"/>
        </pc:sldMkLst>
        <pc:spChg chg="mod">
          <ac:chgData name="Wallter Kang" userId="d5c269cbe9dbe8bc" providerId="LiveId" clId="{66E4333F-BBD0-4144-A2A0-3A424802926D}" dt="2025-03-01T08:21:36.354" v="871" actId="1076"/>
          <ac:spMkLst>
            <pc:docMk/>
            <pc:sldMk cId="3015691746" sldId="2127"/>
            <ac:spMk id="6" creationId="{00000000-0000-0000-0000-000000000000}"/>
          </ac:spMkLst>
        </pc:spChg>
        <pc:spChg chg="add mod">
          <ac:chgData name="Wallter Kang" userId="d5c269cbe9dbe8bc" providerId="LiveId" clId="{66E4333F-BBD0-4144-A2A0-3A424802926D}" dt="2025-03-01T08:25:13.457" v="938" actId="948"/>
          <ac:spMkLst>
            <pc:docMk/>
            <pc:sldMk cId="3015691746" sldId="2127"/>
            <ac:spMk id="9" creationId="{4D955F17-0431-2447-C544-9E2B16FFD048}"/>
          </ac:spMkLst>
        </pc:spChg>
        <pc:spChg chg="add mod">
          <ac:chgData name="Wallter Kang" userId="d5c269cbe9dbe8bc" providerId="LiveId" clId="{66E4333F-BBD0-4144-A2A0-3A424802926D}" dt="2025-03-01T08:24:10.042" v="927" actId="20577"/>
          <ac:spMkLst>
            <pc:docMk/>
            <pc:sldMk cId="3015691746" sldId="2127"/>
            <ac:spMk id="12" creationId="{DD714EDB-0A56-1FE8-25D3-A2FE6967BCB2}"/>
          </ac:spMkLst>
        </pc:spChg>
      </pc:sldChg>
      <pc:sldChg chg="addSp delSp modSp mod">
        <pc:chgData name="Wallter Kang" userId="d5c269cbe9dbe8bc" providerId="LiveId" clId="{66E4333F-BBD0-4144-A2A0-3A424802926D}" dt="2025-03-01T04:53:07.710" v="479" actId="1076"/>
        <pc:sldMkLst>
          <pc:docMk/>
          <pc:sldMk cId="2146907219" sldId="2129"/>
        </pc:sldMkLst>
        <pc:picChg chg="add mod">
          <ac:chgData name="Wallter Kang" userId="d5c269cbe9dbe8bc" providerId="LiveId" clId="{66E4333F-BBD0-4144-A2A0-3A424802926D}" dt="2025-03-01T04:52:20.843" v="476" actId="1076"/>
          <ac:picMkLst>
            <pc:docMk/>
            <pc:sldMk cId="2146907219" sldId="2129"/>
            <ac:picMk id="9" creationId="{DE271EFF-FC40-6655-3589-5F1593A39B47}"/>
          </ac:picMkLst>
        </pc:picChg>
        <pc:picChg chg="add mod">
          <ac:chgData name="Wallter Kang" userId="d5c269cbe9dbe8bc" providerId="LiveId" clId="{66E4333F-BBD0-4144-A2A0-3A424802926D}" dt="2025-03-01T04:53:07.710" v="479" actId="1076"/>
          <ac:picMkLst>
            <pc:docMk/>
            <pc:sldMk cId="2146907219" sldId="2129"/>
            <ac:picMk id="12" creationId="{D91F7F70-D6DF-9453-E05D-2E52FCE91A32}"/>
          </ac:picMkLst>
        </pc:picChg>
      </pc:sldChg>
      <pc:sldChg chg="addSp delSp modSp mod">
        <pc:chgData name="Wallter Kang" userId="d5c269cbe9dbe8bc" providerId="LiveId" clId="{66E4333F-BBD0-4144-A2A0-3A424802926D}" dt="2025-03-01T04:53:40.382" v="484" actId="1076"/>
        <pc:sldMkLst>
          <pc:docMk/>
          <pc:sldMk cId="536997798" sldId="2130"/>
        </pc:sldMkLst>
        <pc:picChg chg="add mod">
          <ac:chgData name="Wallter Kang" userId="d5c269cbe9dbe8bc" providerId="LiveId" clId="{66E4333F-BBD0-4144-A2A0-3A424802926D}" dt="2025-03-01T04:53:40.382" v="484" actId="1076"/>
          <ac:picMkLst>
            <pc:docMk/>
            <pc:sldMk cId="536997798" sldId="2130"/>
            <ac:picMk id="7" creationId="{364BC710-12AF-F98F-DF49-11E8BFC8D0B1}"/>
          </ac:picMkLst>
        </pc:picChg>
      </pc:sldChg>
      <pc:sldChg chg="modSp mod">
        <pc:chgData name="Wallter Kang" userId="d5c269cbe9dbe8bc" providerId="LiveId" clId="{66E4333F-BBD0-4144-A2A0-3A424802926D}" dt="2025-03-01T05:02:26.951" v="493" actId="1076"/>
        <pc:sldMkLst>
          <pc:docMk/>
          <pc:sldMk cId="1219020184" sldId="2132"/>
        </pc:sldMkLst>
        <pc:spChg chg="mod">
          <ac:chgData name="Wallter Kang" userId="d5c269cbe9dbe8bc" providerId="LiveId" clId="{66E4333F-BBD0-4144-A2A0-3A424802926D}" dt="2025-03-01T05:02:26.951" v="493" actId="1076"/>
          <ac:spMkLst>
            <pc:docMk/>
            <pc:sldMk cId="1219020184" sldId="2132"/>
            <ac:spMk id="11" creationId="{3555BA05-03A4-2D53-68F2-45ADE37D6296}"/>
          </ac:spMkLst>
        </pc:spChg>
      </pc:sldChg>
      <pc:sldChg chg="addSp delSp modSp mod">
        <pc:chgData name="Wallter Kang" userId="d5c269cbe9dbe8bc" providerId="LiveId" clId="{66E4333F-BBD0-4144-A2A0-3A424802926D}" dt="2025-03-01T05:24:27.745" v="633" actId="1076"/>
        <pc:sldMkLst>
          <pc:docMk/>
          <pc:sldMk cId="2545091534" sldId="2133"/>
        </pc:sldMkLst>
      </pc:sldChg>
      <pc:sldChg chg="modSp mod">
        <pc:chgData name="Wallter Kang" userId="d5c269cbe9dbe8bc" providerId="LiveId" clId="{66E4333F-BBD0-4144-A2A0-3A424802926D}" dt="2025-03-01T05:38:23.495" v="713" actId="20577"/>
        <pc:sldMkLst>
          <pc:docMk/>
          <pc:sldMk cId="1849517521" sldId="2134"/>
        </pc:sldMkLst>
        <pc:spChg chg="mod">
          <ac:chgData name="Wallter Kang" userId="d5c269cbe9dbe8bc" providerId="LiveId" clId="{66E4333F-BBD0-4144-A2A0-3A424802926D}" dt="2025-03-01T05:38:23.495" v="713" actId="20577"/>
          <ac:spMkLst>
            <pc:docMk/>
            <pc:sldMk cId="1849517521" sldId="2134"/>
            <ac:spMk id="568" creationId="{00000000-0000-0000-0000-000000000000}"/>
          </ac:spMkLst>
        </pc:spChg>
      </pc:sldChg>
      <pc:sldChg chg="addSp delSp modSp mod">
        <pc:chgData name="Wallter Kang" userId="d5c269cbe9dbe8bc" providerId="LiveId" clId="{66E4333F-BBD0-4144-A2A0-3A424802926D}" dt="2025-03-01T07:52:18.522" v="772" actId="1076"/>
        <pc:sldMkLst>
          <pc:docMk/>
          <pc:sldMk cId="615733378" sldId="2135"/>
        </pc:sldMkLst>
      </pc:sldChg>
      <pc:sldChg chg="addSp delSp modSp mod">
        <pc:chgData name="Wallter Kang" userId="d5c269cbe9dbe8bc" providerId="LiveId" clId="{66E4333F-BBD0-4144-A2A0-3A424802926D}" dt="2025-03-01T07:54:13.333" v="781" actId="1076"/>
        <pc:sldMkLst>
          <pc:docMk/>
          <pc:sldMk cId="3113377483" sldId="2136"/>
        </pc:sldMkLst>
      </pc:sldChg>
      <pc:sldChg chg="addSp delSp modSp mod">
        <pc:chgData name="Wallter Kang" userId="d5c269cbe9dbe8bc" providerId="LiveId" clId="{66E4333F-BBD0-4144-A2A0-3A424802926D}" dt="2025-03-01T08:19:55.276" v="867" actId="1076"/>
        <pc:sldMkLst>
          <pc:docMk/>
          <pc:sldMk cId="2792763917" sldId="2138"/>
        </pc:sldMkLst>
        <pc:spChg chg="mod">
          <ac:chgData name="Wallter Kang" userId="d5c269cbe9dbe8bc" providerId="LiveId" clId="{66E4333F-BBD0-4144-A2A0-3A424802926D}" dt="2025-03-01T08:18:04.293" v="851" actId="1076"/>
          <ac:spMkLst>
            <pc:docMk/>
            <pc:sldMk cId="2792763917" sldId="2138"/>
            <ac:spMk id="6" creationId="{00000000-0000-0000-0000-000000000000}"/>
          </ac:spMkLst>
        </pc:spChg>
      </pc:sldChg>
      <pc:sldChg chg="del">
        <pc:chgData name="Wallter Kang" userId="d5c269cbe9dbe8bc" providerId="LiveId" clId="{66E4333F-BBD0-4144-A2A0-3A424802926D}" dt="2025-03-01T08:34:24.031" v="957" actId="47"/>
        <pc:sldMkLst>
          <pc:docMk/>
          <pc:sldMk cId="872791625" sldId="2139"/>
        </pc:sldMkLst>
      </pc:sldChg>
      <pc:sldChg chg="del">
        <pc:chgData name="Wallter Kang" userId="d5c269cbe9dbe8bc" providerId="LiveId" clId="{66E4333F-BBD0-4144-A2A0-3A424802926D}" dt="2025-03-01T08:34:24.031" v="957" actId="47"/>
        <pc:sldMkLst>
          <pc:docMk/>
          <pc:sldMk cId="2877523146" sldId="2140"/>
        </pc:sldMkLst>
      </pc:sldChg>
      <pc:sldChg chg="del">
        <pc:chgData name="Wallter Kang" userId="d5c269cbe9dbe8bc" providerId="LiveId" clId="{66E4333F-BBD0-4144-A2A0-3A424802926D}" dt="2025-03-01T08:34:24.031" v="957" actId="47"/>
        <pc:sldMkLst>
          <pc:docMk/>
          <pc:sldMk cId="3919027835" sldId="2142"/>
        </pc:sldMkLst>
      </pc:sldChg>
      <pc:sldChg chg="del">
        <pc:chgData name="Wallter Kang" userId="d5c269cbe9dbe8bc" providerId="LiveId" clId="{66E4333F-BBD0-4144-A2A0-3A424802926D}" dt="2025-03-01T08:34:24.031" v="957" actId="47"/>
        <pc:sldMkLst>
          <pc:docMk/>
          <pc:sldMk cId="2916270782" sldId="2143"/>
        </pc:sldMkLst>
      </pc:sldChg>
      <pc:sldChg chg="del">
        <pc:chgData name="Wallter Kang" userId="d5c269cbe9dbe8bc" providerId="LiveId" clId="{66E4333F-BBD0-4144-A2A0-3A424802926D}" dt="2025-03-01T08:34:24.031" v="957" actId="47"/>
        <pc:sldMkLst>
          <pc:docMk/>
          <pc:sldMk cId="629122277" sldId="2144"/>
        </pc:sldMkLst>
      </pc:sldChg>
      <pc:sldChg chg="addSp delSp modSp mod">
        <pc:chgData name="Wallter Kang" userId="d5c269cbe9dbe8bc" providerId="LiveId" clId="{66E4333F-BBD0-4144-A2A0-3A424802926D}" dt="2025-03-01T04:48:59.699" v="465" actId="13822"/>
        <pc:sldMkLst>
          <pc:docMk/>
          <pc:sldMk cId="2701004305" sldId="2145"/>
        </pc:sldMkLst>
        <pc:picChg chg="add mod">
          <ac:chgData name="Wallter Kang" userId="d5c269cbe9dbe8bc" providerId="LiveId" clId="{66E4333F-BBD0-4144-A2A0-3A424802926D}" dt="2025-03-01T04:48:59.699" v="465" actId="13822"/>
          <ac:picMkLst>
            <pc:docMk/>
            <pc:sldMk cId="2701004305" sldId="2145"/>
            <ac:picMk id="6" creationId="{CCB3F5D9-487F-3A6A-DF2D-0B458B41D783}"/>
          </ac:picMkLst>
        </pc:picChg>
        <pc:picChg chg="add mod">
          <ac:chgData name="Wallter Kang" userId="d5c269cbe9dbe8bc" providerId="LiveId" clId="{66E4333F-BBD0-4144-A2A0-3A424802926D}" dt="2025-03-01T04:48:59.699" v="465" actId="13822"/>
          <ac:picMkLst>
            <pc:docMk/>
            <pc:sldMk cId="2701004305" sldId="2145"/>
            <ac:picMk id="10" creationId="{BDF3FF70-B87A-A3A3-DA37-234BE4F206AB}"/>
          </ac:picMkLst>
        </pc:picChg>
      </pc:sldChg>
      <pc:sldChg chg="addSp delSp modSp new mod">
        <pc:chgData name="Wallter Kang" userId="d5c269cbe9dbe8bc" providerId="LiveId" clId="{66E4333F-BBD0-4144-A2A0-3A424802926D}" dt="2025-03-01T04:03:39.938" v="280" actId="1076"/>
        <pc:sldMkLst>
          <pc:docMk/>
          <pc:sldMk cId="677761062" sldId="2147"/>
        </pc:sldMkLst>
        <pc:spChg chg="add mod">
          <ac:chgData name="Wallter Kang" userId="d5c269cbe9dbe8bc" providerId="LiveId" clId="{66E4333F-BBD0-4144-A2A0-3A424802926D}" dt="2025-03-01T04:03:39.938" v="280" actId="1076"/>
          <ac:spMkLst>
            <pc:docMk/>
            <pc:sldMk cId="677761062" sldId="2147"/>
            <ac:spMk id="13" creationId="{0DD00FF4-B5F6-953B-BA6D-ADA326944969}"/>
          </ac:spMkLst>
        </pc:spChg>
        <pc:picChg chg="add mod">
          <ac:chgData name="Wallter Kang" userId="d5c269cbe9dbe8bc" providerId="LiveId" clId="{66E4333F-BBD0-4144-A2A0-3A424802926D}" dt="2025-03-01T03:59:25.977" v="265" actId="1076"/>
          <ac:picMkLst>
            <pc:docMk/>
            <pc:sldMk cId="677761062" sldId="2147"/>
            <ac:picMk id="7" creationId="{873839CA-B642-05D7-305A-08D8D6F22DAC}"/>
          </ac:picMkLst>
        </pc:picChg>
        <pc:picChg chg="add mod">
          <ac:chgData name="Wallter Kang" userId="d5c269cbe9dbe8bc" providerId="LiveId" clId="{66E4333F-BBD0-4144-A2A0-3A424802926D}" dt="2025-03-01T04:03:10.077" v="271" actId="1076"/>
          <ac:picMkLst>
            <pc:docMk/>
            <pc:sldMk cId="677761062" sldId="2147"/>
            <ac:picMk id="11" creationId="{13255F12-7A9B-482E-D6CA-8222F41745BE}"/>
          </ac:picMkLst>
        </pc:picChg>
      </pc:sldChg>
      <pc:sldChg chg="addSp modSp new mod">
        <pc:chgData name="Wallter Kang" userId="d5c269cbe9dbe8bc" providerId="LiveId" clId="{66E4333F-BBD0-4144-A2A0-3A424802926D}" dt="2025-03-01T05:38:05.978" v="709" actId="14100"/>
        <pc:sldMkLst>
          <pc:docMk/>
          <pc:sldMk cId="3361988393" sldId="2148"/>
        </pc:sldMkLst>
      </pc:sldChg>
      <pc:sldChg chg="addSp delSp modSp new del mod">
        <pc:chgData name="Wallter Kang" userId="d5c269cbe9dbe8bc" providerId="LiveId" clId="{66E4333F-BBD0-4144-A2A0-3A424802926D}" dt="2025-03-01T05:38:46.464" v="714" actId="47"/>
        <pc:sldMkLst>
          <pc:docMk/>
          <pc:sldMk cId="1911038476" sldId="2149"/>
        </pc:sldMkLst>
      </pc:sldChg>
      <pc:sldChg chg="addSp delSp modSp new mod">
        <pc:chgData name="Wallter Kang" userId="d5c269cbe9dbe8bc" providerId="LiveId" clId="{66E4333F-BBD0-4144-A2A0-3A424802926D}" dt="2025-03-01T08:36:05.046" v="970" actId="1076"/>
        <pc:sldMkLst>
          <pc:docMk/>
          <pc:sldMk cId="2699077384" sldId="2149"/>
        </pc:sldMkLst>
        <pc:picChg chg="add mod">
          <ac:chgData name="Wallter Kang" userId="d5c269cbe9dbe8bc" providerId="LiveId" clId="{66E4333F-BBD0-4144-A2A0-3A424802926D}" dt="2025-03-01T08:34:04.627" v="956" actId="1076"/>
          <ac:picMkLst>
            <pc:docMk/>
            <pc:sldMk cId="2699077384" sldId="2149"/>
            <ac:picMk id="9" creationId="{D5B437A5-5A09-98F9-97B1-705D897DFA06}"/>
          </ac:picMkLst>
        </pc:picChg>
      </pc:sldChg>
      <pc:sldChg chg="addSp delSp modSp new mod">
        <pc:chgData name="Wallter Kang" userId="d5c269cbe9dbe8bc" providerId="LiveId" clId="{66E4333F-BBD0-4144-A2A0-3A424802926D}" dt="2025-03-01T08:36:34.285" v="974" actId="13822"/>
        <pc:sldMkLst>
          <pc:docMk/>
          <pc:sldMk cId="2788388501" sldId="21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9AA5D-4147-48D7-A64C-DE0FCEF10C54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782259-8C1D-4B60-B56C-454F1A0AE75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214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5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923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83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79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3845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582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1353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842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5606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728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620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9529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9777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549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7432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212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545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235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7158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127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8311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357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177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38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818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89270-E519-D73E-74EA-F72FA07FD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06C6A2-9703-44CC-DD62-8A584A225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751E1E-5174-F32D-24F9-27F582A31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1678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01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573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33957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9228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774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2870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684076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08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3505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7138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3445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18721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842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0188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3582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93377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225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A8A24-A6B0-E3AB-6B05-A5ACD4424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6D4257-541F-19CE-7354-8C44F6AE70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22AE7-5C1E-2AB1-D83E-453A9C1A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A0A14-EA0E-49F8-B521-765B455C5BB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C5FF9-6050-0527-0F18-494CA4A7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72C286-7B53-4C25-0FB8-F25F8693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527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6BAA0-2B20-C4FC-27AE-3BB222C9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27" y="136527"/>
            <a:ext cx="11095008" cy="544512"/>
          </a:xfrm>
          <a:ln w="3175">
            <a:noFill/>
          </a:ln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105CC8-7651-308E-EA6D-60A98988B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4602"/>
            <a:ext cx="11179835" cy="518390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456964-8A42-81BA-3129-483303C1F685}"/>
              </a:ext>
            </a:extLst>
          </p:cNvPr>
          <p:cNvCxnSpPr/>
          <p:nvPr userDrawn="1"/>
        </p:nvCxnSpPr>
        <p:spPr>
          <a:xfrm>
            <a:off x="923027" y="13017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F11C284E-3BD2-D3B0-5BA8-D9A1BEE31DE6}"/>
              </a:ext>
            </a:extLst>
          </p:cNvPr>
          <p:cNvCxnSpPr/>
          <p:nvPr userDrawn="1"/>
        </p:nvCxnSpPr>
        <p:spPr>
          <a:xfrm>
            <a:off x="923027" y="692296"/>
            <a:ext cx="110950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B31F6EB6-1094-007A-A629-99662134C9D0}"/>
              </a:ext>
            </a:extLst>
          </p:cNvPr>
          <p:cNvCxnSpPr>
            <a:cxnSpLocks/>
          </p:cNvCxnSpPr>
          <p:nvPr userDrawn="1"/>
        </p:nvCxnSpPr>
        <p:spPr>
          <a:xfrm>
            <a:off x="173965" y="136527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8DD187FC-737C-C406-3EE3-D56A53B74721}"/>
              </a:ext>
            </a:extLst>
          </p:cNvPr>
          <p:cNvCxnSpPr>
            <a:cxnSpLocks/>
          </p:cNvCxnSpPr>
          <p:nvPr userDrawn="1"/>
        </p:nvCxnSpPr>
        <p:spPr>
          <a:xfrm>
            <a:off x="173965" y="690564"/>
            <a:ext cx="664235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DD67FB2-499C-8EB0-7CCC-490E4B3DA1CF}"/>
              </a:ext>
            </a:extLst>
          </p:cNvPr>
          <p:cNvCxnSpPr>
            <a:cxnSpLocks/>
          </p:cNvCxnSpPr>
          <p:nvPr userDrawn="1"/>
        </p:nvCxnSpPr>
        <p:spPr>
          <a:xfrm>
            <a:off x="173967" y="6622036"/>
            <a:ext cx="749060" cy="0"/>
          </a:xfrm>
          <a:prstGeom prst="line">
            <a:avLst/>
          </a:prstGeom>
          <a:ln w="539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날짜 개체 틀 30">
            <a:extLst>
              <a:ext uri="{FF2B5EF4-FFF2-40B4-BE49-F238E27FC236}">
                <a16:creationId xmlns:a16="http://schemas.microsoft.com/office/drawing/2014/main" id="{BF43976B-AB72-FD27-0912-1B3FCC89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74835" y="6454008"/>
            <a:ext cx="2743200" cy="365125"/>
          </a:xfrm>
        </p:spPr>
        <p:txBody>
          <a:bodyPr/>
          <a:lstStyle/>
          <a:p>
            <a:fld id="{59115D4C-E83B-439F-8D46-D54AE0117D76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2" name="바닥글 개체 틀 31">
            <a:extLst>
              <a:ext uri="{FF2B5EF4-FFF2-40B4-BE49-F238E27FC236}">
                <a16:creationId xmlns:a16="http://schemas.microsoft.com/office/drawing/2014/main" id="{11984204-B26D-87DA-C2C2-7DC02372F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1751" y="6427375"/>
            <a:ext cx="3429063" cy="365125"/>
          </a:xfrm>
        </p:spPr>
        <p:txBody>
          <a:bodyPr lIns="0"/>
          <a:lstStyle>
            <a:lvl1pPr algn="l">
              <a:defRPr sz="1000" b="1">
                <a:latin typeface="+mn-ea"/>
                <a:ea typeface="+mn-ea"/>
              </a:defRPr>
            </a:lvl1pPr>
          </a:lstStyle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33" name="슬라이드 번호 개체 틀 32">
            <a:extLst>
              <a:ext uri="{FF2B5EF4-FFF2-40B4-BE49-F238E27FC236}">
                <a16:creationId xmlns:a16="http://schemas.microsoft.com/office/drawing/2014/main" id="{393D110C-39D6-3047-EC00-B8349460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427375"/>
            <a:ext cx="395797" cy="365125"/>
          </a:xfrm>
        </p:spPr>
        <p:txBody>
          <a:bodyPr/>
          <a:lstStyle>
            <a:lvl1pPr>
              <a:defRPr sz="1000" b="1"/>
            </a:lvl1pPr>
          </a:lstStyle>
          <a:p>
            <a:fld id="{26163E59-C53A-4641-BD4A-1C3F8A7A080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F8257D5-0E01-EB93-5E9E-7E07FF0B52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10723419" y="6525399"/>
            <a:ext cx="1245437" cy="317235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5C9B30C9-2C3A-7E67-F1FC-1D460BF26F85}"/>
              </a:ext>
            </a:extLst>
          </p:cNvPr>
          <p:cNvGrpSpPr/>
          <p:nvPr userDrawn="1"/>
        </p:nvGrpSpPr>
        <p:grpSpPr>
          <a:xfrm>
            <a:off x="9838017" y="319795"/>
            <a:ext cx="2130839" cy="190966"/>
            <a:chOff x="9838017" y="6530507"/>
            <a:chExt cx="2130839" cy="190966"/>
          </a:xfrm>
        </p:grpSpPr>
        <p:pic>
          <p:nvPicPr>
            <p:cNvPr id="15" name="Picture 2">
              <a:hlinkClick r:id="rId3"/>
              <a:extLst>
                <a:ext uri="{FF2B5EF4-FFF2-40B4-BE49-F238E27FC236}">
                  <a16:creationId xmlns:a16="http://schemas.microsoft.com/office/drawing/2014/main" id="{71B28184-0462-6857-ECEE-5142183178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38017" y="6541473"/>
              <a:ext cx="80841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림 15">
              <a:hlinkClick r:id="rId5"/>
              <a:extLst>
                <a:ext uri="{FF2B5EF4-FFF2-40B4-BE49-F238E27FC236}">
                  <a16:creationId xmlns:a16="http://schemas.microsoft.com/office/drawing/2014/main" id="{9927805C-25E0-EF66-A722-941BFE4EFA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10726633" y="6530507"/>
              <a:ext cx="1242223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710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1362075"/>
          </a:xfrm>
        </p:spPr>
        <p:txBody>
          <a:bodyPr anchor="t">
            <a:normAutofit/>
          </a:bodyPr>
          <a:lstStyle>
            <a:lvl1pPr algn="l">
              <a:defRPr sz="2400" b="0" cap="all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349" y="554759"/>
            <a:ext cx="10363200" cy="1368152"/>
          </a:xfrm>
        </p:spPr>
        <p:txBody>
          <a:bodyPr anchor="b">
            <a:normAutofit/>
          </a:bodyPr>
          <a:lstStyle>
            <a:lvl1pPr marL="0" indent="0">
              <a:buNone/>
              <a:defRPr sz="3200" b="1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75491-3471-43C3-A89F-C35339E12735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5CE2F-FC6E-43E6-AFF0-8268B7CA3ECD}" type="slidenum">
              <a:rPr lang="ko-KR" altLang="en-US" smtClean="0"/>
              <a:t>‹#›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FE35708-2280-D80C-8D42-21747448A1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39349" y="554759"/>
            <a:ext cx="1245437" cy="31723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54540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2BBDC-329B-8613-8B4B-B23DF508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C40F2F-BDC8-8046-F8D7-9844B9523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AB3ED-1542-00AD-7EA6-8CD4DD7F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BA9BE-51CC-497B-A47B-4F18D69746F8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87A63-30CF-C977-AD05-66C76018B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8CD1F3-8D92-2AA9-7A8A-094314FC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13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3D7D1-6D08-5524-1D0E-6FEF749F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14843-8D98-308F-951D-03A08C2908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C0112-463D-8180-CA9F-F5277EB00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30687-0B8B-F77D-4A46-1CF64F1C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8EE7D-D1B7-4C46-8F31-E5692C1739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B9ED72-D382-26AB-7F27-61EF30911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F48D24-52A3-85B8-DC4B-A773F245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14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D782E-04E3-9D77-9DFF-D527E890C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F046A-14D6-6B59-EAEE-0E9881D07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F1BE28-F262-428C-89EC-738931441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4E13B38-608B-99A0-F736-3782457CB4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A07453-A679-70F8-8765-FFD4943EE6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F35840-6DBC-FB21-68FC-01423B7DC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D88AE-A1E5-42CD-97D0-377FCC19AF0C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DCB472-B0E3-1E49-B34A-04BB91E0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3BEA65-3D5F-46F1-CB51-B10EE24B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78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43BB07-996D-F1F9-E528-5CF2DAA3F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81D121-8BA0-E62A-6848-375B1AD53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E47B3-5344-47BB-9885-AFFB64E8F093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2DC5C3-A340-CC22-F8FC-40BDE4707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EF7528-BF4D-94CB-F793-2DDA32D71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603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2917289-1FC6-AB6A-D62E-842B63708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EBAC3F-C82D-41DB-B4BE-583DCC5CA97D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05C930-163B-8DD0-6013-6EC37412B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DF9CC3-BC12-F592-1DF2-A90A2301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01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98A1A-3C74-6356-0E6D-A5752C9B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B2F719-929C-3952-0B75-6F3D7BCF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A5DF25-ABFC-B685-E6C7-A185780C3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5F6751-F053-40A2-E0BD-21C9880E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F07E-4CBC-4FD5-953F-A683A30E8447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CF1B8D-9681-3449-DAD1-D24F106EC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6F419D-947D-8293-30B9-E1D08698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61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811E5-1418-8467-0E97-2AC51CEB3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5B9AA2A-681B-F05C-39A3-607FFD91B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DC5E6-0F5F-FFC3-9165-07C436DB0B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0ABEDB-7BD4-2580-F017-624C7EF3E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511DA8-8779-4576-93A4-637D07095DCB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3FE04A-5278-F5C0-CCA2-9EA3115D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64776E-5E82-F286-A039-EB20F444F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15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FCFA4-BD55-251A-15E3-E555BB708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D196E7-7E4A-9C65-1107-B8131A566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3BA00E-C7CD-FB64-CB53-5F753626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EE1B0-7101-46C5-8391-808DC9821BFE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7AC91-5587-7364-BF83-E23515570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01FE75-DB53-54A0-05D5-F2956F94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29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7109317-170F-A703-8F6D-2E9DCC332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62890D-DDBC-B8FD-E9B0-D2C323005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9C974-38B6-C6E8-A8EB-78877ABE3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17F70-5236-4FFF-BFCB-7A6DE0467922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2AE481-13FB-E4BE-4D55-6FBF13379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3DD17-77B7-9ADD-B00E-2EEB5FA3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274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0749" y="172743"/>
            <a:ext cx="810411" cy="320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직사각형 3"/>
          <p:cNvSpPr/>
          <p:nvPr userDrawn="1"/>
        </p:nvSpPr>
        <p:spPr>
          <a:xfrm>
            <a:off x="254224" y="476672"/>
            <a:ext cx="11683552" cy="14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>
                <a:solidFill>
                  <a:prstClr val="white"/>
                </a:solidFill>
              </a:rPr>
              <a:t>z</a:t>
            </a:r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/>
            <a:endParaRPr lang="ko-KR" altLang="en-US" sz="551">
              <a:solidFill>
                <a:prstClr val="black">
                  <a:lumMod val="65000"/>
                  <a:lumOff val="35000"/>
                </a:prstClr>
              </a:solidFill>
              <a:latin typeface="다음_Regular" pitchFamily="2" charset="-127"/>
              <a:ea typeface="다음_Regular" pitchFamily="2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F9B1D6-3A52-3A6F-1AFB-13F927F4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353" y="1097361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6273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164D5D-E3D4-B28E-573A-1975A2252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8CE8C8-5697-FB93-B232-6B851528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D6AEC-F2E7-6268-4DC0-A125AD57B9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C5FB-3248-4439-BBD2-707639B258FA}" type="datetime1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46572-CD27-447B-428D-8A7E5E91A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FA76C-BC53-9A5E-0011-D3467B776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63E59-C53A-4641-BD4A-1C3F8A7A08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186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user-tu5nq1er9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cafe.naver.com/gugucoding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7">
            <a:extLst>
              <a:ext uri="{FF2B5EF4-FFF2-40B4-BE49-F238E27FC236}">
                <a16:creationId xmlns:a16="http://schemas.microsoft.com/office/drawing/2014/main" id="{2791B33F-CE76-4EF1-8227-54ED041CD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06F13F-4FCF-6B74-743C-9484DAF38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0750" y="557189"/>
            <a:ext cx="8629358" cy="2956233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5200" b="1" dirty="0"/>
              <a:t>코드로 배우는 리액트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83AF70-79CC-B7F1-54E1-D445EA21D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0749" y="3728614"/>
            <a:ext cx="8629358" cy="1828121"/>
          </a:xfrm>
        </p:spPr>
        <p:txBody>
          <a:bodyPr>
            <a:normAutofit/>
          </a:bodyPr>
          <a:lstStyle/>
          <a:p>
            <a:pPr algn="l"/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</a:rPr>
              <a:t>1. React-Router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</a:rPr>
              <a:t>설정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47272-3570-AEB4-7574-12F06E8071C4}"/>
              </a:ext>
            </a:extLst>
          </p:cNvPr>
          <p:cNvGrpSpPr/>
          <p:nvPr/>
        </p:nvGrpSpPr>
        <p:grpSpPr>
          <a:xfrm>
            <a:off x="839788" y="557189"/>
            <a:ext cx="2177305" cy="1036298"/>
            <a:chOff x="839788" y="557189"/>
            <a:chExt cx="2177305" cy="1036298"/>
          </a:xfrm>
        </p:grpSpPr>
        <p:pic>
          <p:nvPicPr>
            <p:cNvPr id="6" name="그림 5" descr="블랙, 어둠이(가) 표시된 사진&#10;&#10;자동 생성된 설명">
              <a:extLst>
                <a:ext uri="{FF2B5EF4-FFF2-40B4-BE49-F238E27FC236}">
                  <a16:creationId xmlns:a16="http://schemas.microsoft.com/office/drawing/2014/main" id="{A0F82202-99B7-1B81-62B4-798179F26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alphaModFix amt="70000"/>
            </a:blip>
            <a:srcRect l="7515" t="7729" r="6787" b="36642"/>
            <a:stretch/>
          </p:blipFill>
          <p:spPr>
            <a:xfrm>
              <a:off x="839788" y="1233487"/>
              <a:ext cx="2177305" cy="360000"/>
            </a:xfrm>
            <a:prstGeom prst="rect">
              <a:avLst/>
            </a:prstGeom>
          </p:spPr>
        </p:pic>
        <p:pic>
          <p:nvPicPr>
            <p:cNvPr id="7" name="Picture 2">
              <a:hlinkClick r:id="rId3"/>
              <a:extLst>
                <a:ext uri="{FF2B5EF4-FFF2-40B4-BE49-F238E27FC236}">
                  <a16:creationId xmlns:a16="http://schemas.microsoft.com/office/drawing/2014/main" id="{44EAE0D8-540A-3B24-3190-5E617755E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3593" y="557189"/>
              <a:ext cx="808418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그림 7">
              <a:hlinkClick r:id="rId5"/>
              <a:extLst>
                <a:ext uri="{FF2B5EF4-FFF2-40B4-BE49-F238E27FC236}">
                  <a16:creationId xmlns:a16="http://schemas.microsoft.com/office/drawing/2014/main" id="{CF9B79C5-86E6-4676-907A-4BBEB6A8CF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alphaModFix amt="85000"/>
            </a:blip>
            <a:stretch>
              <a:fillRect/>
            </a:stretch>
          </p:blipFill>
          <p:spPr>
            <a:xfrm>
              <a:off x="839788" y="860368"/>
              <a:ext cx="1242223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197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48793" y="2422924"/>
            <a:ext cx="8662094" cy="37440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lvl="1">
              <a:lnSpc>
                <a:spcPct val="150000"/>
              </a:lnSpc>
              <a:buSzPct val="80000"/>
            </a:pP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IA(Information Architecture)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기획에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맞는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메뉴</a:t>
            </a:r>
            <a:r>
              <a:rPr lang="en-US" altLang="ko-KR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구성</a:t>
            </a:r>
            <a:endParaRPr lang="en-US" altLang="ko-KR" sz="2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React-Router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정보 구조 기획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(IA)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이 웹 사이트 개발 중요 단계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IA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'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메뉴 경로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'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정리로 페이지 간 링크 및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&lt;form&gt;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설계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리액트는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SPA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로 동작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여러 컴포넌트로 하나의 페이지에 표시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285750" lvl="1" indent="-285750">
              <a:lnSpc>
                <a:spcPct val="150000"/>
              </a:lnSpc>
              <a:buSzPct val="80000"/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React-Router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로 브라우저 주소창에 따라 다른 화면 표시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.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0" lvl="1">
              <a:lnSpc>
                <a:spcPct val="150000"/>
              </a:lnSpc>
              <a:buSzPct val="80000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개발목표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React-Router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를 적용해서 페이지의 이동이 가능하도록 컴포넌트들을 구성 </a:t>
            </a:r>
          </a:p>
          <a:p>
            <a:pPr marL="177796" lvl="1" indent="-177796">
              <a:lnSpc>
                <a:spcPct val="150000"/>
              </a:lnSpc>
              <a:buSzPct val="80000"/>
              <a:buFont typeface="+mj-lt"/>
              <a:buAutoNum type="arabicPeriod"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Tailwind CSS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를 이용해서 공통의 레이아웃을 구성하고 이를 통해서 페이지 기반의 애플리케이션을 구성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+mn-ea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75000"/>
                  </a:schemeClr>
                </a:solidFill>
                <a:latin typeface="다음_SemiBold" pitchFamily="2" charset="-127"/>
                <a:ea typeface="다음_SemiBold" pitchFamily="2" charset="-127"/>
              </a:rPr>
              <a:t> 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장</a:t>
            </a:r>
            <a:r>
              <a:rPr lang="en-US" altLang="ko-KR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. React-Router </a:t>
            </a:r>
            <a:r>
              <a:rPr lang="ko-KR" altLang="en-US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설정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5099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932874" y="2096519"/>
            <a:ext cx="10923767" cy="4206722"/>
          </a:xfrm>
        </p:spPr>
        <p:txBody>
          <a:bodyPr>
            <a:noAutofit/>
          </a:bodyPr>
          <a:lstStyle/>
          <a:p>
            <a:pPr marL="598988">
              <a:lnSpc>
                <a:spcPct val="150000"/>
              </a:lnSpc>
            </a:pPr>
            <a:r>
              <a:rPr lang="en-US" altLang="ko-KR" sz="1800" cap="none" dirty="0">
                <a:latin typeface="+mn-ea"/>
                <a:ea typeface="+mn-ea"/>
              </a:rPr>
              <a:t>2.1 </a:t>
            </a:r>
            <a:r>
              <a:rPr lang="ko-KR" altLang="en-US" sz="1800" cap="none" dirty="0">
                <a:latin typeface="+mn-ea"/>
                <a:ea typeface="+mn-ea"/>
              </a:rPr>
              <a:t>개발 목표의 이해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2.2 React-Router </a:t>
            </a:r>
            <a:r>
              <a:rPr lang="ko-KR" altLang="en-US" sz="1800" cap="none" dirty="0">
                <a:latin typeface="+mn-ea"/>
                <a:ea typeface="+mn-ea"/>
              </a:rPr>
              <a:t>설정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2.3 &lt;Link&gt;</a:t>
            </a:r>
            <a:r>
              <a:rPr lang="ko-KR" altLang="en-US" sz="1800" cap="none" dirty="0">
                <a:latin typeface="+mn-ea"/>
                <a:ea typeface="+mn-ea"/>
              </a:rPr>
              <a:t>를 통한 이동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2.4 </a:t>
            </a:r>
            <a:r>
              <a:rPr lang="ko-KR" altLang="en-US" sz="1800" cap="none" dirty="0">
                <a:latin typeface="+mn-ea"/>
                <a:ea typeface="+mn-ea"/>
              </a:rPr>
              <a:t>레이아웃 컴포넌트와 </a:t>
            </a:r>
            <a:r>
              <a:rPr lang="en-US" altLang="ko-KR" sz="1800" cap="none" dirty="0">
                <a:latin typeface="+mn-ea"/>
                <a:ea typeface="+mn-ea"/>
              </a:rPr>
              <a:t>children</a:t>
            </a:r>
            <a:br>
              <a:rPr lang="en-US" altLang="ko-KR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2.5 </a:t>
            </a:r>
            <a:r>
              <a:rPr lang="ko-KR" altLang="en-US" sz="1800" cap="none" dirty="0">
                <a:latin typeface="+mn-ea"/>
                <a:ea typeface="+mn-ea"/>
              </a:rPr>
              <a:t>상단 메뉴 컴포넌트 구성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2.6 </a:t>
            </a:r>
            <a:r>
              <a:rPr lang="ko-KR" altLang="en-US" sz="1800" cap="none" dirty="0">
                <a:latin typeface="+mn-ea"/>
                <a:ea typeface="+mn-ea"/>
              </a:rPr>
              <a:t>하위 경로의 설정과 </a:t>
            </a:r>
            <a:r>
              <a:rPr lang="en-US" altLang="ko-KR" sz="1800" cap="none" dirty="0">
                <a:latin typeface="+mn-ea"/>
                <a:ea typeface="+mn-ea"/>
              </a:rPr>
              <a:t>&lt;Outlet&gt;	</a:t>
            </a:r>
            <a:br>
              <a:rPr lang="en-US" altLang="ko-KR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2.7 </a:t>
            </a:r>
            <a:r>
              <a:rPr lang="en-US" altLang="ko-KR" sz="1800" cap="none" dirty="0" err="1">
                <a:latin typeface="+mn-ea"/>
                <a:ea typeface="+mn-ea"/>
              </a:rPr>
              <a:t>todo</a:t>
            </a:r>
            <a:r>
              <a:rPr lang="en-US" altLang="ko-KR" sz="1800" cap="none" dirty="0">
                <a:latin typeface="+mn-ea"/>
                <a:ea typeface="+mn-ea"/>
              </a:rPr>
              <a:t>/list </a:t>
            </a:r>
            <a:r>
              <a:rPr lang="ko-KR" altLang="en-US" sz="1800" cap="none" dirty="0">
                <a:latin typeface="+mn-ea"/>
                <a:ea typeface="+mn-ea"/>
              </a:rPr>
              <a:t>경로의 처리	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2.8 </a:t>
            </a:r>
            <a:r>
              <a:rPr lang="ko-KR" altLang="en-US" sz="1800" cap="none" dirty="0">
                <a:latin typeface="+mn-ea"/>
                <a:ea typeface="+mn-ea"/>
              </a:rPr>
              <a:t>중첩 라우팅의 분리와 </a:t>
            </a:r>
            <a:r>
              <a:rPr lang="ko-KR" altLang="en-US" sz="1800" cap="none" dirty="0" err="1">
                <a:latin typeface="+mn-ea"/>
                <a:ea typeface="+mn-ea"/>
              </a:rPr>
              <a:t>리다이렉션</a:t>
            </a:r>
            <a:r>
              <a:rPr lang="en-US" altLang="ko-KR" sz="1800" cap="none" dirty="0">
                <a:latin typeface="+mn-ea"/>
                <a:ea typeface="+mn-ea"/>
              </a:rPr>
              <a:t>(Redirection)	</a:t>
            </a:r>
            <a:br>
              <a:rPr lang="en-US" altLang="ko-KR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2.9 URL Params </a:t>
            </a:r>
            <a:r>
              <a:rPr lang="ko-KR" altLang="en-US" sz="1800" cap="none" dirty="0">
                <a:latin typeface="+mn-ea"/>
                <a:ea typeface="+mn-ea"/>
              </a:rPr>
              <a:t>사용하기	</a:t>
            </a:r>
            <a:br>
              <a:rPr lang="ko-KR" altLang="en-US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2.10 </a:t>
            </a:r>
            <a:r>
              <a:rPr lang="ko-KR" altLang="en-US" sz="1800" cap="none" dirty="0">
                <a:latin typeface="+mn-ea"/>
                <a:ea typeface="+mn-ea"/>
              </a:rPr>
              <a:t>경로 처리를 위한 </a:t>
            </a:r>
            <a:r>
              <a:rPr lang="en-US" altLang="ko-KR" sz="1800" cap="none" dirty="0" err="1">
                <a:latin typeface="+mn-ea"/>
                <a:ea typeface="+mn-ea"/>
              </a:rPr>
              <a:t>useParams</a:t>
            </a:r>
            <a:r>
              <a:rPr lang="en-US" altLang="ko-KR" sz="1800" cap="none" dirty="0">
                <a:latin typeface="+mn-ea"/>
                <a:ea typeface="+mn-ea"/>
              </a:rPr>
              <a:t>( )	</a:t>
            </a:r>
            <a:br>
              <a:rPr lang="en-US" altLang="ko-KR" sz="1800" cap="none" dirty="0">
                <a:latin typeface="+mn-ea"/>
                <a:ea typeface="+mn-ea"/>
              </a:rPr>
            </a:br>
            <a:r>
              <a:rPr lang="en-US" altLang="ko-KR" sz="1800" cap="none" dirty="0">
                <a:latin typeface="+mn-ea"/>
                <a:ea typeface="+mn-ea"/>
              </a:rPr>
              <a:t>2.11</a:t>
            </a:r>
            <a:r>
              <a:rPr lang="ko-KR" altLang="en-US" sz="1800" cap="none" dirty="0">
                <a:latin typeface="+mn-ea"/>
                <a:ea typeface="+mn-ea"/>
              </a:rPr>
              <a:t>동적 페이지 이동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0826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1. </a:t>
            </a:r>
            <a:r>
              <a:rPr lang="ko-KR" altLang="en-US" b="1" dirty="0">
                <a:latin typeface="+mn-ea"/>
                <a:ea typeface="+mn-ea"/>
              </a:rPr>
              <a:t>개발 목표의 이해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11154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810228"/>
            <a:ext cx="11179835" cy="5618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애플리케이션의 구성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목록 페이지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등록 페이지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조회 페이지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수정</a:t>
            </a:r>
            <a:r>
              <a:rPr lang="en-US" altLang="ko-KR" dirty="0">
                <a:sym typeface="Wingdings" panose="05000000000000000000" pitchFamily="2" charset="2"/>
              </a:rPr>
              <a:t>/</a:t>
            </a:r>
            <a:r>
              <a:rPr lang="ko-KR" altLang="en-US" dirty="0">
                <a:sym typeface="Wingdings" panose="05000000000000000000" pitchFamily="2" charset="2"/>
              </a:rPr>
              <a:t>삭제 페이지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5C0CFA-682D-2892-9083-F6C6E1D435D0}"/>
              </a:ext>
            </a:extLst>
          </p:cNvPr>
          <p:cNvSpPr txBox="1"/>
          <p:nvPr/>
        </p:nvSpPr>
        <p:spPr>
          <a:xfrm>
            <a:off x="121534" y="2419109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/todo/list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F2F657-19D6-93EE-1207-63B1FB84A5FA}"/>
              </a:ext>
            </a:extLst>
          </p:cNvPr>
          <p:cNvSpPr txBox="1"/>
          <p:nvPr/>
        </p:nvSpPr>
        <p:spPr>
          <a:xfrm>
            <a:off x="2807251" y="2419109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/todo/add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264FF4-7587-F6A2-725D-1C93F6A0C4A8}"/>
              </a:ext>
            </a:extLst>
          </p:cNvPr>
          <p:cNvSpPr txBox="1"/>
          <p:nvPr/>
        </p:nvSpPr>
        <p:spPr>
          <a:xfrm>
            <a:off x="5631972" y="2419109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/todo/read/33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E398C4-8194-487E-4B47-220E8A1BAF57}"/>
              </a:ext>
            </a:extLst>
          </p:cNvPr>
          <p:cNvSpPr txBox="1"/>
          <p:nvPr/>
        </p:nvSpPr>
        <p:spPr>
          <a:xfrm>
            <a:off x="8519146" y="2327253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/todo/modify/33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3390CF-8EF6-E036-B0E6-EF35D0F77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9" y="2912582"/>
            <a:ext cx="2629652" cy="12253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0C1B36-0B7C-6264-AD9D-8CB7E9EA6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69" y="2912582"/>
            <a:ext cx="2508107" cy="11569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07693E-67CC-98BD-E294-0442BAB45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4" y="2912582"/>
            <a:ext cx="2489537" cy="11038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95F646-12E9-FA82-AFF0-565CD11DC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869" y="2853763"/>
            <a:ext cx="2629652" cy="115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40956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b="1" dirty="0">
                <a:latin typeface="+mn-ea"/>
                <a:ea typeface="+mn-ea"/>
              </a:rPr>
              <a:t>개발 목표의 이해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444190" y="783685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React-Router </a:t>
            </a:r>
            <a:r>
              <a:rPr lang="ko-KR" altLang="en-US" b="1" dirty="0"/>
              <a:t>추가</a:t>
            </a:r>
            <a:endParaRPr lang="en-US" altLang="ko-KR" b="1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2025</a:t>
            </a:r>
            <a:r>
              <a:rPr lang="ko-KR" altLang="en-US" dirty="0">
                <a:sym typeface="Wingdings" panose="05000000000000000000" pitchFamily="2" charset="2"/>
              </a:rPr>
              <a:t>년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  <a:r>
              <a:rPr lang="ko-KR" altLang="en-US" dirty="0">
                <a:sym typeface="Wingdings" panose="05000000000000000000" pitchFamily="2" charset="2"/>
              </a:rPr>
              <a:t>월 현재 </a:t>
            </a:r>
            <a:r>
              <a:rPr lang="en-US" altLang="ko-KR" dirty="0">
                <a:sym typeface="Wingdings" panose="05000000000000000000" pitchFamily="2" charset="2"/>
              </a:rPr>
              <a:t>7.2.0  </a:t>
            </a:r>
            <a:r>
              <a:rPr lang="ko-KR" altLang="en-US" dirty="0">
                <a:sym typeface="Wingdings" panose="05000000000000000000" pitchFamily="2" charset="2"/>
              </a:rPr>
              <a:t>버전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Remix</a:t>
            </a:r>
            <a:r>
              <a:rPr lang="ko-KR" altLang="en-US" dirty="0">
                <a:sym typeface="Wingdings" panose="05000000000000000000" pitchFamily="2" charset="2"/>
              </a:rPr>
              <a:t>와 동일한 방법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React 18,19 </a:t>
            </a:r>
            <a:r>
              <a:rPr lang="ko-KR" altLang="en-US" dirty="0">
                <a:sym typeface="Wingdings" panose="05000000000000000000" pitchFamily="2" charset="2"/>
              </a:rPr>
              <a:t>버전 지원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다양한 방식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프레임워크 모드  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à"/>
            </a:pPr>
            <a:r>
              <a:rPr lang="en-US" altLang="ko-KR" dirty="0">
                <a:sym typeface="Wingdings" panose="05000000000000000000" pitchFamily="2" charset="2"/>
              </a:rPr>
              <a:t>Data</a:t>
            </a:r>
            <a:r>
              <a:rPr lang="ko-KR" altLang="en-US" dirty="0">
                <a:sym typeface="Wingdings" panose="05000000000000000000" pitchFamily="2" charset="2"/>
              </a:rPr>
              <a:t> 모드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선언적 모드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예제에서는 </a:t>
            </a:r>
            <a:r>
              <a:rPr lang="en-US" altLang="ko-KR" dirty="0">
                <a:sym typeface="Wingdings" panose="05000000000000000000" pitchFamily="2" charset="2"/>
              </a:rPr>
              <a:t>Data </a:t>
            </a:r>
            <a:r>
              <a:rPr lang="ko-KR" altLang="en-US" dirty="0">
                <a:sym typeface="Wingdings" panose="05000000000000000000" pitchFamily="2" charset="2"/>
              </a:rPr>
              <a:t>모드 사용 </a:t>
            </a:r>
            <a:r>
              <a:rPr lang="en-US" altLang="ko-KR" dirty="0">
                <a:sym typeface="Wingdings" panose="05000000000000000000" pitchFamily="2" charset="2"/>
              </a:rPr>
              <a:t>- strict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19CF5-20C5-D85F-5AAA-A76E28B4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1BAFD-5661-892C-8659-73FD950D4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97FF606-C73F-83D3-8A99-3AA13F4DAF59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921A25E-1E6A-5DDD-6909-4CAAAE0F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185" y="5389005"/>
            <a:ext cx="5734850" cy="103837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2C9553F-3D7C-BDE9-B484-EBF720472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3010" y="408783"/>
            <a:ext cx="7105025" cy="464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954494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73839CA-B642-05D7-305A-08D8D6F22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1" y="740361"/>
            <a:ext cx="6525536" cy="25530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255F12-7A9B-482E-D6CA-8222F4174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1" y="3612930"/>
            <a:ext cx="2572109" cy="25721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D00FF4-B5F6-953B-BA6D-ADA326944969}"/>
              </a:ext>
            </a:extLst>
          </p:cNvPr>
          <p:cNvSpPr txBox="1"/>
          <p:nvPr/>
        </p:nvSpPr>
        <p:spPr>
          <a:xfrm>
            <a:off x="3173170" y="3205269"/>
            <a:ext cx="8073378" cy="36527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</a:t>
            </a:r>
            <a:r>
              <a:rPr lang="en-US" altLang="ko-KR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/client'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'./index.css'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RouterProvider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'react-router'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element: </a:t>
            </a:r>
            <a:r>
              <a:rPr lang="en-US" altLang="ko-KR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altLang="ko-KR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buNone/>
            </a:pPr>
            <a:b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)!).render(</a:t>
            </a: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RouterProvider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ko-KR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76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8BBC0E-D546-6ED0-314E-D1D8C86B9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79B6E9-022B-094A-32A3-6CBAC816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51DD78-9BCF-1C43-E397-9C67C2EC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46" y="1138278"/>
            <a:ext cx="7478169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33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2. React-Router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설정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3988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기본 라우팅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dirty="0" err="1">
                <a:highlight>
                  <a:srgbClr val="FFFF00"/>
                </a:highlight>
                <a:latin typeface="+mn-ea"/>
              </a:rPr>
              <a:t>root.tsx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파일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en-US" dirty="0">
                <a:latin typeface="+mn-ea"/>
              </a:rPr>
              <a:t> 기본 라우팅 설정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E69CFAA-852C-C76D-ED0C-90AD1B505E48}"/>
              </a:ext>
            </a:extLst>
          </p:cNvPr>
          <p:cNvCxnSpPr/>
          <p:nvPr/>
        </p:nvCxnSpPr>
        <p:spPr>
          <a:xfrm>
            <a:off x="4010251" y="2792656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DD45E678-1AB2-FDF1-5CDF-7AED889EF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28" y="2598880"/>
            <a:ext cx="2152950" cy="876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0A78B3-E83E-6426-CF41-05949EAA54E6}"/>
              </a:ext>
            </a:extLst>
          </p:cNvPr>
          <p:cNvSpPr txBox="1"/>
          <p:nvPr/>
        </p:nvSpPr>
        <p:spPr>
          <a:xfrm>
            <a:off x="4877606" y="2598880"/>
            <a:ext cx="6096000" cy="27510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210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</p:txBody>
      </p:sp>
    </p:spTree>
    <p:extLst>
      <p:ext uri="{BB962C8B-B14F-4D97-AF65-F5344CB8AC3E}">
        <p14:creationId xmlns:p14="http://schemas.microsoft.com/office/powerpoint/2010/main" val="3379618922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기본 라우팅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highlight>
                  <a:srgbClr val="FFFF00"/>
                </a:highlight>
                <a:latin typeface="+mn-ea"/>
              </a:rPr>
              <a:t>max.jsx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파일 수정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0F2BF47-8ACD-DB45-076C-804B4061FC43}"/>
              </a:ext>
            </a:extLst>
          </p:cNvPr>
          <p:cNvCxnSpPr/>
          <p:nvPr/>
        </p:nvCxnSpPr>
        <p:spPr>
          <a:xfrm>
            <a:off x="2842289" y="2745865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14BD0953-276C-4983-0F43-B5B0BA84F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45" y="2001367"/>
            <a:ext cx="5634942" cy="356225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/client'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'./index.css'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RouterProvider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'react-router'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'./router/root'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2100"/>
              </a:lnSpc>
              <a:buNone/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createRoot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'root'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)!).render(</a:t>
            </a:r>
          </a:p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RouterProvider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router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2100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50AE07-0C0F-343E-08A3-8DA3BADC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84" y="2587106"/>
            <a:ext cx="1724266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82475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기본 라우팅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latin typeface="+mn-ea"/>
                <a:hlinkClick r:id="rId3"/>
              </a:rPr>
              <a:t>http://localhost:</a:t>
            </a:r>
            <a:r>
              <a:rPr lang="en-US" altLang="ko-KR" dirty="0">
                <a:latin typeface="+mn-ea"/>
              </a:rPr>
              <a:t>5173 </a:t>
            </a:r>
            <a:r>
              <a:rPr lang="ko-KR" altLang="en-US" dirty="0">
                <a:latin typeface="+mn-ea"/>
              </a:rPr>
              <a:t>브라우저 확인</a:t>
            </a:r>
            <a:endParaRPr lang="ko-KR" altLang="en-US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B3E4598-C733-45D4-9D1F-305AA815E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043" y="2570754"/>
            <a:ext cx="591585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68850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pages</a:t>
            </a:r>
            <a:r>
              <a:rPr lang="ko-KR" altLang="en-US" dirty="0">
                <a:latin typeface="+mn-ea"/>
              </a:rPr>
              <a:t>라는 이름의 폴더 생성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b="1" dirty="0" err="1">
                <a:highlight>
                  <a:srgbClr val="FFFF00"/>
                </a:highlight>
                <a:latin typeface="+mn-ea"/>
              </a:rPr>
              <a:t>mainPage.tsx</a:t>
            </a:r>
            <a:r>
              <a:rPr lang="en-US" altLang="ko-KR" b="1" dirty="0"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b="1" dirty="0">
                <a:highlight>
                  <a:srgbClr val="FFFF00"/>
                </a:highlight>
                <a:latin typeface="+mn-ea"/>
              </a:rPr>
              <a:t>파일 추가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52A25EC-5D9A-90F6-43D8-CD3CFC965DAE}"/>
              </a:ext>
            </a:extLst>
          </p:cNvPr>
          <p:cNvCxnSpPr/>
          <p:nvPr/>
        </p:nvCxnSpPr>
        <p:spPr>
          <a:xfrm>
            <a:off x="3460389" y="2919714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06A04797-9BBB-A0AC-E4A2-96669B2EA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228" y="2750551"/>
            <a:ext cx="1962424" cy="108600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524FDA-8E3E-CD10-54F9-FEAD14F7E71F}"/>
              </a:ext>
            </a:extLst>
          </p:cNvPr>
          <p:cNvSpPr txBox="1"/>
          <p:nvPr/>
        </p:nvSpPr>
        <p:spPr>
          <a:xfrm>
            <a:off x="4355843" y="2750551"/>
            <a:ext cx="6096964" cy="259724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text-3xl"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Page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175"/>
              </a:lnSpc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0213783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첫 화면은 </a:t>
            </a:r>
            <a:r>
              <a:rPr lang="en-US" altLang="ko-KR" dirty="0" err="1">
                <a:latin typeface="+mn-ea"/>
              </a:rPr>
              <a:t>MainPage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컴포넌트가 보일 수 있도록 </a:t>
            </a:r>
            <a:r>
              <a:rPr lang="en-US" altLang="ko-KR" b="1" dirty="0" err="1">
                <a:highlight>
                  <a:srgbClr val="FFFF00"/>
                </a:highlight>
                <a:latin typeface="+mn-ea"/>
              </a:rPr>
              <a:t>root.tsx</a:t>
            </a:r>
            <a:r>
              <a:rPr lang="en-US" altLang="ko-KR" b="1" dirty="0"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b="1" dirty="0">
                <a:highlight>
                  <a:srgbClr val="FFFF00"/>
                </a:highlight>
                <a:latin typeface="+mn-ea"/>
              </a:rPr>
              <a:t>파일에 설정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5321-65FB-232E-626B-9CBE4F45D05D}"/>
              </a:ext>
            </a:extLst>
          </p:cNvPr>
          <p:cNvSpPr txBox="1"/>
          <p:nvPr/>
        </p:nvSpPr>
        <p:spPr>
          <a:xfrm>
            <a:off x="4611102" y="2584353"/>
            <a:ext cx="6785636" cy="297961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&gt;&lt;Main/&gt;&lt;/Suspense&gt;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  <a:p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B0CAA89-CA43-95CD-3268-E8376A9512CF}"/>
              </a:ext>
            </a:extLst>
          </p:cNvPr>
          <p:cNvCxnSpPr/>
          <p:nvPr/>
        </p:nvCxnSpPr>
        <p:spPr>
          <a:xfrm>
            <a:off x="3605072" y="2935289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1455D4E0-9F1F-1998-0155-58A5D62E2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937" y="2781210"/>
            <a:ext cx="1752845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1785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>
                <a:latin typeface="+mn-ea"/>
                <a:hlinkClick r:id="rId3"/>
              </a:rPr>
              <a:t>http://localhost:</a:t>
            </a:r>
            <a:r>
              <a:rPr lang="en-US" altLang="ko-KR" dirty="0">
                <a:latin typeface="+mn-ea"/>
              </a:rPr>
              <a:t>5173 </a:t>
            </a:r>
            <a:r>
              <a:rPr lang="ko-KR" altLang="en-US" dirty="0">
                <a:latin typeface="+mn-ea"/>
              </a:rPr>
              <a:t>브라우저 확인 </a:t>
            </a:r>
            <a:r>
              <a:rPr lang="en-US" altLang="ko-KR" dirty="0">
                <a:latin typeface="+mn-ea"/>
              </a:rPr>
              <a:t>: </a:t>
            </a:r>
            <a:r>
              <a:rPr lang="en-US" altLang="ko-KR" dirty="0" err="1">
                <a:latin typeface="+mn-ea"/>
              </a:rPr>
              <a:t>MainPage</a:t>
            </a:r>
            <a:r>
              <a:rPr lang="en-US" altLang="ko-KR" dirty="0">
                <a:latin typeface="+mn-ea"/>
              </a:rPr>
              <a:t> component</a:t>
            </a:r>
            <a:r>
              <a:rPr lang="ko-KR" altLang="en-US" dirty="0">
                <a:latin typeface="+mn-ea"/>
              </a:rPr>
              <a:t>가 출력</a:t>
            </a:r>
            <a:endParaRPr lang="ko-KR" altLang="en-US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96EAA2-DE42-F9E9-9F7A-F7C3271F9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7" y="2594022"/>
            <a:ext cx="1021080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1469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 </a:t>
            </a:r>
            <a:r>
              <a:rPr lang="en-US" altLang="ko-KR" b="1" dirty="0">
                <a:latin typeface="+mn-ea"/>
              </a:rPr>
              <a:t>: lazy( )</a:t>
            </a:r>
            <a:r>
              <a:rPr lang="ko-KR" altLang="en-US" b="1" dirty="0">
                <a:latin typeface="+mn-ea"/>
              </a:rPr>
              <a:t> 지연로딩 동작 확인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컴포넌트로 </a:t>
            </a:r>
            <a:r>
              <a:rPr lang="en-US" altLang="ko-KR" dirty="0" err="1">
                <a:highlight>
                  <a:srgbClr val="FFFF00"/>
                </a:highlight>
                <a:latin typeface="+mn-ea"/>
              </a:rPr>
              <a:t>aboutPage.tsx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추가</a:t>
            </a:r>
            <a:endParaRPr lang="ko-KR" altLang="en-US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A925E2C-C28B-2A59-3527-4D102326BA52}"/>
              </a:ext>
            </a:extLst>
          </p:cNvPr>
          <p:cNvCxnSpPr/>
          <p:nvPr/>
        </p:nvCxnSpPr>
        <p:spPr>
          <a:xfrm>
            <a:off x="3767117" y="3308548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21237C4B-BD3F-7CD2-7D71-F09491634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359" y="2779130"/>
            <a:ext cx="2200582" cy="1057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F33EED-866C-48EE-4EE0-DD244D801907}"/>
              </a:ext>
            </a:extLst>
          </p:cNvPr>
          <p:cNvSpPr txBox="1"/>
          <p:nvPr/>
        </p:nvSpPr>
        <p:spPr>
          <a:xfrm>
            <a:off x="4749961" y="2631808"/>
            <a:ext cx="6096964" cy="22772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text-3xl"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 Page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6782927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 </a:t>
            </a:r>
            <a:r>
              <a:rPr lang="en-US" altLang="ko-KR" b="1" dirty="0">
                <a:latin typeface="+mn-ea"/>
              </a:rPr>
              <a:t>: lazy( )</a:t>
            </a:r>
            <a:r>
              <a:rPr lang="ko-KR" altLang="en-US" b="1" dirty="0">
                <a:latin typeface="+mn-ea"/>
              </a:rPr>
              <a:t> 지연로딩 동작 확인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‘/about’ </a:t>
            </a:r>
            <a:r>
              <a:rPr lang="ko-KR" altLang="en-US" dirty="0">
                <a:latin typeface="+mn-ea"/>
              </a:rPr>
              <a:t>경로에서 페이지가 보이도록 </a:t>
            </a:r>
            <a:r>
              <a:rPr lang="en-US" altLang="ko-KR" dirty="0" err="1">
                <a:highlight>
                  <a:srgbClr val="FFFF00"/>
                </a:highlight>
                <a:latin typeface="+mn-ea"/>
              </a:rPr>
              <a:t>root.tsx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설정</a:t>
            </a:r>
            <a:endParaRPr lang="ko-KR" altLang="en-US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1864C1A-AB81-8250-4648-252E4FF81C7B}"/>
              </a:ext>
            </a:extLst>
          </p:cNvPr>
          <p:cNvCxnSpPr>
            <a:cxnSpLocks/>
          </p:cNvCxnSpPr>
          <p:nvPr/>
        </p:nvCxnSpPr>
        <p:spPr>
          <a:xfrm>
            <a:off x="3821507" y="3339431"/>
            <a:ext cx="74673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7F8524F-2C2B-1679-6316-0AB6108A9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47" y="2991720"/>
            <a:ext cx="1800476" cy="695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6B83AF-5257-CFA5-BF96-741C7D23FD76}"/>
              </a:ext>
            </a:extLst>
          </p:cNvPr>
          <p:cNvSpPr txBox="1"/>
          <p:nvPr/>
        </p:nvSpPr>
        <p:spPr>
          <a:xfrm>
            <a:off x="4952726" y="2668708"/>
            <a:ext cx="6096000" cy="36471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= lazy(()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About = lazy(()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element: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&gt;&lt;Main/&gt;&lt;/Suspense&gt;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element: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&gt;&lt;About/&gt;&lt;/Suspense&gt;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</p:txBody>
      </p:sp>
    </p:spTree>
    <p:extLst>
      <p:ext uri="{BB962C8B-B14F-4D97-AF65-F5344CB8AC3E}">
        <p14:creationId xmlns:p14="http://schemas.microsoft.com/office/powerpoint/2010/main" val="2749008203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React-Router </a:t>
            </a:r>
            <a:r>
              <a:rPr lang="ko-KR" altLang="en-US" dirty="0"/>
              <a:t>설정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페이지용 컴포넌트 추가와 설정 </a:t>
            </a:r>
            <a:r>
              <a:rPr lang="en-US" altLang="ko-KR" b="1" dirty="0">
                <a:latin typeface="+mn-ea"/>
              </a:rPr>
              <a:t>: lazy( )</a:t>
            </a:r>
            <a:r>
              <a:rPr lang="ko-KR" altLang="en-US" b="1" dirty="0">
                <a:latin typeface="+mn-ea"/>
              </a:rPr>
              <a:t> 지연로딩 동작 확인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root.tsx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설정을 통해 </a:t>
            </a:r>
            <a:r>
              <a:rPr lang="en-US" altLang="ko-KR" dirty="0">
                <a:latin typeface="+mn-ea"/>
              </a:rPr>
              <a:t>‘/about’ </a:t>
            </a:r>
            <a:r>
              <a:rPr lang="ko-KR" altLang="en-US" dirty="0">
                <a:latin typeface="+mn-ea"/>
              </a:rPr>
              <a:t>경로에서 페이지가 보이도록 설정</a:t>
            </a:r>
            <a:endParaRPr lang="ko-KR" altLang="en-US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BE18D5-09DD-B4C4-339C-E7E18599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1B0626-B63B-7014-A587-C819F06C3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948328-D86D-058B-6945-ACEFC267B7CB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02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25F0C3C-1BC2-DFB4-CF17-F2AAE5201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306" y="3429000"/>
            <a:ext cx="5503763" cy="231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2894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3. &lt;NavLink&gt;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를 통한 이동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92079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&lt;NavLink&gt;</a:t>
            </a:r>
            <a:r>
              <a:rPr lang="ko-KR" altLang="en-US" dirty="0"/>
              <a:t>를 통한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&lt;NavLink&gt;</a:t>
            </a:r>
            <a:r>
              <a:rPr lang="ko-KR" altLang="en-US" b="1" dirty="0"/>
              <a:t>를 통한 이동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latin typeface="+mn-ea"/>
                <a:sym typeface="Wingdings" panose="05000000000000000000" pitchFamily="2" charset="2"/>
              </a:rPr>
              <a:t>리액트는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SPA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로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,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브라우저 주소창을 통해 컴포넌트 출력 가능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latin typeface="+mn-ea"/>
                <a:sym typeface="Wingdings" panose="05000000000000000000" pitchFamily="2" charset="2"/>
              </a:rPr>
              <a:t>주소창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 변경은 애플리케이션 전체 로딩과 처리를 의미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 SPA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에서는 새 창 열거나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＇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새로 고침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'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주의해야 함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 React-Router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&lt;a&gt;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태그 사용을 피해야 함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.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91568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&lt;NavLink&gt; </a:t>
            </a:r>
            <a:r>
              <a:rPr lang="ko-KR" altLang="en-US" dirty="0"/>
              <a:t>혹은 </a:t>
            </a:r>
            <a:r>
              <a:rPr lang="en-US" altLang="ko-KR" dirty="0"/>
              <a:t>&lt;Link&gt;</a:t>
            </a:r>
            <a:r>
              <a:rPr lang="ko-KR" altLang="en-US" dirty="0"/>
              <a:t>를 통한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React-Router</a:t>
            </a:r>
            <a:r>
              <a:rPr lang="ko-KR" altLang="en-US" b="1" dirty="0"/>
              <a:t>를 이용하는 경우에 다른 경로에 대한 링크는 </a:t>
            </a:r>
            <a:r>
              <a:rPr lang="en-US" altLang="ko-KR" b="1" dirty="0">
                <a:highlight>
                  <a:srgbClr val="FFFF00"/>
                </a:highlight>
              </a:rPr>
              <a:t>&lt;NavLink&gt;,&lt;Link&gt;</a:t>
            </a:r>
            <a:r>
              <a:rPr lang="ko-KR" altLang="en-US" b="1" dirty="0"/>
              <a:t>를 이용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48AA118-08FB-4229-6D54-B37F20902C13}"/>
              </a:ext>
            </a:extLst>
          </p:cNvPr>
          <p:cNvCxnSpPr/>
          <p:nvPr/>
        </p:nvCxnSpPr>
        <p:spPr>
          <a:xfrm>
            <a:off x="3872675" y="3505342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34AE655A-0EBC-5267-A6A2-95BE9154D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232" y="2075003"/>
            <a:ext cx="4917310" cy="443262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NavLink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 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text-3xl"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&lt;NavLink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'/about'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&lt;/NavLink&gt;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 Page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EFEE89-C183-9633-2FCC-4AEC88056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97" y="2791030"/>
            <a:ext cx="1819529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895284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&lt;NavLink&gt;</a:t>
            </a:r>
            <a:r>
              <a:rPr lang="ko-KR" altLang="en-US" dirty="0"/>
              <a:t>를 통한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&lt;</a:t>
            </a:r>
            <a:r>
              <a:rPr lang="en-US" altLang="ko-KR" dirty="0"/>
              <a:t> NavLink </a:t>
            </a:r>
            <a:r>
              <a:rPr lang="en-US" altLang="ko-KR" b="1" dirty="0"/>
              <a:t>&gt;</a:t>
            </a:r>
            <a:r>
              <a:rPr lang="ko-KR" altLang="en-US" b="1" dirty="0"/>
              <a:t>는 리액트 내부에서 컴포넌트 처리</a:t>
            </a:r>
            <a:r>
              <a:rPr lang="en-US" altLang="ko-KR" b="1" dirty="0"/>
              <a:t>.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&lt;Suspense&gt;</a:t>
            </a:r>
            <a:r>
              <a:rPr lang="ko-KR" altLang="en-US" b="1" dirty="0"/>
              <a:t>와 </a:t>
            </a:r>
            <a:r>
              <a:rPr lang="en-US" altLang="ko-KR" b="1" dirty="0"/>
              <a:t>lazy( )</a:t>
            </a:r>
            <a:r>
              <a:rPr lang="ko-KR" altLang="en-US" b="1" dirty="0"/>
              <a:t>로 필요 시점에 컴포넌트 로딩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'/' </a:t>
            </a:r>
            <a:r>
              <a:rPr lang="ko-KR" altLang="en-US" b="1" dirty="0"/>
              <a:t>경로 접근 시 </a:t>
            </a:r>
            <a:r>
              <a:rPr lang="en-US" altLang="ko-KR" b="1" dirty="0" err="1"/>
              <a:t>MainPage</a:t>
            </a:r>
            <a:r>
              <a:rPr lang="ko-KR" altLang="en-US" b="1" dirty="0"/>
              <a:t>만 </a:t>
            </a:r>
            <a:r>
              <a:rPr lang="ko-KR" altLang="en-US" b="1" dirty="0" err="1"/>
              <a:t>로딩하여</a:t>
            </a:r>
            <a:r>
              <a:rPr lang="ko-KR" altLang="en-US" b="1" dirty="0"/>
              <a:t> 보여줌</a:t>
            </a:r>
            <a:r>
              <a:rPr lang="en-US" altLang="ko-KR" b="1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'About'</a:t>
            </a:r>
            <a:r>
              <a:rPr lang="ko-KR" altLang="en-US" b="1" dirty="0"/>
              <a:t>을 클릭하면 </a:t>
            </a:r>
            <a:r>
              <a:rPr lang="en-US" altLang="ko-KR" b="1" dirty="0" err="1"/>
              <a:t>AboutPage</a:t>
            </a:r>
            <a:r>
              <a:rPr lang="en-US" altLang="ko-KR" b="1" dirty="0"/>
              <a:t> </a:t>
            </a:r>
            <a:r>
              <a:rPr lang="ko-KR" altLang="en-US" b="1" dirty="0"/>
              <a:t>컴포넌트만 추가적으로 로딩되는 것을 확인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 </a:t>
            </a:r>
            <a:endParaRPr lang="ko-KR" altLang="en-US" dirty="0"/>
          </a:p>
          <a:p>
            <a:pPr lvl="1">
              <a:buFont typeface="Wingdings" panose="05000000000000000000" pitchFamily="2" charset="2"/>
              <a:buChar char="à"/>
            </a:pP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4262547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&lt;NavLink&gt;</a:t>
            </a:r>
            <a:r>
              <a:rPr lang="ko-KR" altLang="en-US" dirty="0"/>
              <a:t>를 통한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SPA </a:t>
            </a:r>
            <a:r>
              <a:rPr lang="ko-KR" altLang="en-US" b="1" dirty="0"/>
              <a:t>리액트 애플리케이션의 단점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초기 실행 시간이 오래 걸림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ko-KR" altLang="en-US" b="1" dirty="0"/>
              <a:t>해결 방법 </a:t>
            </a:r>
            <a:r>
              <a:rPr lang="en-US" altLang="ko-KR" b="1" dirty="0"/>
              <a:t>: </a:t>
            </a:r>
            <a:r>
              <a:rPr lang="ko-KR" altLang="en-US" b="1" dirty="0"/>
              <a:t>분할 로딩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</a:t>
            </a:r>
            <a:r>
              <a:rPr lang="en-US" altLang="ko-KR" dirty="0"/>
              <a:t>&lt;Suspense&gt;</a:t>
            </a:r>
            <a:r>
              <a:rPr lang="ko-KR" altLang="en-US" dirty="0"/>
              <a:t>와 </a:t>
            </a:r>
            <a:r>
              <a:rPr lang="en-US" altLang="ko-KR" dirty="0"/>
              <a:t>&lt;Lazy&gt;</a:t>
            </a:r>
            <a:r>
              <a:rPr lang="ko-KR" altLang="en-US" dirty="0"/>
              <a:t>를 이용한 코드 분할</a:t>
            </a:r>
            <a:r>
              <a:rPr lang="en-US" altLang="ko-KR" dirty="0"/>
              <a:t>(Code Splitting) </a:t>
            </a:r>
            <a:r>
              <a:rPr lang="ko-KR" altLang="en-US" dirty="0"/>
              <a:t>적용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518054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&lt;Link&gt;</a:t>
            </a:r>
            <a:r>
              <a:rPr lang="ko-KR" altLang="en-US" dirty="0"/>
              <a:t>를 통한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페이지 컴포넌트들의 레이아웃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 </a:t>
            </a:r>
            <a:r>
              <a:rPr lang="en-US" altLang="ko-KR" dirty="0"/>
              <a:t>React-Router</a:t>
            </a:r>
            <a:r>
              <a:rPr lang="ko-KR" altLang="en-US" dirty="0"/>
              <a:t>를 이용하여 웹 페이지 간 이동처럼 컴포넌트 처리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 &lt;Link&gt; </a:t>
            </a:r>
            <a:r>
              <a:rPr lang="ko-KR" altLang="en-US" dirty="0"/>
              <a:t>등으로 브라우저 새로 고침 최소화</a:t>
            </a:r>
            <a:r>
              <a:rPr lang="en-US" altLang="ko-KR" dirty="0"/>
              <a:t>, </a:t>
            </a:r>
            <a:r>
              <a:rPr lang="ko-KR" altLang="en-US" dirty="0"/>
              <a:t>페이지 컴포넌트 간 이동 용이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 공통 레이아웃 템플릿 구성</a:t>
            </a:r>
            <a:r>
              <a:rPr lang="en-US" altLang="ko-KR" dirty="0"/>
              <a:t>, </a:t>
            </a:r>
            <a:r>
              <a:rPr lang="ko-KR" altLang="en-US" dirty="0"/>
              <a:t>메뉴 구조로 재사용 가능한 링크 처리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03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621168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BCC79-0EF1-9C2A-C4FB-A17D61F80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NavLink</a:t>
            </a:r>
            <a:r>
              <a:rPr lang="ko-KR" altLang="en-US" dirty="0"/>
              <a:t>와 </a:t>
            </a:r>
            <a:r>
              <a:rPr lang="en-US" altLang="ko-KR" dirty="0"/>
              <a:t>Link</a:t>
            </a:r>
            <a:r>
              <a:rPr lang="ko-KR" altLang="en-US" dirty="0"/>
              <a:t>의 차이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1DA186-F1D5-83EB-2BF9-68D987806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Link</a:t>
            </a:r>
          </a:p>
          <a:p>
            <a:pPr lvl="1"/>
            <a:r>
              <a:rPr lang="ko-KR" altLang="en-US" dirty="0"/>
              <a:t>간단한 경로 이동 </a:t>
            </a:r>
            <a:endParaRPr lang="en-US" altLang="ko-KR" dirty="0"/>
          </a:p>
          <a:p>
            <a:r>
              <a:rPr lang="en-US" altLang="ko-KR" dirty="0"/>
              <a:t>NavLink</a:t>
            </a:r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URL</a:t>
            </a:r>
            <a:r>
              <a:rPr lang="ko-KR" altLang="en-US" dirty="0"/>
              <a:t>과 링크가 일치하는 경우 스타일 적용 가능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7DF83E-23D6-81BE-CFF2-6DFD07E8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346114-AB5F-2759-0683-04C61FF0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932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4.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레이아웃 컴포넌트와 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children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517357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레이아웃 컴포넌트와 </a:t>
            </a:r>
            <a:r>
              <a:rPr lang="en-US" altLang="ko-KR" dirty="0"/>
              <a:t>children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layouts </a:t>
            </a:r>
            <a:r>
              <a:rPr lang="ko-KR" altLang="en-US" b="1" dirty="0"/>
              <a:t>폴더를 생성</a:t>
            </a:r>
            <a:r>
              <a:rPr lang="en-US" altLang="ko-KR" b="1" dirty="0"/>
              <a:t>, </a:t>
            </a:r>
            <a:r>
              <a:rPr lang="en-US" altLang="ko-KR" b="1" dirty="0" err="1"/>
              <a:t>basicLayout.tsx</a:t>
            </a:r>
            <a:r>
              <a:rPr lang="en-US" altLang="ko-KR" b="1" dirty="0"/>
              <a:t> </a:t>
            </a:r>
            <a:r>
              <a:rPr lang="ko-KR" altLang="en-US" b="1" dirty="0"/>
              <a:t>컴포넌트를 생성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</a:t>
            </a:r>
            <a:r>
              <a:rPr lang="en-US" altLang="ko-KR" dirty="0" err="1"/>
              <a:t>BasicLayout</a:t>
            </a:r>
            <a:r>
              <a:rPr lang="en-US" altLang="ko-KR" dirty="0"/>
              <a:t> </a:t>
            </a:r>
            <a:r>
              <a:rPr lang="ko-KR" altLang="en-US" dirty="0"/>
              <a:t>컴포넌트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상단에 공통 메뉴와 링크</a:t>
            </a:r>
            <a:r>
              <a:rPr lang="en-US" altLang="ko-KR" dirty="0"/>
              <a:t>, </a:t>
            </a:r>
            <a:r>
              <a:rPr lang="ko-KR" altLang="en-US" dirty="0"/>
              <a:t>아래로 페이지 컴포넌트 출력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'children' </a:t>
            </a:r>
            <a:r>
              <a:rPr lang="ko-KR" altLang="en-US" dirty="0"/>
              <a:t>속성으로 컴포넌트 내부에 다른 컴포넌트 적용 가능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간단한 구조</a:t>
            </a:r>
            <a:br>
              <a:rPr lang="en-US" altLang="ko-KR" dirty="0"/>
            </a:br>
            <a:r>
              <a:rPr lang="en-US" altLang="ko-KR" dirty="0"/>
              <a:t> &lt;nav&gt;</a:t>
            </a:r>
            <a:r>
              <a:rPr lang="ko-KR" altLang="en-US" dirty="0"/>
              <a:t>와 </a:t>
            </a:r>
            <a:r>
              <a:rPr lang="en-US" altLang="ko-KR" dirty="0"/>
              <a:t>&lt;div&gt;</a:t>
            </a:r>
            <a:r>
              <a:rPr lang="ko-KR" altLang="en-US" dirty="0"/>
              <a:t>로 구분하여 작성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137FF0C-D9D6-C156-2D92-1B9DDEF2C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815" y="4445898"/>
            <a:ext cx="3210373" cy="19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95639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레이아웃 컴포넌트와 </a:t>
            </a:r>
            <a:r>
              <a:rPr lang="en-US" altLang="ko-KR" dirty="0"/>
              <a:t>children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674867" y="666570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layouts </a:t>
            </a:r>
            <a:r>
              <a:rPr lang="ko-KR" altLang="en-US" b="1" dirty="0"/>
              <a:t>폴더를 생성</a:t>
            </a:r>
            <a:r>
              <a:rPr lang="en-US" altLang="ko-KR" b="1" dirty="0"/>
              <a:t>, </a:t>
            </a:r>
            <a:r>
              <a:rPr lang="en-US" altLang="ko-KR" b="1" dirty="0" err="1"/>
              <a:t>basicLayout.jsx</a:t>
            </a:r>
            <a:r>
              <a:rPr lang="en-US" altLang="ko-KR" b="1" dirty="0"/>
              <a:t> </a:t>
            </a:r>
            <a:r>
              <a:rPr lang="ko-KR" altLang="en-US" b="1" dirty="0"/>
              <a:t>컴포넌트를 생성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C9C5C5DB-A4C7-335D-4E67-2913DA2C3458}"/>
              </a:ext>
            </a:extLst>
          </p:cNvPr>
          <p:cNvCxnSpPr>
            <a:cxnSpLocks/>
          </p:cNvCxnSpPr>
          <p:nvPr/>
        </p:nvCxnSpPr>
        <p:spPr>
          <a:xfrm>
            <a:off x="3090441" y="2904552"/>
            <a:ext cx="823611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24559972-7ADD-0BEC-BB70-6FD420F2F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098" y="2264145"/>
            <a:ext cx="1848108" cy="10478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35FA37-26F2-AB45-9EED-224493033373}"/>
              </a:ext>
            </a:extLst>
          </p:cNvPr>
          <p:cNvSpPr txBox="1"/>
          <p:nvPr/>
        </p:nvSpPr>
        <p:spPr>
          <a:xfrm>
            <a:off x="4052433" y="1782395"/>
            <a:ext cx="7663887" cy="3631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Outlet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&lt;header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"bg-teal-400 p-5"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"text-2xl md:text-4xl"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&lt;/header&gt;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my-5 w-full flex flex-col space-y-4 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md:flex-row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md:space-x-4 md:space-y-0"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&lt;main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"bg-sky-300 md:w-2/3 lg:w-3/4 px-5 py-40"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&lt;Outlet/&gt;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&lt;/main&gt;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&lt;aside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"bg-green-300 md:w-1/3 lg:w-1/4 px-5 py-40"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"text-2xl md:text-4xl"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Sidebar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&lt;/aside&gt;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775430441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레이아웃 컴포넌트와 </a:t>
            </a:r>
            <a:r>
              <a:rPr lang="en-US" altLang="ko-KR" dirty="0"/>
              <a:t>&lt;Outlet&gt;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라우터 설정을 이용해서 레이아웃 지정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CAD2B6-3DF7-DA5D-A410-3C10AC1E3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01" y="1697966"/>
            <a:ext cx="2248214" cy="6954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6A3B7DC-80A0-BF80-084A-909C1E40C63E}"/>
              </a:ext>
            </a:extLst>
          </p:cNvPr>
          <p:cNvSpPr txBox="1"/>
          <p:nvPr/>
        </p:nvSpPr>
        <p:spPr>
          <a:xfrm>
            <a:off x="4261625" y="1697966"/>
            <a:ext cx="6096000" cy="440120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"../layouts/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About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index: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&gt;&lt;Main/&gt;&lt;/Suspense&gt;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&gt;&lt;About/&gt;&lt;/Suspense&gt;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</p:txBody>
      </p:sp>
    </p:spTree>
    <p:extLst>
      <p:ext uri="{BB962C8B-B14F-4D97-AF65-F5344CB8AC3E}">
        <p14:creationId xmlns:p14="http://schemas.microsoft.com/office/powerpoint/2010/main" val="2972411440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레이아웃 컴포넌트와 </a:t>
            </a:r>
            <a:r>
              <a:rPr lang="en-US" altLang="ko-KR" dirty="0"/>
              <a:t>children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/>
              <a:t>AboutPage</a:t>
            </a:r>
            <a:r>
              <a:rPr lang="en-US" altLang="ko-KR" b="1" dirty="0"/>
              <a:t> : &lt;</a:t>
            </a:r>
            <a:r>
              <a:rPr lang="en-US" altLang="ko-KR" b="1" dirty="0" err="1"/>
              <a:t>BasicLayout</a:t>
            </a:r>
            <a:r>
              <a:rPr lang="en-US" altLang="ko-KR" b="1" dirty="0"/>
              <a:t>&gt; </a:t>
            </a:r>
            <a:r>
              <a:rPr lang="ko-KR" altLang="en-US" b="1" dirty="0"/>
              <a:t>을 적용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04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8F8BD-42BB-BAEC-A586-25649667A962}"/>
              </a:ext>
            </a:extLst>
          </p:cNvPr>
          <p:cNvSpPr txBox="1"/>
          <p:nvPr/>
        </p:nvSpPr>
        <p:spPr>
          <a:xfrm>
            <a:off x="5201373" y="2180396"/>
            <a:ext cx="6096964" cy="2277290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text-3xl"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 Page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650"/>
              </a:lnSpc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7F90808-2779-0EAB-FB03-750F7D1C2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81" y="2180396"/>
            <a:ext cx="1943371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13756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93058-8502-8E66-EF97-35E8A8277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058F99-2F4F-047D-297B-7A68F5E0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043B06-B2EE-FB62-4737-525AD4F8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31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CB3F5D9-487F-3A6A-DF2D-0B458B41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5" y="779640"/>
            <a:ext cx="7178675" cy="40921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DF3FF70-B87A-A3A3-DA37-234BE4F20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671" y="2639140"/>
            <a:ext cx="6667032" cy="37882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01004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5.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상단 메뉴 컴포넌트 구성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1733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상단 메뉴 컴포넌트 구성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681039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레이아웃 화면에 메뉴 부분 </a:t>
            </a:r>
            <a:r>
              <a:rPr lang="en-US" altLang="ko-KR" b="1" dirty="0"/>
              <a:t>: </a:t>
            </a:r>
            <a:r>
              <a:rPr lang="ko-KR" altLang="en-US" b="1" dirty="0"/>
              <a:t>별도의 컴포넌트 활용</a:t>
            </a:r>
            <a:r>
              <a:rPr lang="en-US" altLang="ko-KR" b="1" dirty="0"/>
              <a:t>.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b="1" dirty="0"/>
              <a:t> </a:t>
            </a:r>
            <a:r>
              <a:rPr lang="en-US" altLang="ko-KR" dirty="0"/>
              <a:t>components </a:t>
            </a:r>
            <a:r>
              <a:rPr lang="ko-KR" altLang="en-US" dirty="0"/>
              <a:t>폴더의 </a:t>
            </a:r>
            <a:r>
              <a:rPr lang="en-US" altLang="ko-KR" dirty="0"/>
              <a:t>menus </a:t>
            </a:r>
            <a:r>
              <a:rPr lang="ko-KR" altLang="en-US" dirty="0"/>
              <a:t>폴더 추가 후 </a:t>
            </a:r>
            <a:r>
              <a:rPr lang="en-US" altLang="ko-KR" b="1" dirty="0" err="1">
                <a:highlight>
                  <a:srgbClr val="FFFF00"/>
                </a:highlight>
              </a:rPr>
              <a:t>basicMenu.tsx</a:t>
            </a:r>
            <a:r>
              <a:rPr lang="en-US" altLang="ko-KR" dirty="0"/>
              <a:t> </a:t>
            </a:r>
            <a:r>
              <a:rPr lang="ko-KR" altLang="en-US" dirty="0"/>
              <a:t>파일 추가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2EFEA600-1314-D6BF-C075-346B50791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827" y="2064614"/>
            <a:ext cx="4612512" cy="355481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NavLink }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BasicMenu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'navbar'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flex bg-blue-300"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"w-4/5 bg-gray-500"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p-4 text-white font-bold"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"pr-6 text-2xl"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&lt;NavLink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&lt;/NavLink&gt;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"pr-6 text-2xl"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&lt;NavLink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'/about'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About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&lt;/NavLink&gt;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"pr-6 text-2xl"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&lt;NavLink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'/todo/'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&lt;/NavLink&gt;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&lt;/nav&gt;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BasicMenu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64303AA-7A14-0A93-621D-8EC3448E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43" y="2258334"/>
            <a:ext cx="2886478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87703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상단 메뉴 컴포넌트 구성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/>
              <a:t>BasicLayout</a:t>
            </a:r>
            <a:r>
              <a:rPr lang="ko-KR" altLang="en-US" b="1" dirty="0"/>
              <a:t>에 상단 메뉴로 추가 </a:t>
            </a:r>
            <a:r>
              <a:rPr lang="en-US" altLang="ko-KR" b="1" dirty="0">
                <a:sym typeface="Wingdings" panose="05000000000000000000" pitchFamily="2" charset="2"/>
              </a:rPr>
              <a:t></a:t>
            </a:r>
            <a:r>
              <a:rPr lang="ko-KR" altLang="en-US" b="1" dirty="0"/>
              <a:t> 각 화면에 공통의 메뉴가 출력</a:t>
            </a:r>
            <a:r>
              <a:rPr lang="en-US" altLang="ko-KR" b="1" dirty="0"/>
              <a:t> </a:t>
            </a:r>
            <a:r>
              <a:rPr lang="ko-KR" altLang="en-US" b="1" dirty="0"/>
              <a:t>되도록 구성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5A75B9C-CBF7-1A49-9E16-A7A1BBE88490}"/>
              </a:ext>
            </a:extLst>
          </p:cNvPr>
          <p:cNvCxnSpPr>
            <a:cxnSpLocks/>
          </p:cNvCxnSpPr>
          <p:nvPr/>
        </p:nvCxnSpPr>
        <p:spPr>
          <a:xfrm>
            <a:off x="3467100" y="2904553"/>
            <a:ext cx="504825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DE271EFF-FC40-6655-3589-5F1593A39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54" y="2517868"/>
            <a:ext cx="1457528" cy="6763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91F7F70-D6DF-9453-E05D-2E52FCE91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281" y="2404969"/>
            <a:ext cx="5858693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0721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상단 메뉴 컴포넌트 구성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334702" y="781615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페이지 확인</a:t>
            </a:r>
            <a:r>
              <a:rPr lang="en-US" altLang="ko-KR" b="1" dirty="0"/>
              <a:t> </a:t>
            </a:r>
            <a:r>
              <a:rPr lang="en-US" altLang="ko-KR" b="1" dirty="0"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sym typeface="Wingdings" panose="05000000000000000000" pitchFamily="2" charset="2"/>
              </a:rPr>
              <a:t>모든 페이지에 메뉴 적용</a:t>
            </a:r>
            <a:endParaRPr lang="ko-KR" altLang="en-US" b="1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4BC710-12AF-F98F-DF49-11E8BFC8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284" y="1416309"/>
            <a:ext cx="7630087" cy="420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997798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상단 메뉴 컴포넌트 구성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새로운 단위 기능과 라우팅</a:t>
            </a:r>
            <a:endParaRPr lang="en-US" altLang="ko-KR" b="1" dirty="0">
              <a:latin typeface="+mn-ea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ko-KR" altLang="en-US" dirty="0"/>
              <a:t>애플리케이션 컴포넌트가 증가하면 </a:t>
            </a:r>
            <a:r>
              <a:rPr lang="en-US" altLang="ko-KR" dirty="0"/>
              <a:t>React-Router </a:t>
            </a:r>
            <a:r>
              <a:rPr lang="ko-KR" altLang="en-US" dirty="0"/>
              <a:t>설정과 메뉴 구조 복잡해짐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기능들을 묶어 </a:t>
            </a:r>
            <a:r>
              <a:rPr lang="en-US" altLang="ko-KR" dirty="0"/>
              <a:t>'</a:t>
            </a:r>
            <a:r>
              <a:rPr lang="ko-KR" altLang="en-US" dirty="0"/>
              <a:t>모듈</a:t>
            </a:r>
            <a:r>
              <a:rPr lang="en-US" altLang="ko-KR" dirty="0"/>
              <a:t>'</a:t>
            </a:r>
            <a:r>
              <a:rPr lang="ko-KR" altLang="en-US" dirty="0"/>
              <a:t>로 구성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게시판</a:t>
            </a:r>
            <a:r>
              <a:rPr lang="en-US" altLang="ko-KR" dirty="0"/>
              <a:t>, </a:t>
            </a:r>
            <a:r>
              <a:rPr lang="ko-KR" altLang="en-US" dirty="0"/>
              <a:t>회원</a:t>
            </a:r>
            <a:r>
              <a:rPr lang="en-US" altLang="ko-KR" dirty="0"/>
              <a:t>, </a:t>
            </a:r>
            <a:r>
              <a:rPr lang="ko-KR" altLang="en-US" dirty="0"/>
              <a:t>상품</a:t>
            </a:r>
            <a:r>
              <a:rPr lang="en-US" altLang="ko-KR" dirty="0"/>
              <a:t>).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각 모듈은 내부적으로 자체 메뉴를 가짐</a:t>
            </a:r>
            <a:r>
              <a:rPr lang="en-US" altLang="ko-KR" dirty="0"/>
              <a:t>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4839089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상단 메뉴 컴포넌트 구성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/>
              <a:t>새로운 단위 기능과 라우팅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05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01CDF0A-5CD3-1A6F-09AA-71FA6831C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06" y="1961507"/>
            <a:ext cx="4392613" cy="248183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14707F7-B129-D6AE-C6E7-38CEC099229A}"/>
              </a:ext>
            </a:extLst>
          </p:cNvPr>
          <p:cNvSpPr txBox="1"/>
          <p:nvPr/>
        </p:nvSpPr>
        <p:spPr>
          <a:xfrm>
            <a:off x="6504799" y="772895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/todo/list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F05613-0065-9552-EFE4-13B568BD47F5}"/>
              </a:ext>
            </a:extLst>
          </p:cNvPr>
          <p:cNvSpPr txBox="1"/>
          <p:nvPr/>
        </p:nvSpPr>
        <p:spPr>
          <a:xfrm>
            <a:off x="6406696" y="3623295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/todo/add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A6A52D-89C4-7DAE-21F0-34E7C14077B4}"/>
              </a:ext>
            </a:extLst>
          </p:cNvPr>
          <p:cNvSpPr txBox="1"/>
          <p:nvPr/>
        </p:nvSpPr>
        <p:spPr>
          <a:xfrm>
            <a:off x="9238850" y="3599699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/todo/read/33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65353B-C5C7-CE37-8DB8-294478BC87C0}"/>
              </a:ext>
            </a:extLst>
          </p:cNvPr>
          <p:cNvSpPr txBox="1"/>
          <p:nvPr/>
        </p:nvSpPr>
        <p:spPr>
          <a:xfrm>
            <a:off x="9220984" y="681039"/>
            <a:ext cx="247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/todo/modify/33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CC67982-C128-87FE-DA77-7D985D7EB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6282" y="1187417"/>
            <a:ext cx="2629652" cy="122536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9D77F41-EA4A-B748-3427-69D978F4A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829" y="4186858"/>
            <a:ext cx="2508107" cy="115697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4E86B21-E252-DB49-2A26-DFD77F78B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2572" y="4071406"/>
            <a:ext cx="2489537" cy="110383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DD9AE58-0F72-B6F7-C879-87DD5A3B22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1781" y="1160217"/>
            <a:ext cx="2925185" cy="127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23902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89746"/>
            <a:ext cx="12192000" cy="187431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</a:t>
            </a:r>
            <a: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  <a:t>6. </a:t>
            </a:r>
            <a:r>
              <a:rPr lang="ko-KR" altLang="en-US" sz="3100" b="1" dirty="0">
                <a:latin typeface="다음_SemiBold" pitchFamily="2" charset="-127"/>
                <a:ea typeface="다음_SemiBold" pitchFamily="2" charset="-127"/>
              </a:rPr>
              <a:t>하위 경로의 설정과 </a:t>
            </a:r>
            <a: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  <a:t>&lt;Outlet&gt;</a:t>
            </a:r>
            <a:b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</a:br>
            <a: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  <a:t>    7. todo/list </a:t>
            </a:r>
            <a:r>
              <a:rPr lang="ko-KR" altLang="en-US" sz="3100" b="1" dirty="0">
                <a:latin typeface="다음_SemiBold" pitchFamily="2" charset="-127"/>
                <a:ea typeface="다음_SemiBold" pitchFamily="2" charset="-127"/>
              </a:rPr>
              <a:t>경로의 처리</a:t>
            </a:r>
            <a:b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</a:br>
            <a: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  <a:t>    8. </a:t>
            </a:r>
            <a:r>
              <a:rPr lang="ko-KR" altLang="en-US" sz="3100" b="1" dirty="0">
                <a:latin typeface="다음_SemiBold" pitchFamily="2" charset="-127"/>
                <a:ea typeface="다음_SemiBold" pitchFamily="2" charset="-127"/>
              </a:rPr>
              <a:t>중첩 라우팅의 분리와 </a:t>
            </a:r>
            <a:r>
              <a:rPr lang="ko-KR" altLang="en-US" sz="3100" b="1" dirty="0" err="1">
                <a:latin typeface="다음_SemiBold" pitchFamily="2" charset="-127"/>
                <a:ea typeface="다음_SemiBold" pitchFamily="2" charset="-127"/>
              </a:rPr>
              <a:t>리다이렉션</a:t>
            </a:r>
            <a:r>
              <a:rPr lang="en-US" altLang="ko-KR" sz="3100" b="1" dirty="0">
                <a:latin typeface="다음_SemiBold" pitchFamily="2" charset="-127"/>
                <a:ea typeface="다음_SemiBold" pitchFamily="2" charset="-127"/>
              </a:rPr>
              <a:t>(Redirection)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60044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하위 경로의 설정과 </a:t>
            </a:r>
            <a:r>
              <a:rPr lang="en-US" altLang="ko-KR" dirty="0"/>
              <a:t>&lt;Outlet&gt;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760047" y="760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pages </a:t>
            </a:r>
            <a:r>
              <a:rPr lang="ko-KR" altLang="en-US" b="1" dirty="0">
                <a:latin typeface="+mn-ea"/>
              </a:rPr>
              <a:t>폴더에 </a:t>
            </a:r>
            <a:r>
              <a:rPr lang="en-US" altLang="ko-KR" b="1" dirty="0" err="1">
                <a:latin typeface="+mn-ea"/>
              </a:rPr>
              <a:t>todo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폴더 생성</a:t>
            </a: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>
                <a:latin typeface="+mn-ea"/>
              </a:rPr>
              <a:t>Todo</a:t>
            </a:r>
            <a:r>
              <a:rPr lang="ko-KR" altLang="en-US" b="1" dirty="0">
                <a:latin typeface="+mn-ea"/>
              </a:rPr>
              <a:t>폴더내 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indexPage.tsx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추가</a:t>
            </a:r>
            <a:r>
              <a:rPr lang="en-US" altLang="ko-KR" b="1" dirty="0">
                <a:latin typeface="+mn-ea"/>
              </a:rPr>
              <a:t>.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en-US" altLang="ko-KR" dirty="0" err="1">
                <a:latin typeface="+mn-ea"/>
              </a:rPr>
              <a:t>indexPage.tsx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>
                <a:latin typeface="+mn-ea"/>
              </a:rPr>
              <a:t>Todo </a:t>
            </a:r>
            <a:r>
              <a:rPr lang="ko-KR" altLang="en-US" dirty="0">
                <a:latin typeface="+mn-ea"/>
              </a:rPr>
              <a:t>기능과 관련된 메뉴 구성</a:t>
            </a:r>
            <a:r>
              <a:rPr lang="en-US" altLang="ko-KR" dirty="0">
                <a:latin typeface="+mn-ea"/>
              </a:rPr>
              <a:t> 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3555BA05-03A4-2D53-68F2-45ADE37D6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656838"/>
            <a:ext cx="5711510" cy="477053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 { Outlet, useNavigate } from "react-router";</a:t>
            </a: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 navigate = useNavigate()</a:t>
            </a: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handleClickList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= () =&gt; { navigate({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pathname:'list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'}) } 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const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= () =&gt; { navigate({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pathname:'add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' }) }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</a:t>
            </a: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return ( 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&lt;div&gt;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&lt;div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="w-full flex m-2 p-2 "&gt;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&lt;div 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="text-xl m-1 p-2 w-20 font-extrabold text-center underline"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handleClickList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  LIST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&lt;/div&gt;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&lt;div 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="text-xl m-1 p-2 w-20 font-extrabold text-center underline"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={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  ADD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&lt;/div&gt;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&lt;/div&gt;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&lt;div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="flex flex-wrap w-full"&gt;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    &lt;Outlet/&gt;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  &lt;/div&gt;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&lt;/div&gt;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);</a:t>
            </a: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altLang="ko-KR" sz="8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 default </a:t>
            </a:r>
            <a:r>
              <a:rPr lang="en-US" altLang="ko-KR" sz="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01E8A3-4FF3-4A20-2923-614584D1C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802" y="2687970"/>
            <a:ext cx="2191056" cy="100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20184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516E-6A75-37FF-31A8-C839B252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>
            <a:extLst>
              <a:ext uri="{FF2B5EF4-FFF2-40B4-BE49-F238E27FC236}">
                <a16:creationId xmlns:a16="http://schemas.microsoft.com/office/drawing/2014/main" id="{1E9CE264-2DC0-EF72-196A-83E574530DD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하위 경로의 설정과 </a:t>
            </a:r>
            <a:r>
              <a:rPr lang="en-US" altLang="ko-KR" dirty="0"/>
              <a:t>&lt;Outlet&gt;</a:t>
            </a:r>
            <a:endParaRPr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A2C7667-A789-CE4E-935C-C34389CD4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31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라우팅 설정위해 </a:t>
            </a:r>
            <a:r>
              <a:rPr lang="en-US" altLang="ko-KR" b="1" dirty="0">
                <a:latin typeface="+mn-ea"/>
              </a:rPr>
              <a:t>router/</a:t>
            </a:r>
            <a:r>
              <a:rPr lang="en-US" altLang="ko-KR" b="1" dirty="0" err="1">
                <a:latin typeface="+mn-ea"/>
              </a:rPr>
              <a:t>root.tsx</a:t>
            </a:r>
            <a:r>
              <a:rPr lang="ko-KR" altLang="en-US" b="1" dirty="0">
                <a:latin typeface="+mn-ea"/>
              </a:rPr>
              <a:t>에 </a:t>
            </a:r>
            <a:r>
              <a:rPr lang="en-US" altLang="ko-KR" b="1" dirty="0">
                <a:latin typeface="+mn-ea"/>
              </a:rPr>
              <a:t>'todo' </a:t>
            </a:r>
            <a:r>
              <a:rPr lang="ko-KR" altLang="en-US" b="1" dirty="0">
                <a:latin typeface="+mn-ea"/>
              </a:rPr>
              <a:t>관련 경로를 하위로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664E7A-99EE-D449-FCE6-0290076D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9F16FD-EC75-1B25-1379-E5447BF11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A5584EC-4184-DB67-2B5C-930AF4AE54EC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1BB0863-A7A8-B76E-A7FE-D469A5E9F3C2}"/>
              </a:ext>
            </a:extLst>
          </p:cNvPr>
          <p:cNvCxnSpPr/>
          <p:nvPr/>
        </p:nvCxnSpPr>
        <p:spPr>
          <a:xfrm>
            <a:off x="3620282" y="2673349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6F6ACD5-7D68-939D-38B1-0FCD2C92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08" y="2239901"/>
            <a:ext cx="1724266" cy="866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4E436D-502E-0781-3ADA-C0AEAEF5258F}"/>
              </a:ext>
            </a:extLst>
          </p:cNvPr>
          <p:cNvSpPr txBox="1"/>
          <p:nvPr/>
        </p:nvSpPr>
        <p:spPr>
          <a:xfrm>
            <a:off x="4737590" y="1621854"/>
            <a:ext cx="6096964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"../layouts/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About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index: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&gt;&lt;Main/&gt;&lt;/Suspense&gt;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&gt;&lt;About/&gt;&lt;/Suspense&gt;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</p:txBody>
      </p:sp>
    </p:spTree>
    <p:extLst>
      <p:ext uri="{BB962C8B-B14F-4D97-AF65-F5344CB8AC3E}">
        <p14:creationId xmlns:p14="http://schemas.microsoft.com/office/powerpoint/2010/main" val="37611674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하위 경로의 설정과 </a:t>
            </a:r>
            <a:r>
              <a:rPr lang="en-US" altLang="ko-KR" dirty="0"/>
              <a:t>&lt;Outlet&gt;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라우팅 설정위해 </a:t>
            </a:r>
            <a:r>
              <a:rPr lang="en-US" altLang="ko-KR" b="1" dirty="0">
                <a:latin typeface="+mn-ea"/>
              </a:rPr>
              <a:t>router/</a:t>
            </a:r>
            <a:r>
              <a:rPr lang="en-US" altLang="ko-KR" b="1" dirty="0" err="1">
                <a:latin typeface="+mn-ea"/>
              </a:rPr>
              <a:t>todoRouter.tsx</a:t>
            </a:r>
            <a:r>
              <a:rPr lang="ko-KR" altLang="en-US" b="1" dirty="0">
                <a:latin typeface="+mn-ea"/>
              </a:rPr>
              <a:t>로 분리하고 </a:t>
            </a:r>
            <a:r>
              <a:rPr lang="en-US" altLang="ko-KR" b="1" dirty="0">
                <a:latin typeface="+mn-ea"/>
              </a:rPr>
              <a:t>'/</a:t>
            </a:r>
            <a:r>
              <a:rPr lang="en-US" altLang="ko-KR" b="1" dirty="0" err="1">
                <a:latin typeface="+mn-ea"/>
              </a:rPr>
              <a:t>todo</a:t>
            </a:r>
            <a:r>
              <a:rPr lang="en-US" altLang="ko-KR" b="1" dirty="0">
                <a:latin typeface="+mn-ea"/>
              </a:rPr>
              <a:t>' </a:t>
            </a:r>
            <a:r>
              <a:rPr lang="ko-KR" altLang="en-US" b="1" dirty="0">
                <a:latin typeface="+mn-ea"/>
              </a:rPr>
              <a:t>관련 경로를 추가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06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0CC673-1A8C-F208-4329-4A366BA53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08" y="2239901"/>
            <a:ext cx="1724266" cy="8668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FFD9FF-2B9A-921E-3944-8FAD34F296C0}"/>
              </a:ext>
            </a:extLst>
          </p:cNvPr>
          <p:cNvSpPr txBox="1"/>
          <p:nvPr/>
        </p:nvSpPr>
        <p:spPr>
          <a:xfrm>
            <a:off x="4830982" y="2239901"/>
            <a:ext cx="6096964" cy="315817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2175"/>
              </a:lnSpc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75"/>
              </a:lnSpc>
              <a:buNone/>
            </a:pP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75"/>
              </a:lnSpc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2175"/>
              </a:lnSpc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2175"/>
              </a:lnSpc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2175"/>
              </a:lnSpc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2175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87614337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C361E6-B682-A3BA-FF4C-5C6E7187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root.tsx</a:t>
            </a:r>
            <a:r>
              <a:rPr lang="en-US" altLang="ko-KR" dirty="0"/>
              <a:t> </a:t>
            </a:r>
            <a:r>
              <a:rPr lang="ko-KR" altLang="en-US" dirty="0"/>
              <a:t>에 </a:t>
            </a:r>
            <a:r>
              <a:rPr lang="en-US" altLang="ko-KR" dirty="0" err="1"/>
              <a:t>todoRouter</a:t>
            </a:r>
            <a:r>
              <a:rPr lang="en-US" altLang="ko-KR" dirty="0"/>
              <a:t> </a:t>
            </a:r>
            <a:r>
              <a:rPr lang="ko-KR" altLang="en-US" dirty="0"/>
              <a:t>추가 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28BA27-9614-DBE0-CB78-8D9E41C5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E5CE6C-4007-99AE-6E24-E2994432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7F35FE-06E4-FB5C-4C3D-1B3DEC0D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93" y="1191900"/>
            <a:ext cx="2876951" cy="724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6FA5CE-24DA-CEBF-D8E4-E1567C98404E}"/>
              </a:ext>
            </a:extLst>
          </p:cNvPr>
          <p:cNvSpPr txBox="1"/>
          <p:nvPr/>
        </p:nvSpPr>
        <p:spPr>
          <a:xfrm>
            <a:off x="4524254" y="1078844"/>
            <a:ext cx="6096964" cy="51706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"../layouts/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Main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About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aboutPage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createBrowserRouter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index: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&gt;&lt;Main/&gt;&lt;/Suspense&gt;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"about"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element: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&gt;&lt;About/&gt;&lt;/Suspense&gt;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router</a:t>
            </a:r>
          </a:p>
        </p:txBody>
      </p:sp>
    </p:spTree>
    <p:extLst>
      <p:ext uri="{BB962C8B-B14F-4D97-AF65-F5344CB8AC3E}">
        <p14:creationId xmlns:p14="http://schemas.microsoft.com/office/powerpoint/2010/main" val="3903111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74946-0036-EBCC-04B5-5D699D83E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/todo </a:t>
            </a:r>
            <a:r>
              <a:rPr lang="ko-KR" altLang="en-US" dirty="0"/>
              <a:t>경로 확인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B7B2B77-6860-18DE-C077-ACD75D42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C6A0D0-5235-C460-3A73-4EB030C8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43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62A8AB-D50C-BD21-DC5B-5F2FB315E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5" y="1138953"/>
            <a:ext cx="7734357" cy="478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20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B68D9-C3D0-6C29-69AC-F014E3D1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todo/list </a:t>
            </a:r>
            <a:r>
              <a:rPr lang="ko-KR" altLang="en-US" dirty="0"/>
              <a:t>용 페이지 추가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65D891-072C-9218-492E-E89599E23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314"/>
            <a:ext cx="11179835" cy="5566191"/>
          </a:xfrm>
        </p:spPr>
        <p:txBody>
          <a:bodyPr/>
          <a:lstStyle/>
          <a:p>
            <a:r>
              <a:rPr lang="en-US" altLang="ko-KR" dirty="0"/>
              <a:t>pages/todo/list </a:t>
            </a:r>
            <a:r>
              <a:rPr lang="ko-KR" altLang="en-US" dirty="0"/>
              <a:t>를 위한 </a:t>
            </a:r>
            <a:r>
              <a:rPr lang="en-US" altLang="ko-KR" dirty="0" err="1"/>
              <a:t>listPage.tsx</a:t>
            </a:r>
            <a:r>
              <a:rPr lang="en-US" altLang="ko-KR" dirty="0"/>
              <a:t> </a:t>
            </a:r>
            <a:r>
              <a:rPr lang="ko-KR" altLang="en-US" dirty="0"/>
              <a:t>추가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67BE3BA-638C-ECDF-DB0A-E1FDEBDBC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01FE23-C527-B89A-37D5-8A5EA1EC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44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CF6E911-43CE-FBDF-1525-82B59E93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016" y="1540933"/>
            <a:ext cx="2086266" cy="1247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7F3D1B-0787-2A50-1AA1-B8463B301DB2}"/>
              </a:ext>
            </a:extLst>
          </p:cNvPr>
          <p:cNvSpPr txBox="1"/>
          <p:nvPr/>
        </p:nvSpPr>
        <p:spPr>
          <a:xfrm>
            <a:off x="3435056" y="1540933"/>
            <a:ext cx="4282831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List Page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283484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B773E-3BCC-218C-0F33-B16D9E8EE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todoRouter.tsx</a:t>
            </a:r>
            <a:r>
              <a:rPr lang="ko-KR" altLang="en-US" dirty="0"/>
              <a:t> 설정에 </a:t>
            </a:r>
            <a:r>
              <a:rPr lang="en-US" altLang="ko-KR" dirty="0"/>
              <a:t>todo/list </a:t>
            </a:r>
            <a:r>
              <a:rPr lang="ko-KR" altLang="en-US" dirty="0"/>
              <a:t>경로 추가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195B77-DDDD-7D2D-18AF-E61154E1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13BEBA-022D-37FC-B479-77213BF5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45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6FB45C-6840-4F05-75D1-202C51CC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9" y="1521520"/>
            <a:ext cx="2572109" cy="990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C15D71-F0E0-27D2-574F-050FEC49A099}"/>
              </a:ext>
            </a:extLst>
          </p:cNvPr>
          <p:cNvSpPr txBox="1"/>
          <p:nvPr/>
        </p:nvSpPr>
        <p:spPr>
          <a:xfrm>
            <a:off x="3422049" y="1404858"/>
            <a:ext cx="6096964" cy="3631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441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9E1A800-4214-88E2-E0B8-13B2759C8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" y="855845"/>
            <a:ext cx="8537256" cy="534656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388E750-4352-BC25-C7B3-1B8FA68C9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027" y="136527"/>
            <a:ext cx="11095008" cy="544512"/>
          </a:xfrm>
        </p:spPr>
        <p:txBody>
          <a:bodyPr/>
          <a:lstStyle/>
          <a:p>
            <a:r>
              <a:rPr lang="ko-KR" altLang="en-US" dirty="0"/>
              <a:t>브라우저를 통한 확인</a:t>
            </a:r>
          </a:p>
        </p:txBody>
      </p:sp>
    </p:spTree>
    <p:extLst>
      <p:ext uri="{BB962C8B-B14F-4D97-AF65-F5344CB8AC3E}">
        <p14:creationId xmlns:p14="http://schemas.microsoft.com/office/powerpoint/2010/main" val="32889397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67E52D-086D-F577-413E-CE6556EB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BasicLayout.jsx</a:t>
            </a:r>
            <a:r>
              <a:rPr lang="en-US" altLang="ko-KR" dirty="0"/>
              <a:t> </a:t>
            </a:r>
            <a:r>
              <a:rPr lang="ko-KR" altLang="en-US" dirty="0"/>
              <a:t>수정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259A719-F4CF-65BF-3A16-2FA1C9660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271E76-6825-6B90-2403-1F3F2B9D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47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65F77-CCFA-2FD3-F769-34DF48C525FE}"/>
              </a:ext>
            </a:extLst>
          </p:cNvPr>
          <p:cNvSpPr txBox="1"/>
          <p:nvPr/>
        </p:nvSpPr>
        <p:spPr>
          <a:xfrm>
            <a:off x="312517" y="963389"/>
            <a:ext cx="8468327" cy="432426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Outlet }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BasicMenu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"../components/menus/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basicMenu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1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BasicMenu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my-5 w-full flex flex-col space-y-4 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md:flex-row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md:space-x-4 md:space-y-0"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&lt;main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"bg-sky-300 md:w-4/5 lg:w-3/4 px-5 py-5"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&lt;Outlet/&gt;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&lt;/main&gt;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&lt;aside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"bg-green-300 md:w-1/3 lg:w-1/4 px-5 py-40"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"text-2xl md:text-4xl"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Sidebar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&lt;/aside&gt;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BasicLayout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228961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todo/list </a:t>
            </a:r>
            <a:r>
              <a:rPr lang="ko-KR" altLang="en-US" dirty="0"/>
              <a:t>경로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38200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 확인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07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E6F346-2AE2-1F34-D3BF-7C31586BC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541538"/>
            <a:ext cx="9198795" cy="447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17521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9. URL Params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사용하기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541690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URL Params </a:t>
            </a:r>
            <a:r>
              <a:rPr lang="ko-KR" altLang="en-US" dirty="0"/>
              <a:t>사용하기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URL Params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Todo</a:t>
            </a:r>
            <a:r>
              <a:rPr lang="ko-KR" altLang="en-US" dirty="0"/>
              <a:t> 목록 페이지에서 조회 페이지로 이동 시 경로 변경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예</a:t>
            </a:r>
            <a:r>
              <a:rPr lang="en-US" altLang="ko-KR" dirty="0"/>
              <a:t>: '/</a:t>
            </a:r>
            <a:r>
              <a:rPr lang="en-US" altLang="ko-KR" dirty="0" err="1"/>
              <a:t>todo</a:t>
            </a:r>
            <a:r>
              <a:rPr lang="en-US" altLang="ko-KR" dirty="0"/>
              <a:t>/read/33'</a:t>
            </a:r>
            <a:r>
              <a:rPr lang="ko-KR" altLang="en-US" dirty="0"/>
              <a:t>와 같이 데이터가 있는 경로</a:t>
            </a:r>
            <a:r>
              <a:rPr lang="en-US" altLang="ko-KR" dirty="0"/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React-Router</a:t>
            </a:r>
            <a:r>
              <a:rPr lang="ko-KR" altLang="en-US" dirty="0"/>
              <a:t>에서 </a:t>
            </a:r>
            <a:r>
              <a:rPr lang="en-US" altLang="ko-KR" b="1" dirty="0">
                <a:highlight>
                  <a:srgbClr val="FFFF00"/>
                </a:highlight>
              </a:rPr>
              <a:t>':'</a:t>
            </a:r>
            <a:r>
              <a:rPr lang="ko-KR" altLang="en-US" b="1" dirty="0">
                <a:highlight>
                  <a:srgbClr val="FFFF00"/>
                </a:highlight>
              </a:rPr>
              <a:t>를 활용</a:t>
            </a:r>
            <a:r>
              <a:rPr lang="ko-KR" altLang="en-US" dirty="0"/>
              <a:t>하여 데이터 전달</a:t>
            </a:r>
            <a:r>
              <a:rPr lang="en-US" altLang="ko-KR" dirty="0"/>
              <a:t>.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09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51488"/>
      </p:ext>
    </p:extLst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URL Params </a:t>
            </a:r>
            <a:r>
              <a:rPr lang="ko-KR" altLang="en-US" dirty="0"/>
              <a:t>사용하기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조회시에 사용할 </a:t>
            </a:r>
            <a:r>
              <a:rPr lang="en-US" altLang="ko-KR" b="1" dirty="0" err="1">
                <a:latin typeface="+mn-ea"/>
              </a:rPr>
              <a:t>readPage.tsx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파일 추가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09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7257808-8D6B-DA39-61D2-4C0134F718A3}"/>
              </a:ext>
            </a:extLst>
          </p:cNvPr>
          <p:cNvCxnSpPr/>
          <p:nvPr/>
        </p:nvCxnSpPr>
        <p:spPr>
          <a:xfrm>
            <a:off x="3537874" y="2819400"/>
            <a:ext cx="74471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">
            <a:extLst>
              <a:ext uri="{FF2B5EF4-FFF2-40B4-BE49-F238E27FC236}">
                <a16:creationId xmlns:a16="http://schemas.microsoft.com/office/drawing/2014/main" id="{F34A68C0-034B-408A-DD38-40BD54B8F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0814" y="2078195"/>
            <a:ext cx="4836288" cy="238526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b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Read Page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BBE7E1-C1D1-15A3-7BCC-2C52F1AD6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46" y="2171609"/>
            <a:ext cx="2953162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75428"/>
      </p:ext>
    </p:extLst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URL Params </a:t>
            </a:r>
            <a:r>
              <a:rPr lang="ko-KR" altLang="en-US" dirty="0"/>
              <a:t>사용하기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173965" y="962255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n-ea"/>
              </a:rPr>
              <a:t>router/</a:t>
            </a:r>
            <a:r>
              <a:rPr lang="en-US" altLang="ko-KR" b="1" dirty="0" err="1">
                <a:latin typeface="+mn-ea"/>
              </a:rPr>
              <a:t>todoRouter</a:t>
            </a:r>
            <a:r>
              <a:rPr lang="ko-KR" altLang="en-US" b="1" dirty="0">
                <a:latin typeface="+mn-ea"/>
              </a:rPr>
              <a:t>에 </a:t>
            </a:r>
            <a:r>
              <a:rPr lang="en-US" altLang="ko-KR" b="1" dirty="0" err="1">
                <a:latin typeface="+mn-ea"/>
              </a:rPr>
              <a:t>ReadPage</a:t>
            </a:r>
            <a:r>
              <a:rPr lang="ko-KR" altLang="en-US" b="1" dirty="0">
                <a:latin typeface="+mn-ea"/>
              </a:rPr>
              <a:t>컴포넌트 경로 설정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/ </a:t>
            </a:r>
            <a:r>
              <a:rPr lang="ko-KR" altLang="en-US" dirty="0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09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42D75C-7F5F-80C8-F6AD-ABDE9E48E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97" y="2493078"/>
            <a:ext cx="2114845" cy="8764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99BFCA6-7FC6-C6C5-DEB5-5A6D3B0F046E}"/>
              </a:ext>
            </a:extLst>
          </p:cNvPr>
          <p:cNvSpPr txBox="1"/>
          <p:nvPr/>
        </p:nvSpPr>
        <p:spPr>
          <a:xfrm>
            <a:off x="3115320" y="1885561"/>
            <a:ext cx="6096964" cy="4401205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"read/:tno"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9454166"/>
      </p:ext>
    </p:extLst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URL Params </a:t>
            </a:r>
            <a:r>
              <a:rPr lang="ko-KR" altLang="en-US" dirty="0"/>
              <a:t>사용하기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 확인 </a:t>
            </a:r>
            <a:r>
              <a:rPr lang="en-US" altLang="ko-KR" b="1" dirty="0">
                <a:latin typeface="+mn-ea"/>
              </a:rPr>
              <a:t>-  /read/33</a:t>
            </a:r>
            <a:r>
              <a:rPr lang="ko-KR" altLang="en-US" b="1" dirty="0">
                <a:latin typeface="+mn-ea"/>
              </a:rPr>
              <a:t>과 같이 특정 번호를 지정</a:t>
            </a:r>
            <a:endParaRPr lang="en-US" altLang="ko-KR" b="1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09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F3360D-1490-6644-2237-E059B0D60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031" y="2101139"/>
            <a:ext cx="7337938" cy="3428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33378"/>
      </p:ext>
    </p:extLst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10.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경로 처리를 위한 </a:t>
            </a:r>
            <a:r>
              <a:rPr lang="en-US" altLang="ko-KR" b="1" dirty="0" err="1">
                <a:latin typeface="다음_SemiBold" pitchFamily="2" charset="-127"/>
                <a:ea typeface="다음_SemiBold" pitchFamily="2" charset="-127"/>
              </a:rPr>
              <a:t>useParams</a:t>
            </a: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( 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10223290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경로 처리를 위한 </a:t>
            </a:r>
            <a:r>
              <a:rPr lang="en-US" altLang="ko-KR" b="1" dirty="0" err="1">
                <a:latin typeface="+mn-ea"/>
              </a:rPr>
              <a:t>useParams</a:t>
            </a:r>
            <a:r>
              <a:rPr lang="en-US" altLang="ko-KR" b="1" dirty="0">
                <a:latin typeface="+mn-ea"/>
              </a:rPr>
              <a:t>( 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ko-KR" altLang="en-US" dirty="0">
                <a:latin typeface="+mn-ea"/>
              </a:rPr>
              <a:t>특정 번호의 경로 사용 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컴포넌트에서 주소창의 일부 활용 필요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React-Router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 err="1">
                <a:latin typeface="+mn-ea"/>
              </a:rPr>
              <a:t>useParams</a:t>
            </a:r>
            <a:r>
              <a:rPr lang="en-US" altLang="ko-KR" dirty="0">
                <a:latin typeface="+mn-ea"/>
              </a:rPr>
              <a:t>( )</a:t>
            </a:r>
            <a:r>
              <a:rPr lang="ko-KR" altLang="en-US" dirty="0">
                <a:latin typeface="+mn-ea"/>
              </a:rPr>
              <a:t>로 지정된 변수 추출 가능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215821"/>
      </p:ext>
    </p:extLst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>
                <a:latin typeface="+mn-ea"/>
              </a:rPr>
              <a:t>ReadPage </a:t>
            </a:r>
            <a:r>
              <a:rPr lang="ko-KR" altLang="en-US" b="1" dirty="0">
                <a:latin typeface="+mn-ea"/>
              </a:rPr>
              <a:t>컴포넌트에서 </a:t>
            </a:r>
            <a:r>
              <a:rPr lang="en-US" altLang="ko-KR" b="1" dirty="0" err="1">
                <a:latin typeface="+mn-ea"/>
              </a:rPr>
              <a:t>tno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변수로 전달된 값 출력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0" indent="0">
              <a:buNone/>
            </a:pP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09A69E5-0FBD-C019-0DE9-C165B8448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172" y="2075128"/>
            <a:ext cx="5131443" cy="320857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b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{tno} =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Todo Read Page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2AA8D8-2717-BFFF-D4E0-2F8CAE0FA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435" y="2314419"/>
            <a:ext cx="1952898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64446"/>
      </p:ext>
    </p:extLst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 확인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271AFEE-F6FB-2330-C9BA-387577779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080" y="1928493"/>
            <a:ext cx="9004074" cy="4134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377483"/>
      </p:ext>
    </p:extLst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쿼리스트링 처리를 위한 </a:t>
            </a:r>
            <a:r>
              <a:rPr lang="en-US" altLang="ko-KR" b="1" dirty="0" err="1">
                <a:latin typeface="+mn-ea"/>
              </a:rPr>
              <a:t>useSearchParams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797688" y="781615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 err="1">
                <a:latin typeface="+mn-ea"/>
              </a:rPr>
              <a:t>쿼리스트링은</a:t>
            </a:r>
            <a:r>
              <a:rPr lang="ko-KR" altLang="en-US" b="1" dirty="0">
                <a:latin typeface="+mn-ea"/>
              </a:rPr>
              <a:t> </a:t>
            </a:r>
            <a:r>
              <a:rPr lang="en-US" altLang="ko-KR" b="1" dirty="0" err="1">
                <a:latin typeface="+mn-ea"/>
              </a:rPr>
              <a:t>useSearchParams</a:t>
            </a:r>
            <a:r>
              <a:rPr lang="en-US" altLang="ko-KR" b="1" dirty="0">
                <a:latin typeface="+mn-ea"/>
              </a:rPr>
              <a:t>( )</a:t>
            </a:r>
            <a:r>
              <a:rPr lang="ko-KR" altLang="en-US" b="1" dirty="0">
                <a:latin typeface="+mn-ea"/>
              </a:rPr>
              <a:t>를 이용</a:t>
            </a:r>
            <a:endParaRPr lang="en-US" altLang="ko-KR" b="1" dirty="0">
              <a:latin typeface="+mn-ea"/>
            </a:endParaRPr>
          </a:p>
          <a:p>
            <a:pPr marL="0" indent="0">
              <a:buNone/>
            </a:pPr>
            <a:r>
              <a:rPr lang="en-US" altLang="ko-KR" b="1" dirty="0">
                <a:latin typeface="+mn-ea"/>
              </a:rPr>
              <a:t>- get() /</a:t>
            </a:r>
            <a:r>
              <a:rPr lang="en-US" altLang="ko-KR" b="1" dirty="0" err="1">
                <a:latin typeface="+mn-ea"/>
              </a:rPr>
              <a:t>getAll</a:t>
            </a:r>
            <a:r>
              <a:rPr lang="en-US" altLang="ko-KR" b="1" dirty="0">
                <a:latin typeface="+mn-ea"/>
              </a:rPr>
              <a:t>( 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6910B5-5F1F-DC16-BD4C-ECDA7BD53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87205"/>
            <a:ext cx="3467584" cy="1267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E9BF8C-5028-41C5-D705-69867FF3AD95}"/>
              </a:ext>
            </a:extLst>
          </p:cNvPr>
          <p:cNvSpPr txBox="1"/>
          <p:nvPr/>
        </p:nvSpPr>
        <p:spPr>
          <a:xfrm>
            <a:off x="4680814" y="2287205"/>
            <a:ext cx="6096964" cy="2708434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useSearchParams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page: string | null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"page"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size: string | null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queryParams.get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"size"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List Page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59232532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쿼리스트링 처리를 위한 </a:t>
            </a:r>
            <a:r>
              <a:rPr lang="en-US" altLang="ko-KR" b="1" dirty="0" err="1">
                <a:latin typeface="+mn-ea"/>
              </a:rPr>
              <a:t>useSearchParams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80613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쿼리 스트링 변경 확인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95F8A1-DDB7-B4A6-B094-C2D68143A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92" y="1508766"/>
            <a:ext cx="7401290" cy="32068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383985-FB51-9489-383A-7D19710D7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296" y="3842676"/>
            <a:ext cx="6499488" cy="27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36012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useNavigate</a:t>
            </a:r>
            <a:r>
              <a:rPr lang="en-US" altLang="ko-KR" b="1" dirty="0">
                <a:latin typeface="+mn-ea"/>
              </a:rPr>
              <a:t>( )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en-US" altLang="ko-KR" dirty="0">
                <a:latin typeface="+mn-ea"/>
              </a:rPr>
              <a:t>React-Router</a:t>
            </a:r>
            <a:r>
              <a:rPr lang="ko-KR" altLang="en-US" dirty="0">
                <a:latin typeface="+mn-ea"/>
              </a:rPr>
              <a:t>를 사용할 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링크로 이동하는 경우도 있지만 동적 데이터 처리로 이동하는 경우가 더 많음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useNavigate</a:t>
            </a:r>
            <a:r>
              <a:rPr lang="en-US" altLang="ko-KR" dirty="0">
                <a:latin typeface="+mn-ea"/>
              </a:rPr>
              <a:t>( )</a:t>
            </a:r>
            <a:r>
              <a:rPr lang="ko-KR" altLang="en-US" dirty="0">
                <a:latin typeface="+mn-ea"/>
              </a:rPr>
              <a:t>를 활용하여 프로그램을 통해 데이터 동적 이동 처리</a:t>
            </a:r>
            <a:r>
              <a:rPr lang="en-US" altLang="ko-KR" dirty="0">
                <a:latin typeface="+mn-ea"/>
              </a:rPr>
              <a:t>.</a:t>
            </a: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575397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/>
              <a:t>useNavigate(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850027" y="885787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 err="1">
                <a:latin typeface="+mn-ea"/>
              </a:rPr>
              <a:t>useNavigate</a:t>
            </a:r>
            <a:r>
              <a:rPr lang="en-US" altLang="ko-KR" b="1" dirty="0">
                <a:latin typeface="+mn-ea"/>
              </a:rPr>
              <a:t>( 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en-US" altLang="ko-KR" dirty="0">
                <a:latin typeface="+mn-ea"/>
              </a:rPr>
              <a:t>IndexPage </a:t>
            </a:r>
            <a:r>
              <a:rPr lang="ko-KR" altLang="en-US" dirty="0">
                <a:latin typeface="+mn-ea"/>
              </a:rPr>
              <a:t>컴포넌트의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 각 링크에 대한 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이벤트 처리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9E0BB8-B208-5F85-2F5F-5614F3922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56" y="3310573"/>
            <a:ext cx="2381582" cy="12670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1A68EA2-E76F-F86D-D02F-D6F408B45A1E}"/>
              </a:ext>
            </a:extLst>
          </p:cNvPr>
          <p:cNvSpPr txBox="1"/>
          <p:nvPr/>
        </p:nvSpPr>
        <p:spPr>
          <a:xfrm>
            <a:off x="4757194" y="823738"/>
            <a:ext cx="6395013" cy="57861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Outlet, useNavigate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navigate = useNavigate()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navigate({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pathname: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'list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} 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navigate({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pathname: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'add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"w-full flex m-2 p-2 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"text-xl m-1 p-2 w-20 font-extrabold text-center underline"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handleClickList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LIST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"text-xl m-1 p-2 w-20 font-extrabold text-center underline"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handleClickAdd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ADD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"flex flex-wrap w-full"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&lt;Outlet/&gt;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59597327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 err="1"/>
              <a:t>addPage.tsx</a:t>
            </a:r>
            <a:r>
              <a:rPr lang="en-US" altLang="ko-KR" dirty="0"/>
              <a:t> </a:t>
            </a:r>
            <a:r>
              <a:rPr lang="ko-KR" altLang="en-US" dirty="0"/>
              <a:t>파일을 생성 및 라우팅 수정 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C0A160-FC9A-F776-B27A-AA79149DA9C0}"/>
              </a:ext>
            </a:extLst>
          </p:cNvPr>
          <p:cNvSpPr txBox="1"/>
          <p:nvPr/>
        </p:nvSpPr>
        <p:spPr>
          <a:xfrm>
            <a:off x="180492" y="3801945"/>
            <a:ext cx="3682645" cy="23172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180000" bIns="18000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"text-3xl font-extrabold"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Todo Add Page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650"/>
              </a:lnSpc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C6FA59-AC93-3629-8B5B-288D4EA5C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65" y="1973081"/>
            <a:ext cx="1847850" cy="16954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4DB281E-3B0F-095A-57AA-E0900FEC3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4980" y="1865956"/>
            <a:ext cx="1571844" cy="6573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8AECEA-A5CB-E94D-6FF5-7377155A3AD6}"/>
              </a:ext>
            </a:extLst>
          </p:cNvPr>
          <p:cNvSpPr txBox="1"/>
          <p:nvPr/>
        </p:nvSpPr>
        <p:spPr>
          <a:xfrm>
            <a:off x="5256836" y="2022214"/>
            <a:ext cx="6096964" cy="444685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Navigate, Route }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Loading.........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&lt;Route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"/todo"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&lt;Route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&lt;Navigate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&lt;/Route&gt;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&lt;Route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/&gt;&lt;/Suspense&gt;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&lt;/Route&gt;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&lt;Route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"read/:tno"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/&gt;&lt;/Suspense&gt;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&lt;/Route&gt;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&lt;Route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element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&lt;Suspense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fallback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{&lt;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Loading/&gt;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/&gt;&lt;/Suspense&gt;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&lt;/Route&gt;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&lt;/Route&gt;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000"/>
              </a:lnSpc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pPr>
              <a:lnSpc>
                <a:spcPts val="1000"/>
              </a:lnSpc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13890176"/>
      </p:ext>
    </p:extLst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64809-A164-C86A-4995-8D4367D3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todo/add </a:t>
            </a:r>
            <a:r>
              <a:rPr lang="ko-KR" altLang="en-US" dirty="0"/>
              <a:t>페이지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B342A-67FB-BC3F-2A60-CD8DC88CE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6528"/>
            <a:ext cx="11179835" cy="5571978"/>
          </a:xfrm>
        </p:spPr>
        <p:txBody>
          <a:bodyPr/>
          <a:lstStyle/>
          <a:p>
            <a:r>
              <a:rPr lang="en-US" altLang="ko-KR" dirty="0"/>
              <a:t>/pages/todo/</a:t>
            </a:r>
            <a:r>
              <a:rPr lang="en-US" altLang="ko-KR" dirty="0" err="1"/>
              <a:t>addPage.tsx</a:t>
            </a:r>
            <a:r>
              <a:rPr lang="ko-KR" altLang="en-US" dirty="0"/>
              <a:t> 추가 </a:t>
            </a:r>
            <a:endParaRPr lang="en-US" altLang="ko-KR" dirty="0"/>
          </a:p>
          <a:p>
            <a:r>
              <a:rPr lang="en-US" altLang="ko-KR" dirty="0"/>
              <a:t>/router/</a:t>
            </a:r>
            <a:r>
              <a:rPr lang="en-US" altLang="ko-KR" dirty="0" err="1"/>
              <a:t>todoRouter.tsx</a:t>
            </a:r>
            <a:r>
              <a:rPr lang="en-US" altLang="ko-KR" dirty="0"/>
              <a:t> </a:t>
            </a:r>
            <a:r>
              <a:rPr lang="ko-KR" altLang="en-US" dirty="0"/>
              <a:t>라우팅 설정 추가 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7A3060-42EA-67AB-4928-5AE0EB23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228F94-8840-71A3-4C26-CCFF5944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63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BB25122-B495-AEC2-6F6C-384C8F3FB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5" y="2170134"/>
            <a:ext cx="1781424" cy="981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28B254-1543-357B-1C2B-135DC9B1000A}"/>
              </a:ext>
            </a:extLst>
          </p:cNvPr>
          <p:cNvSpPr txBox="1"/>
          <p:nvPr/>
        </p:nvSpPr>
        <p:spPr>
          <a:xfrm>
            <a:off x="173965" y="3471182"/>
            <a:ext cx="3367888" cy="2092881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Todo Add Page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AddPage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A70E4B8-97BA-B794-5129-34843DC9D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655" y="2170134"/>
            <a:ext cx="1943371" cy="7716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032025-57DB-4274-B744-920126F6E588}"/>
              </a:ext>
            </a:extLst>
          </p:cNvPr>
          <p:cNvSpPr txBox="1"/>
          <p:nvPr/>
        </p:nvSpPr>
        <p:spPr>
          <a:xfrm>
            <a:off x="6079603" y="1549604"/>
            <a:ext cx="6096964" cy="5170646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Loading....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children: [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"read/:tno"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45357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경로 처리를 위한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173965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페이지 확인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10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C6D824A-47D2-8F2D-3E15-3EF865517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37" y="1452622"/>
            <a:ext cx="4958754" cy="2310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BF58E55-CBF7-0BA5-6D02-E759D2265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1164" y="1452623"/>
            <a:ext cx="4892883" cy="22570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34EAD11-28E3-6311-AD30-0A4872562B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37" y="3763307"/>
            <a:ext cx="4958754" cy="219865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7CC88C0-5703-D4B1-EEF9-D4AE1153F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1163" y="3792317"/>
            <a:ext cx="4892883" cy="214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63917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5494BF3-5B4B-43C5-7A9F-49649EC72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33488"/>
            <a:ext cx="12192000" cy="1325563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>
                <a:latin typeface="다음_SemiBold" pitchFamily="2" charset="-127"/>
                <a:ea typeface="다음_SemiBold" pitchFamily="2" charset="-127"/>
              </a:rPr>
              <a:t>    11. </a:t>
            </a:r>
            <a:r>
              <a:rPr lang="ko-KR" altLang="en-US" b="1" dirty="0">
                <a:latin typeface="다음_SemiBold" pitchFamily="2" charset="-127"/>
                <a:ea typeface="다음_SemiBold" pitchFamily="2" charset="-127"/>
              </a:rPr>
              <a:t>동적 페이지 이동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253231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동적 페이지 이동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동적 페이지 이동</a:t>
            </a:r>
            <a:r>
              <a:rPr lang="en-US" altLang="ko-KR" b="1" dirty="0">
                <a:latin typeface="+mn-ea"/>
              </a:rPr>
              <a:t>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수정</a:t>
            </a:r>
            <a:r>
              <a:rPr lang="en-US" altLang="ko-KR" dirty="0"/>
              <a:t>/</a:t>
            </a:r>
            <a:r>
              <a:rPr lang="ko-KR" altLang="en-US" dirty="0"/>
              <a:t>삭제 작업은 매번 다른 번호</a:t>
            </a:r>
            <a:r>
              <a:rPr lang="en-US" altLang="ko-KR" dirty="0"/>
              <a:t>(</a:t>
            </a:r>
            <a:r>
              <a:rPr lang="en-US" altLang="ko-KR" dirty="0" err="1"/>
              <a:t>tno</a:t>
            </a:r>
            <a:r>
              <a:rPr lang="en-US" altLang="ko-KR" dirty="0"/>
              <a:t>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>
              <a:buFont typeface="Wingdings" panose="05000000000000000000" pitchFamily="2" charset="2"/>
              <a:buChar char="à"/>
            </a:pPr>
            <a:r>
              <a:rPr lang="en-US" altLang="ko-KR" dirty="0"/>
              <a:t> </a:t>
            </a:r>
            <a:r>
              <a:rPr lang="en-US" altLang="ko-KR" dirty="0" err="1"/>
              <a:t>useParams</a:t>
            </a:r>
            <a:r>
              <a:rPr lang="en-US" altLang="ko-KR" dirty="0"/>
              <a:t>( )</a:t>
            </a:r>
            <a:r>
              <a:rPr lang="ko-KR" altLang="en-US" dirty="0"/>
              <a:t>로 찾은 번호를 이용하여 동적 처리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882500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Shape 5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수정</a:t>
            </a:r>
            <a:r>
              <a:rPr lang="en-US" altLang="ko-KR" dirty="0"/>
              <a:t>/</a:t>
            </a:r>
            <a:r>
              <a:rPr lang="ko-KR" altLang="en-US" dirty="0"/>
              <a:t>삭제 페이지 </a:t>
            </a:r>
            <a:endParaRPr dirty="0"/>
          </a:p>
        </p:txBody>
      </p:sp>
      <p:sp>
        <p:nvSpPr>
          <p:cNvPr id="6" name="텍스트 개체 틀 5"/>
          <p:cNvSpPr>
            <a:spLocks noGrp="1"/>
          </p:cNvSpPr>
          <p:nvPr>
            <p:ph idx="1"/>
          </p:nvPr>
        </p:nvSpPr>
        <p:spPr>
          <a:xfrm>
            <a:off x="923027" y="837048"/>
            <a:ext cx="11179835" cy="5183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b="1" dirty="0">
                <a:latin typeface="+mn-ea"/>
              </a:rPr>
              <a:t>조회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수정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b="1" dirty="0">
                <a:latin typeface="+mn-ea"/>
                <a:sym typeface="Wingdings" panose="05000000000000000000" pitchFamily="2" charset="2"/>
              </a:rPr>
              <a:t>삭제</a:t>
            </a:r>
            <a:endParaRPr lang="en-US" altLang="ko-KR" dirty="0">
              <a:latin typeface="+mn-ea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BA9A70-AB4D-F6E3-170C-570080891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3DF6A-E7FE-4753-3C36-313E7352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t>67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5E07488-DD03-5C19-DBAD-581524825D7F}"/>
              </a:ext>
            </a:extLst>
          </p:cNvPr>
          <p:cNvSpPr txBox="1">
            <a:spLocks/>
          </p:cNvSpPr>
          <p:nvPr/>
        </p:nvSpPr>
        <p:spPr>
          <a:xfrm>
            <a:off x="173965" y="136527"/>
            <a:ext cx="664235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dirty="0">
                <a:solidFill>
                  <a:schemeClr val="bg2">
                    <a:lumMod val="75000"/>
                  </a:schemeClr>
                </a:solidFill>
              </a:rPr>
              <a:t>11</a:t>
            </a:r>
            <a:endParaRPr lang="ko-KR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55F17-0431-2447-C544-9E2B16FFD048}"/>
              </a:ext>
            </a:extLst>
          </p:cNvPr>
          <p:cNvSpPr txBox="1"/>
          <p:nvPr/>
        </p:nvSpPr>
        <p:spPr>
          <a:xfrm>
            <a:off x="3549033" y="2268703"/>
            <a:ext cx="6096964" cy="25545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{tno} =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useParams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 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-white w-full"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"text-4xl"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Todo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Page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tno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pPr>
              <a:buNone/>
            </a:pP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714EDB-0A56-1FE8-25D3-A2FE6967BCB2}"/>
              </a:ext>
            </a:extLst>
          </p:cNvPr>
          <p:cNvSpPr txBox="1"/>
          <p:nvPr/>
        </p:nvSpPr>
        <p:spPr>
          <a:xfrm>
            <a:off x="588862" y="1511493"/>
            <a:ext cx="6096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Font typeface="Wingdings" panose="05000000000000000000" pitchFamily="2" charset="2"/>
              <a:buChar char="à"/>
            </a:pPr>
            <a:r>
              <a:rPr lang="ko-KR" altLang="en-US" dirty="0"/>
              <a:t> 수정</a:t>
            </a:r>
            <a:r>
              <a:rPr lang="en-US" altLang="ko-KR" dirty="0"/>
              <a:t>/</a:t>
            </a:r>
            <a:r>
              <a:rPr lang="ko-KR" altLang="en-US" dirty="0"/>
              <a:t>삭제용 페이지 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949315-1ECB-67A7-375B-27B644D5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351" y="2268703"/>
            <a:ext cx="2791215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91746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F6CC7F-21E1-1029-2118-C5253D70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todo/modify/</a:t>
            </a:r>
            <a:r>
              <a:rPr lang="ko-KR" altLang="en-US" dirty="0"/>
              <a:t>번호에 대한 라우팅 설정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A2ECA9-73E6-FE58-F306-47B116082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B3517C-94B2-9048-6E6A-717209E3B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68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B437A5-5A09-98F9-97B1-705D897DF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48" y="956766"/>
            <a:ext cx="1857634" cy="1066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695AA9-5B93-84CC-681B-73CF9EFE6E9B}"/>
              </a:ext>
            </a:extLst>
          </p:cNvPr>
          <p:cNvSpPr txBox="1"/>
          <p:nvPr/>
        </p:nvSpPr>
        <p:spPr>
          <a:xfrm>
            <a:off x="3621428" y="876551"/>
            <a:ext cx="6096964" cy="5355312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9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=&gt; 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Loading....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9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9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9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children: [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"read/:tno"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9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"modify/:tno"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9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9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         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 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9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90773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F0286C-5C34-4B2C-0F24-83D7E8A51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528" y="1372927"/>
            <a:ext cx="7862944" cy="34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885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C296FC-92CA-0B35-D3DE-ED97E94E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/ </a:t>
            </a:r>
            <a:r>
              <a:rPr lang="ko-KR" altLang="en-US"/>
              <a:t>코드로 배우는 리액트</a:t>
            </a:r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94AD37-861B-5BDE-8012-9E52528FA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63E59-C53A-4641-BD4A-1C3F8A7A080E}" type="slidenum">
              <a:rPr lang="ko-KR" altLang="en-US" smtClean="0"/>
              <a:pPr/>
              <a:t>70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FBA36D5-9E90-AB6F-4067-4BE865DF126A}"/>
              </a:ext>
            </a:extLst>
          </p:cNvPr>
          <p:cNvSpPr txBox="1">
            <a:spLocks/>
          </p:cNvSpPr>
          <p:nvPr/>
        </p:nvSpPr>
        <p:spPr>
          <a:xfrm>
            <a:off x="880613" y="157239"/>
            <a:ext cx="11095008" cy="544512"/>
          </a:xfrm>
          <a:prstGeom prst="rect">
            <a:avLst/>
          </a:prstGeom>
          <a:ln w="31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/todo </a:t>
            </a:r>
            <a:r>
              <a:rPr lang="ko-KR" altLang="en-US" dirty="0"/>
              <a:t>호출시에 </a:t>
            </a:r>
            <a:r>
              <a:rPr lang="en-US" altLang="ko-KR" dirty="0"/>
              <a:t>/todo/list </a:t>
            </a:r>
            <a:r>
              <a:rPr lang="ko-KR" altLang="en-US" dirty="0"/>
              <a:t>로 </a:t>
            </a:r>
            <a:r>
              <a:rPr lang="ko-KR" altLang="en-US" dirty="0" err="1"/>
              <a:t>리다이렉트처리</a:t>
            </a:r>
            <a:r>
              <a:rPr lang="ko-KR" altLang="en-US" dirty="0"/>
              <a:t>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3F323C2-2154-F48D-4327-CAE36E3AC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280" y="1477442"/>
            <a:ext cx="1819529" cy="10002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5BCD0D-66C6-9464-D950-C70679606D6B}"/>
              </a:ext>
            </a:extLst>
          </p:cNvPr>
          <p:cNvSpPr txBox="1"/>
          <p:nvPr/>
        </p:nvSpPr>
        <p:spPr>
          <a:xfrm>
            <a:off x="5432866" y="805485"/>
            <a:ext cx="6096964" cy="5386090"/>
          </a:xfrm>
          <a:prstGeom prst="rect">
            <a:avLst/>
          </a:prstGeom>
          <a:solidFill>
            <a:schemeClr val="l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lazy, Suspense }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Navigate }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"react-router"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indexPage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addPage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lazy(()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"../pages/todo/</a:t>
            </a:r>
            <a:r>
              <a:rPr lang="en-US" altLang="ko-KR" sz="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modifyPage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buNone/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Loading = ()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 Loading....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altLang="ko-KR" sz="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todoRouter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"todo"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Component: </a:t>
            </a:r>
            <a:r>
              <a:rPr lang="en-US" altLang="ko-KR" sz="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TodoIndex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children: [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"list"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TodoList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"read/:tno"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TodoRead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"add"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TodoAdd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"modify/:tno"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&lt;Suspense fallback={&lt;Loading/&gt;}&gt;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8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TodoModify</a:t>
            </a:r>
            <a:r>
              <a:rPr lang="en-US" altLang="ko-KR" sz="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&lt;/Suspense&gt;           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path: 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element: &lt;Navigate to={</a:t>
            </a:r>
            <a:r>
              <a:rPr lang="en-US" altLang="ko-KR" sz="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'/todo/list'</a:t>
            </a: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}&gt;&lt;/Navigate&gt;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},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] 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C0DCB-F06E-030D-BA08-D3E230EF0E7C}"/>
              </a:ext>
            </a:extLst>
          </p:cNvPr>
          <p:cNvSpPr txBox="1"/>
          <p:nvPr/>
        </p:nvSpPr>
        <p:spPr>
          <a:xfrm>
            <a:off x="769716" y="966486"/>
            <a:ext cx="3530279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altLang="ko-KR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00" dirty="0">
                <a:solidFill>
                  <a:srgbClr val="0000FF"/>
                </a:solidFill>
                <a:latin typeface="Consolas" panose="020B0609020204030204" pitchFamily="49" charset="0"/>
              </a:rPr>
              <a:t>Navigate&gt;</a:t>
            </a:r>
            <a:r>
              <a:rPr lang="ko-KR" alt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를 이용해서 자동으로 리다이렉트 처리 </a:t>
            </a:r>
            <a:endParaRPr lang="ko-KR" altLang="en-US" sz="10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94060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589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43">
            <a:extLst>
              <a:ext uri="{FF2B5EF4-FFF2-40B4-BE49-F238E27FC236}">
                <a16:creationId xmlns:a16="http://schemas.microsoft.com/office/drawing/2014/main" id="{07CD24CB-ADB7-42D5-B7CA-D6B8E1847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47534439-A97B-B4DA-2F3B-8929FCB88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57" y="1716834"/>
            <a:ext cx="7414727" cy="2084068"/>
          </a:xfrm>
        </p:spPr>
        <p:txBody>
          <a:bodyPr>
            <a:normAutofit/>
          </a:bodyPr>
          <a:lstStyle/>
          <a:p>
            <a:r>
              <a:rPr lang="ko-KR" altLang="en-US" sz="4400">
                <a:solidFill>
                  <a:schemeClr val="tx1">
                    <a:lumMod val="85000"/>
                    <a:lumOff val="15000"/>
                  </a:schemeClr>
                </a:solidFill>
              </a:rPr>
              <a:t>감사합니다</a:t>
            </a:r>
            <a:r>
              <a:rPr lang="en-US" altLang="ko-KR" sz="440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ko-KR" altLang="en-US" sz="44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BDFA11BA-59A2-6FCF-870A-850913B58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58836" y="4220626"/>
            <a:ext cx="6074328" cy="1019427"/>
          </a:xfrm>
        </p:spPr>
        <p:txBody>
          <a:bodyPr>
            <a:normAutofit/>
          </a:bodyPr>
          <a:lstStyle/>
          <a:p>
            <a:endParaRPr lang="ko-KR" altLang="en-US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Freeform: Shape 45">
            <a:extLst>
              <a:ext uri="{FF2B5EF4-FFF2-40B4-BE49-F238E27FC236}">
                <a16:creationId xmlns:a16="http://schemas.microsoft.com/office/drawing/2014/main" id="{3D916803-DB5B-41EA-A592-86425F415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700501"/>
            <a:ext cx="12192000" cy="1157500"/>
          </a:xfrm>
          <a:custGeom>
            <a:avLst/>
            <a:gdLst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05350 w 12192000"/>
              <a:gd name="connsiteY91" fmla="*/ 106344 h 1163932"/>
              <a:gd name="connsiteX92" fmla="*/ 8228227 w 12192000"/>
              <a:gd name="connsiteY92" fmla="*/ 112404 h 1163932"/>
              <a:gd name="connsiteX93" fmla="*/ 8229109 w 12192000"/>
              <a:gd name="connsiteY93" fmla="*/ 109777 h 1163932"/>
              <a:gd name="connsiteX94" fmla="*/ 8237963 w 12192000"/>
              <a:gd name="connsiteY94" fmla="*/ 113428 h 1163932"/>
              <a:gd name="connsiteX95" fmla="*/ 8248358 w 12192000"/>
              <a:gd name="connsiteY95" fmla="*/ 112494 h 1163932"/>
              <a:gd name="connsiteX96" fmla="*/ 8249309 w 12192000"/>
              <a:gd name="connsiteY96" fmla="*/ 113130 h 1163932"/>
              <a:gd name="connsiteX97" fmla="*/ 8249997 w 12192000"/>
              <a:gd name="connsiteY97" fmla="*/ 112347 h 1163932"/>
              <a:gd name="connsiteX98" fmla="*/ 8272162 w 12192000"/>
              <a:gd name="connsiteY98" fmla="*/ 110356 h 1163932"/>
              <a:gd name="connsiteX99" fmla="*/ 8292349 w 12192000"/>
              <a:gd name="connsiteY99" fmla="*/ 103912 h 1163932"/>
              <a:gd name="connsiteX100" fmla="*/ 8292491 w 12192000"/>
              <a:gd name="connsiteY100" fmla="*/ 103935 h 1163932"/>
              <a:gd name="connsiteX101" fmla="*/ 8307239 w 12192000"/>
              <a:gd name="connsiteY101" fmla="*/ 101023 h 1163932"/>
              <a:gd name="connsiteX102" fmla="*/ 8339282 w 12192000"/>
              <a:gd name="connsiteY102" fmla="*/ 115374 h 1163932"/>
              <a:gd name="connsiteX103" fmla="*/ 8346156 w 12192000"/>
              <a:gd name="connsiteY103" fmla="*/ 117659 h 1163932"/>
              <a:gd name="connsiteX104" fmla="*/ 8346467 w 12192000"/>
              <a:gd name="connsiteY104" fmla="*/ 117456 h 1163932"/>
              <a:gd name="connsiteX105" fmla="*/ 8354069 w 12192000"/>
              <a:gd name="connsiteY105" fmla="*/ 119374 h 1163932"/>
              <a:gd name="connsiteX106" fmla="*/ 8358687 w 12192000"/>
              <a:gd name="connsiteY106" fmla="*/ 121825 h 1163932"/>
              <a:gd name="connsiteX107" fmla="*/ 8433385 w 12192000"/>
              <a:gd name="connsiteY107" fmla="*/ 106101 h 1163932"/>
              <a:gd name="connsiteX108" fmla="*/ 8533779 w 12192000"/>
              <a:gd name="connsiteY108" fmla="*/ 104806 h 1163932"/>
              <a:gd name="connsiteX109" fmla="*/ 8632833 w 12192000"/>
              <a:gd name="connsiteY109" fmla="*/ 106964 h 1163932"/>
              <a:gd name="connsiteX110" fmla="*/ 8668523 w 12192000"/>
              <a:gd name="connsiteY110" fmla="*/ 109411 h 1163932"/>
              <a:gd name="connsiteX111" fmla="*/ 8732893 w 12192000"/>
              <a:gd name="connsiteY111" fmla="*/ 106423 h 1163932"/>
              <a:gd name="connsiteX112" fmla="*/ 8764071 w 12192000"/>
              <a:gd name="connsiteY112" fmla="*/ 101019 h 1163932"/>
              <a:gd name="connsiteX113" fmla="*/ 8767004 w 12192000"/>
              <a:gd name="connsiteY113" fmla="*/ 97951 h 1163932"/>
              <a:gd name="connsiteX114" fmla="*/ 8772553 w 12192000"/>
              <a:gd name="connsiteY114" fmla="*/ 96746 h 1163932"/>
              <a:gd name="connsiteX115" fmla="*/ 8787201 w 12192000"/>
              <a:gd name="connsiteY115" fmla="*/ 98465 h 1163932"/>
              <a:gd name="connsiteX116" fmla="*/ 8792624 w 12192000"/>
              <a:gd name="connsiteY116" fmla="*/ 99935 h 1163932"/>
              <a:gd name="connsiteX117" fmla="*/ 8800741 w 12192000"/>
              <a:gd name="connsiteY117" fmla="*/ 100329 h 1163932"/>
              <a:gd name="connsiteX118" fmla="*/ 8800966 w 12192000"/>
              <a:gd name="connsiteY118" fmla="*/ 100077 h 1163932"/>
              <a:gd name="connsiteX119" fmla="*/ 8808513 w 12192000"/>
              <a:gd name="connsiteY119" fmla="*/ 100962 h 1163932"/>
              <a:gd name="connsiteX120" fmla="*/ 8845110 w 12192000"/>
              <a:gd name="connsiteY120" fmla="*/ 108611 h 1163932"/>
              <a:gd name="connsiteX121" fmla="*/ 8896773 w 12192000"/>
              <a:gd name="connsiteY121" fmla="*/ 86101 h 1163932"/>
              <a:gd name="connsiteX122" fmla="*/ 8917529 w 12192000"/>
              <a:gd name="connsiteY122" fmla="*/ 82805 h 1163932"/>
              <a:gd name="connsiteX123" fmla="*/ 8929546 w 12192000"/>
              <a:gd name="connsiteY123" fmla="*/ 78543 h 1163932"/>
              <a:gd name="connsiteX124" fmla="*/ 9026654 w 12192000"/>
              <a:gd name="connsiteY124" fmla="*/ 99852 h 1163932"/>
              <a:gd name="connsiteX125" fmla="*/ 9040737 w 12192000"/>
              <a:gd name="connsiteY125" fmla="*/ 105786 h 1163932"/>
              <a:gd name="connsiteX126" fmla="*/ 9052026 w 12192000"/>
              <a:gd name="connsiteY126" fmla="*/ 115808 h 1163932"/>
              <a:gd name="connsiteX127" fmla="*/ 9203241 w 12192000"/>
              <a:gd name="connsiteY127" fmla="*/ 118145 h 1163932"/>
              <a:gd name="connsiteX128" fmla="*/ 9415584 w 12192000"/>
              <a:gd name="connsiteY128" fmla="*/ 163588 h 1163932"/>
              <a:gd name="connsiteX129" fmla="*/ 9505102 w 12192000"/>
              <a:gd name="connsiteY129" fmla="*/ 147474 h 1163932"/>
              <a:gd name="connsiteX130" fmla="*/ 9643040 w 12192000"/>
              <a:gd name="connsiteY130" fmla="*/ 164665 h 1163932"/>
              <a:gd name="connsiteX131" fmla="*/ 9762999 w 12192000"/>
              <a:gd name="connsiteY131" fmla="*/ 169055 h 1163932"/>
              <a:gd name="connsiteX132" fmla="*/ 9776183 w 12192000"/>
              <a:gd name="connsiteY132" fmla="*/ 168623 h 1163932"/>
              <a:gd name="connsiteX133" fmla="*/ 9780532 w 12192000"/>
              <a:gd name="connsiteY133" fmla="*/ 162255 h 1163932"/>
              <a:gd name="connsiteX134" fmla="*/ 9824924 w 12192000"/>
              <a:gd name="connsiteY134" fmla="*/ 158079 h 1163932"/>
              <a:gd name="connsiteX135" fmla="*/ 9910588 w 12192000"/>
              <a:gd name="connsiteY135" fmla="*/ 160759 h 1163932"/>
              <a:gd name="connsiteX136" fmla="*/ 9924173 w 12192000"/>
              <a:gd name="connsiteY136" fmla="*/ 165023 h 1163932"/>
              <a:gd name="connsiteX137" fmla="*/ 10010969 w 12192000"/>
              <a:gd name="connsiteY137" fmla="*/ 162234 h 1163932"/>
              <a:gd name="connsiteX138" fmla="*/ 10070699 w 12192000"/>
              <a:gd name="connsiteY138" fmla="*/ 164286 h 1163932"/>
              <a:gd name="connsiteX139" fmla="*/ 10083825 w 12192000"/>
              <a:gd name="connsiteY139" fmla="*/ 168444 h 1163932"/>
              <a:gd name="connsiteX140" fmla="*/ 10097932 w 12192000"/>
              <a:gd name="connsiteY140" fmla="*/ 161160 h 1163932"/>
              <a:gd name="connsiteX141" fmla="*/ 10101779 w 12192000"/>
              <a:gd name="connsiteY141" fmla="*/ 155488 h 1163932"/>
              <a:gd name="connsiteX142" fmla="*/ 10149437 w 12192000"/>
              <a:gd name="connsiteY142" fmla="*/ 158598 h 1163932"/>
              <a:gd name="connsiteX143" fmla="*/ 10155104 w 12192000"/>
              <a:gd name="connsiteY143" fmla="*/ 158045 h 1163932"/>
              <a:gd name="connsiteX144" fmla="*/ 10250982 w 12192000"/>
              <a:gd name="connsiteY144" fmla="*/ 135074 h 1163932"/>
              <a:gd name="connsiteX145" fmla="*/ 10343301 w 12192000"/>
              <a:gd name="connsiteY145" fmla="*/ 97316 h 1163932"/>
              <a:gd name="connsiteX146" fmla="*/ 10366625 w 12192000"/>
              <a:gd name="connsiteY146" fmla="*/ 85860 h 1163932"/>
              <a:gd name="connsiteX147" fmla="*/ 10433505 w 12192000"/>
              <a:gd name="connsiteY147" fmla="*/ 71432 h 1163932"/>
              <a:gd name="connsiteX148" fmla="*/ 10547510 w 12192000"/>
              <a:gd name="connsiteY148" fmla="*/ 53678 h 1163932"/>
              <a:gd name="connsiteX149" fmla="*/ 10588150 w 12192000"/>
              <a:gd name="connsiteY149" fmla="*/ 38719 h 1163932"/>
              <a:gd name="connsiteX150" fmla="*/ 10589457 w 12192000"/>
              <a:gd name="connsiteY150" fmla="*/ 31728 h 1163932"/>
              <a:gd name="connsiteX151" fmla="*/ 10699976 w 12192000"/>
              <a:gd name="connsiteY151" fmla="*/ 49777 h 1163932"/>
              <a:gd name="connsiteX152" fmla="*/ 10812237 w 12192000"/>
              <a:gd name="connsiteY152" fmla="*/ 52759 h 1163932"/>
              <a:gd name="connsiteX153" fmla="*/ 10869837 w 12192000"/>
              <a:gd name="connsiteY153" fmla="*/ 72227 h 1163932"/>
              <a:gd name="connsiteX154" fmla="*/ 10881770 w 12192000"/>
              <a:gd name="connsiteY154" fmla="*/ 80104 h 1163932"/>
              <a:gd name="connsiteX155" fmla="*/ 10896899 w 12192000"/>
              <a:gd name="connsiteY155" fmla="*/ 77163 h 1163932"/>
              <a:gd name="connsiteX156" fmla="*/ 10901748 w 12192000"/>
              <a:gd name="connsiteY156" fmla="*/ 72784 h 1163932"/>
              <a:gd name="connsiteX157" fmla="*/ 10947419 w 12192000"/>
              <a:gd name="connsiteY157" fmla="*/ 89748 h 1163932"/>
              <a:gd name="connsiteX158" fmla="*/ 10953034 w 12192000"/>
              <a:gd name="connsiteY158" fmla="*/ 90870 h 1163932"/>
              <a:gd name="connsiteX159" fmla="*/ 10992070 w 12192000"/>
              <a:gd name="connsiteY159" fmla="*/ 95273 h 1163932"/>
              <a:gd name="connsiteX160" fmla="*/ 11112372 w 12192000"/>
              <a:gd name="connsiteY160" fmla="*/ 88679 h 1163932"/>
              <a:gd name="connsiteX161" fmla="*/ 11147719 w 12192000"/>
              <a:gd name="connsiteY161" fmla="*/ 86992 h 1163932"/>
              <a:gd name="connsiteX162" fmla="*/ 11172617 w 12192000"/>
              <a:gd name="connsiteY162" fmla="*/ 82697 h 1163932"/>
              <a:gd name="connsiteX163" fmla="*/ 11240397 w 12192000"/>
              <a:gd name="connsiteY163" fmla="*/ 88262 h 1163932"/>
              <a:gd name="connsiteX164" fmla="*/ 11270034 w 12192000"/>
              <a:gd name="connsiteY164" fmla="*/ 98379 h 1163932"/>
              <a:gd name="connsiteX165" fmla="*/ 11293091 w 12192000"/>
              <a:gd name="connsiteY165" fmla="*/ 98474 h 1163932"/>
              <a:gd name="connsiteX166" fmla="*/ 11310949 w 12192000"/>
              <a:gd name="connsiteY166" fmla="*/ 104274 h 1163932"/>
              <a:gd name="connsiteX167" fmla="*/ 11345279 w 12192000"/>
              <a:gd name="connsiteY167" fmla="*/ 101883 h 1163932"/>
              <a:gd name="connsiteX168" fmla="*/ 11354597 w 12192000"/>
              <a:gd name="connsiteY168" fmla="*/ 104385 h 1163932"/>
              <a:gd name="connsiteX169" fmla="*/ 11367725 w 12192000"/>
              <a:gd name="connsiteY169" fmla="*/ 104431 h 1163932"/>
              <a:gd name="connsiteX170" fmla="*/ 11399832 w 12192000"/>
              <a:gd name="connsiteY170" fmla="*/ 117048 h 1163932"/>
              <a:gd name="connsiteX171" fmla="*/ 11487595 w 12192000"/>
              <a:gd name="connsiteY171" fmla="*/ 158754 h 1163932"/>
              <a:gd name="connsiteX172" fmla="*/ 11590850 w 12192000"/>
              <a:gd name="connsiteY172" fmla="*/ 244984 h 1163932"/>
              <a:gd name="connsiteX173" fmla="*/ 11736204 w 12192000"/>
              <a:gd name="connsiteY173" fmla="*/ 283941 h 1163932"/>
              <a:gd name="connsiteX174" fmla="*/ 11760331 w 12192000"/>
              <a:gd name="connsiteY174" fmla="*/ 298368 h 1163932"/>
              <a:gd name="connsiteX175" fmla="*/ 11819139 w 12192000"/>
              <a:gd name="connsiteY175" fmla="*/ 310575 h 1163932"/>
              <a:gd name="connsiteX176" fmla="*/ 11821967 w 12192000"/>
              <a:gd name="connsiteY176" fmla="*/ 312222 h 1163932"/>
              <a:gd name="connsiteX177" fmla="*/ 11847125 w 12192000"/>
              <a:gd name="connsiteY177" fmla="*/ 303833 h 1163932"/>
              <a:gd name="connsiteX178" fmla="*/ 11980134 w 12192000"/>
              <a:gd name="connsiteY178" fmla="*/ 328343 h 1163932"/>
              <a:gd name="connsiteX179" fmla="*/ 12174576 w 12192000"/>
              <a:gd name="connsiteY179" fmla="*/ 382540 h 1163932"/>
              <a:gd name="connsiteX180" fmla="*/ 12192000 w 12192000"/>
              <a:gd name="connsiteY180" fmla="*/ 385665 h 1163932"/>
              <a:gd name="connsiteX181" fmla="*/ 12192000 w 12192000"/>
              <a:gd name="connsiteY181" fmla="*/ 1163932 h 1163932"/>
              <a:gd name="connsiteX182" fmla="*/ 0 w 12192000"/>
              <a:gd name="connsiteY182" fmla="*/ 1163932 h 1163932"/>
              <a:gd name="connsiteX183" fmla="*/ 0 w 12192000"/>
              <a:gd name="connsiteY183" fmla="*/ 489977 h 1163932"/>
              <a:gd name="connsiteX184" fmla="*/ 5331 w 12192000"/>
              <a:gd name="connsiteY184" fmla="*/ 489229 h 1163932"/>
              <a:gd name="connsiteX185" fmla="*/ 39902 w 12192000"/>
              <a:gd name="connsiteY185" fmla="*/ 478716 h 1163932"/>
              <a:gd name="connsiteX186" fmla="*/ 117880 w 12192000"/>
              <a:gd name="connsiteY186" fmla="*/ 427388 h 1163932"/>
              <a:gd name="connsiteX187" fmla="*/ 238140 w 12192000"/>
              <a:gd name="connsiteY187" fmla="*/ 385729 h 1163932"/>
              <a:gd name="connsiteX188" fmla="*/ 249589 w 12192000"/>
              <a:gd name="connsiteY188" fmla="*/ 385949 h 1163932"/>
              <a:gd name="connsiteX189" fmla="*/ 296963 w 12192000"/>
              <a:gd name="connsiteY189" fmla="*/ 362534 h 1163932"/>
              <a:gd name="connsiteX190" fmla="*/ 339235 w 12192000"/>
              <a:gd name="connsiteY190" fmla="*/ 330857 h 1163932"/>
              <a:gd name="connsiteX191" fmla="*/ 447152 w 12192000"/>
              <a:gd name="connsiteY191" fmla="*/ 333855 h 1163932"/>
              <a:gd name="connsiteX192" fmla="*/ 475247 w 12192000"/>
              <a:gd name="connsiteY192" fmla="*/ 343146 h 1163932"/>
              <a:gd name="connsiteX193" fmla="*/ 477967 w 12192000"/>
              <a:gd name="connsiteY193" fmla="*/ 344392 h 1163932"/>
              <a:gd name="connsiteX194" fmla="*/ 527683 w 12192000"/>
              <a:gd name="connsiteY194" fmla="*/ 339655 h 1163932"/>
              <a:gd name="connsiteX195" fmla="*/ 703732 w 12192000"/>
              <a:gd name="connsiteY195" fmla="*/ 323031 h 1163932"/>
              <a:gd name="connsiteX196" fmla="*/ 853391 w 12192000"/>
              <a:gd name="connsiteY196" fmla="*/ 310023 h 1163932"/>
              <a:gd name="connsiteX197" fmla="*/ 925332 w 12192000"/>
              <a:gd name="connsiteY197" fmla="*/ 305118 h 1163932"/>
              <a:gd name="connsiteX198" fmla="*/ 941286 w 12192000"/>
              <a:gd name="connsiteY198" fmla="*/ 295364 h 1163932"/>
              <a:gd name="connsiteX199" fmla="*/ 950845 w 12192000"/>
              <a:gd name="connsiteY199" fmla="*/ 293027 h 1163932"/>
              <a:gd name="connsiteX200" fmla="*/ 953292 w 12192000"/>
              <a:gd name="connsiteY200" fmla="*/ 287324 h 1163932"/>
              <a:gd name="connsiteX201" fmla="*/ 967499 w 12192000"/>
              <a:gd name="connsiteY201" fmla="*/ 280192 h 1163932"/>
              <a:gd name="connsiteX202" fmla="*/ 985161 w 12192000"/>
              <a:gd name="connsiteY202" fmla="*/ 277297 h 1163932"/>
              <a:gd name="connsiteX203" fmla="*/ 1069267 w 12192000"/>
              <a:gd name="connsiteY203" fmla="*/ 269198 h 1163932"/>
              <a:gd name="connsiteX204" fmla="*/ 1138407 w 12192000"/>
              <a:gd name="connsiteY204" fmla="*/ 252999 h 1163932"/>
              <a:gd name="connsiteX205" fmla="*/ 1164931 w 12192000"/>
              <a:gd name="connsiteY205" fmla="*/ 245054 h 1163932"/>
              <a:gd name="connsiteX206" fmla="*/ 1211622 w 12192000"/>
              <a:gd name="connsiteY206" fmla="*/ 227108 h 1163932"/>
              <a:gd name="connsiteX207" fmla="*/ 1274567 w 12192000"/>
              <a:gd name="connsiteY207" fmla="*/ 209812 h 1163932"/>
              <a:gd name="connsiteX208" fmla="*/ 1325029 w 12192000"/>
              <a:gd name="connsiteY208" fmla="*/ 214369 h 1163932"/>
              <a:gd name="connsiteX209" fmla="*/ 1356805 w 12192000"/>
              <a:gd name="connsiteY209" fmla="*/ 210054 h 1163932"/>
              <a:gd name="connsiteX210" fmla="*/ 1468752 w 12192000"/>
              <a:gd name="connsiteY210" fmla="*/ 221036 h 1163932"/>
              <a:gd name="connsiteX211" fmla="*/ 1650750 w 12192000"/>
              <a:gd name="connsiteY211" fmla="*/ 171522 h 1163932"/>
              <a:gd name="connsiteX212" fmla="*/ 1655056 w 12192000"/>
              <a:gd name="connsiteY212" fmla="*/ 178538 h 1163932"/>
              <a:gd name="connsiteX213" fmla="*/ 1683220 w 12192000"/>
              <a:gd name="connsiteY213" fmla="*/ 176084 h 1163932"/>
              <a:gd name="connsiteX214" fmla="*/ 1685599 w 12192000"/>
              <a:gd name="connsiteY214" fmla="*/ 171820 h 1163932"/>
              <a:gd name="connsiteX215" fmla="*/ 1689230 w 12192000"/>
              <a:gd name="connsiteY215" fmla="*/ 171091 h 1163932"/>
              <a:gd name="connsiteX216" fmla="*/ 1691052 w 12192000"/>
              <a:gd name="connsiteY216" fmla="*/ 175010 h 1163932"/>
              <a:gd name="connsiteX217" fmla="*/ 1735783 w 12192000"/>
              <a:gd name="connsiteY217" fmla="*/ 183832 h 1163932"/>
              <a:gd name="connsiteX218" fmla="*/ 1797102 w 12192000"/>
              <a:gd name="connsiteY218" fmla="*/ 188721 h 1163932"/>
              <a:gd name="connsiteX219" fmla="*/ 1845638 w 12192000"/>
              <a:gd name="connsiteY219" fmla="*/ 170206 h 1163932"/>
              <a:gd name="connsiteX220" fmla="*/ 1848980 w 12192000"/>
              <a:gd name="connsiteY220" fmla="*/ 173948 h 1163932"/>
              <a:gd name="connsiteX221" fmla="*/ 1880587 w 12192000"/>
              <a:gd name="connsiteY221" fmla="*/ 171938 h 1163932"/>
              <a:gd name="connsiteX222" fmla="*/ 1995803 w 12192000"/>
              <a:gd name="connsiteY222" fmla="*/ 138279 h 1163932"/>
              <a:gd name="connsiteX223" fmla="*/ 2057448 w 12192000"/>
              <a:gd name="connsiteY223" fmla="*/ 135082 h 1163932"/>
              <a:gd name="connsiteX224" fmla="*/ 2119088 w 12192000"/>
              <a:gd name="connsiteY224" fmla="*/ 119940 h 1163932"/>
              <a:gd name="connsiteX225" fmla="*/ 2138831 w 12192000"/>
              <a:gd name="connsiteY225" fmla="*/ 122626 h 1163932"/>
              <a:gd name="connsiteX226" fmla="*/ 2174180 w 12192000"/>
              <a:gd name="connsiteY226" fmla="*/ 117121 h 1163932"/>
              <a:gd name="connsiteX227" fmla="*/ 2214259 w 12192000"/>
              <a:gd name="connsiteY227" fmla="*/ 116974 h 1163932"/>
              <a:gd name="connsiteX228" fmla="*/ 2264911 w 12192000"/>
              <a:gd name="connsiteY228" fmla="*/ 108071 h 1163932"/>
              <a:gd name="connsiteX229" fmla="*/ 2298963 w 12192000"/>
              <a:gd name="connsiteY229" fmla="*/ 107788 h 1163932"/>
              <a:gd name="connsiteX230" fmla="*/ 2454058 w 12192000"/>
              <a:gd name="connsiteY230" fmla="*/ 73698 h 1163932"/>
              <a:gd name="connsiteX231" fmla="*/ 2534188 w 12192000"/>
              <a:gd name="connsiteY231" fmla="*/ 70162 h 1163932"/>
              <a:gd name="connsiteX232" fmla="*/ 2616912 w 12192000"/>
              <a:gd name="connsiteY232" fmla="*/ 51189 h 1163932"/>
              <a:gd name="connsiteX233" fmla="*/ 2698592 w 12192000"/>
              <a:gd name="connsiteY233" fmla="*/ 42305 h 1163932"/>
              <a:gd name="connsiteX234" fmla="*/ 2891953 w 12192000"/>
              <a:gd name="connsiteY234" fmla="*/ 34973 h 1163932"/>
              <a:gd name="connsiteX235" fmla="*/ 2955508 w 12192000"/>
              <a:gd name="connsiteY235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29109 w 12192000"/>
              <a:gd name="connsiteY92" fmla="*/ 109777 h 1163932"/>
              <a:gd name="connsiteX93" fmla="*/ 8237963 w 12192000"/>
              <a:gd name="connsiteY93" fmla="*/ 113428 h 1163932"/>
              <a:gd name="connsiteX94" fmla="*/ 8248358 w 12192000"/>
              <a:gd name="connsiteY94" fmla="*/ 112494 h 1163932"/>
              <a:gd name="connsiteX95" fmla="*/ 8249309 w 12192000"/>
              <a:gd name="connsiteY95" fmla="*/ 113130 h 1163932"/>
              <a:gd name="connsiteX96" fmla="*/ 8249997 w 12192000"/>
              <a:gd name="connsiteY96" fmla="*/ 112347 h 1163932"/>
              <a:gd name="connsiteX97" fmla="*/ 8272162 w 12192000"/>
              <a:gd name="connsiteY97" fmla="*/ 110356 h 1163932"/>
              <a:gd name="connsiteX98" fmla="*/ 8292349 w 12192000"/>
              <a:gd name="connsiteY98" fmla="*/ 103912 h 1163932"/>
              <a:gd name="connsiteX99" fmla="*/ 8292491 w 12192000"/>
              <a:gd name="connsiteY99" fmla="*/ 103935 h 1163932"/>
              <a:gd name="connsiteX100" fmla="*/ 8307239 w 12192000"/>
              <a:gd name="connsiteY100" fmla="*/ 101023 h 1163932"/>
              <a:gd name="connsiteX101" fmla="*/ 8339282 w 12192000"/>
              <a:gd name="connsiteY101" fmla="*/ 115374 h 1163932"/>
              <a:gd name="connsiteX102" fmla="*/ 8346156 w 12192000"/>
              <a:gd name="connsiteY102" fmla="*/ 117659 h 1163932"/>
              <a:gd name="connsiteX103" fmla="*/ 8346467 w 12192000"/>
              <a:gd name="connsiteY103" fmla="*/ 117456 h 1163932"/>
              <a:gd name="connsiteX104" fmla="*/ 8354069 w 12192000"/>
              <a:gd name="connsiteY104" fmla="*/ 119374 h 1163932"/>
              <a:gd name="connsiteX105" fmla="*/ 8358687 w 12192000"/>
              <a:gd name="connsiteY105" fmla="*/ 121825 h 1163932"/>
              <a:gd name="connsiteX106" fmla="*/ 8433385 w 12192000"/>
              <a:gd name="connsiteY106" fmla="*/ 106101 h 1163932"/>
              <a:gd name="connsiteX107" fmla="*/ 8533779 w 12192000"/>
              <a:gd name="connsiteY107" fmla="*/ 104806 h 1163932"/>
              <a:gd name="connsiteX108" fmla="*/ 8632833 w 12192000"/>
              <a:gd name="connsiteY108" fmla="*/ 106964 h 1163932"/>
              <a:gd name="connsiteX109" fmla="*/ 8668523 w 12192000"/>
              <a:gd name="connsiteY109" fmla="*/ 109411 h 1163932"/>
              <a:gd name="connsiteX110" fmla="*/ 8732893 w 12192000"/>
              <a:gd name="connsiteY110" fmla="*/ 106423 h 1163932"/>
              <a:gd name="connsiteX111" fmla="*/ 8764071 w 12192000"/>
              <a:gd name="connsiteY111" fmla="*/ 101019 h 1163932"/>
              <a:gd name="connsiteX112" fmla="*/ 8767004 w 12192000"/>
              <a:gd name="connsiteY112" fmla="*/ 97951 h 1163932"/>
              <a:gd name="connsiteX113" fmla="*/ 8772553 w 12192000"/>
              <a:gd name="connsiteY113" fmla="*/ 96746 h 1163932"/>
              <a:gd name="connsiteX114" fmla="*/ 8787201 w 12192000"/>
              <a:gd name="connsiteY114" fmla="*/ 98465 h 1163932"/>
              <a:gd name="connsiteX115" fmla="*/ 8792624 w 12192000"/>
              <a:gd name="connsiteY115" fmla="*/ 99935 h 1163932"/>
              <a:gd name="connsiteX116" fmla="*/ 8800741 w 12192000"/>
              <a:gd name="connsiteY116" fmla="*/ 100329 h 1163932"/>
              <a:gd name="connsiteX117" fmla="*/ 8800966 w 12192000"/>
              <a:gd name="connsiteY117" fmla="*/ 100077 h 1163932"/>
              <a:gd name="connsiteX118" fmla="*/ 8808513 w 12192000"/>
              <a:gd name="connsiteY118" fmla="*/ 100962 h 1163932"/>
              <a:gd name="connsiteX119" fmla="*/ 8845110 w 12192000"/>
              <a:gd name="connsiteY119" fmla="*/ 108611 h 1163932"/>
              <a:gd name="connsiteX120" fmla="*/ 8896773 w 12192000"/>
              <a:gd name="connsiteY120" fmla="*/ 86101 h 1163932"/>
              <a:gd name="connsiteX121" fmla="*/ 8917529 w 12192000"/>
              <a:gd name="connsiteY121" fmla="*/ 82805 h 1163932"/>
              <a:gd name="connsiteX122" fmla="*/ 8929546 w 12192000"/>
              <a:gd name="connsiteY122" fmla="*/ 78543 h 1163932"/>
              <a:gd name="connsiteX123" fmla="*/ 9026654 w 12192000"/>
              <a:gd name="connsiteY123" fmla="*/ 99852 h 1163932"/>
              <a:gd name="connsiteX124" fmla="*/ 9040737 w 12192000"/>
              <a:gd name="connsiteY124" fmla="*/ 105786 h 1163932"/>
              <a:gd name="connsiteX125" fmla="*/ 9052026 w 12192000"/>
              <a:gd name="connsiteY125" fmla="*/ 115808 h 1163932"/>
              <a:gd name="connsiteX126" fmla="*/ 9203241 w 12192000"/>
              <a:gd name="connsiteY126" fmla="*/ 118145 h 1163932"/>
              <a:gd name="connsiteX127" fmla="*/ 9415584 w 12192000"/>
              <a:gd name="connsiteY127" fmla="*/ 163588 h 1163932"/>
              <a:gd name="connsiteX128" fmla="*/ 9505102 w 12192000"/>
              <a:gd name="connsiteY128" fmla="*/ 147474 h 1163932"/>
              <a:gd name="connsiteX129" fmla="*/ 9643040 w 12192000"/>
              <a:gd name="connsiteY129" fmla="*/ 164665 h 1163932"/>
              <a:gd name="connsiteX130" fmla="*/ 9762999 w 12192000"/>
              <a:gd name="connsiteY130" fmla="*/ 169055 h 1163932"/>
              <a:gd name="connsiteX131" fmla="*/ 9776183 w 12192000"/>
              <a:gd name="connsiteY131" fmla="*/ 168623 h 1163932"/>
              <a:gd name="connsiteX132" fmla="*/ 9780532 w 12192000"/>
              <a:gd name="connsiteY132" fmla="*/ 162255 h 1163932"/>
              <a:gd name="connsiteX133" fmla="*/ 9824924 w 12192000"/>
              <a:gd name="connsiteY133" fmla="*/ 158079 h 1163932"/>
              <a:gd name="connsiteX134" fmla="*/ 9910588 w 12192000"/>
              <a:gd name="connsiteY134" fmla="*/ 160759 h 1163932"/>
              <a:gd name="connsiteX135" fmla="*/ 9924173 w 12192000"/>
              <a:gd name="connsiteY135" fmla="*/ 165023 h 1163932"/>
              <a:gd name="connsiteX136" fmla="*/ 10010969 w 12192000"/>
              <a:gd name="connsiteY136" fmla="*/ 162234 h 1163932"/>
              <a:gd name="connsiteX137" fmla="*/ 10070699 w 12192000"/>
              <a:gd name="connsiteY137" fmla="*/ 164286 h 1163932"/>
              <a:gd name="connsiteX138" fmla="*/ 10083825 w 12192000"/>
              <a:gd name="connsiteY138" fmla="*/ 168444 h 1163932"/>
              <a:gd name="connsiteX139" fmla="*/ 10097932 w 12192000"/>
              <a:gd name="connsiteY139" fmla="*/ 161160 h 1163932"/>
              <a:gd name="connsiteX140" fmla="*/ 10101779 w 12192000"/>
              <a:gd name="connsiteY140" fmla="*/ 155488 h 1163932"/>
              <a:gd name="connsiteX141" fmla="*/ 10149437 w 12192000"/>
              <a:gd name="connsiteY141" fmla="*/ 158598 h 1163932"/>
              <a:gd name="connsiteX142" fmla="*/ 10155104 w 12192000"/>
              <a:gd name="connsiteY142" fmla="*/ 158045 h 1163932"/>
              <a:gd name="connsiteX143" fmla="*/ 10250982 w 12192000"/>
              <a:gd name="connsiteY143" fmla="*/ 135074 h 1163932"/>
              <a:gd name="connsiteX144" fmla="*/ 10343301 w 12192000"/>
              <a:gd name="connsiteY144" fmla="*/ 97316 h 1163932"/>
              <a:gd name="connsiteX145" fmla="*/ 10366625 w 12192000"/>
              <a:gd name="connsiteY145" fmla="*/ 85860 h 1163932"/>
              <a:gd name="connsiteX146" fmla="*/ 10433505 w 12192000"/>
              <a:gd name="connsiteY146" fmla="*/ 71432 h 1163932"/>
              <a:gd name="connsiteX147" fmla="*/ 10547510 w 12192000"/>
              <a:gd name="connsiteY147" fmla="*/ 53678 h 1163932"/>
              <a:gd name="connsiteX148" fmla="*/ 10588150 w 12192000"/>
              <a:gd name="connsiteY148" fmla="*/ 38719 h 1163932"/>
              <a:gd name="connsiteX149" fmla="*/ 10589457 w 12192000"/>
              <a:gd name="connsiteY149" fmla="*/ 31728 h 1163932"/>
              <a:gd name="connsiteX150" fmla="*/ 10699976 w 12192000"/>
              <a:gd name="connsiteY150" fmla="*/ 49777 h 1163932"/>
              <a:gd name="connsiteX151" fmla="*/ 10812237 w 12192000"/>
              <a:gd name="connsiteY151" fmla="*/ 52759 h 1163932"/>
              <a:gd name="connsiteX152" fmla="*/ 10869837 w 12192000"/>
              <a:gd name="connsiteY152" fmla="*/ 72227 h 1163932"/>
              <a:gd name="connsiteX153" fmla="*/ 10881770 w 12192000"/>
              <a:gd name="connsiteY153" fmla="*/ 80104 h 1163932"/>
              <a:gd name="connsiteX154" fmla="*/ 10896899 w 12192000"/>
              <a:gd name="connsiteY154" fmla="*/ 77163 h 1163932"/>
              <a:gd name="connsiteX155" fmla="*/ 10901748 w 12192000"/>
              <a:gd name="connsiteY155" fmla="*/ 72784 h 1163932"/>
              <a:gd name="connsiteX156" fmla="*/ 10947419 w 12192000"/>
              <a:gd name="connsiteY156" fmla="*/ 89748 h 1163932"/>
              <a:gd name="connsiteX157" fmla="*/ 10953034 w 12192000"/>
              <a:gd name="connsiteY157" fmla="*/ 90870 h 1163932"/>
              <a:gd name="connsiteX158" fmla="*/ 10992070 w 12192000"/>
              <a:gd name="connsiteY158" fmla="*/ 95273 h 1163932"/>
              <a:gd name="connsiteX159" fmla="*/ 11112372 w 12192000"/>
              <a:gd name="connsiteY159" fmla="*/ 88679 h 1163932"/>
              <a:gd name="connsiteX160" fmla="*/ 11147719 w 12192000"/>
              <a:gd name="connsiteY160" fmla="*/ 86992 h 1163932"/>
              <a:gd name="connsiteX161" fmla="*/ 11172617 w 12192000"/>
              <a:gd name="connsiteY161" fmla="*/ 82697 h 1163932"/>
              <a:gd name="connsiteX162" fmla="*/ 11240397 w 12192000"/>
              <a:gd name="connsiteY162" fmla="*/ 88262 h 1163932"/>
              <a:gd name="connsiteX163" fmla="*/ 11270034 w 12192000"/>
              <a:gd name="connsiteY163" fmla="*/ 98379 h 1163932"/>
              <a:gd name="connsiteX164" fmla="*/ 11293091 w 12192000"/>
              <a:gd name="connsiteY164" fmla="*/ 98474 h 1163932"/>
              <a:gd name="connsiteX165" fmla="*/ 11310949 w 12192000"/>
              <a:gd name="connsiteY165" fmla="*/ 104274 h 1163932"/>
              <a:gd name="connsiteX166" fmla="*/ 11345279 w 12192000"/>
              <a:gd name="connsiteY166" fmla="*/ 101883 h 1163932"/>
              <a:gd name="connsiteX167" fmla="*/ 11354597 w 12192000"/>
              <a:gd name="connsiteY167" fmla="*/ 104385 h 1163932"/>
              <a:gd name="connsiteX168" fmla="*/ 11367725 w 12192000"/>
              <a:gd name="connsiteY168" fmla="*/ 104431 h 1163932"/>
              <a:gd name="connsiteX169" fmla="*/ 11399832 w 12192000"/>
              <a:gd name="connsiteY169" fmla="*/ 117048 h 1163932"/>
              <a:gd name="connsiteX170" fmla="*/ 11487595 w 12192000"/>
              <a:gd name="connsiteY170" fmla="*/ 158754 h 1163932"/>
              <a:gd name="connsiteX171" fmla="*/ 11590850 w 12192000"/>
              <a:gd name="connsiteY171" fmla="*/ 244984 h 1163932"/>
              <a:gd name="connsiteX172" fmla="*/ 11736204 w 12192000"/>
              <a:gd name="connsiteY172" fmla="*/ 283941 h 1163932"/>
              <a:gd name="connsiteX173" fmla="*/ 11760331 w 12192000"/>
              <a:gd name="connsiteY173" fmla="*/ 298368 h 1163932"/>
              <a:gd name="connsiteX174" fmla="*/ 11819139 w 12192000"/>
              <a:gd name="connsiteY174" fmla="*/ 310575 h 1163932"/>
              <a:gd name="connsiteX175" fmla="*/ 11821967 w 12192000"/>
              <a:gd name="connsiteY175" fmla="*/ 312222 h 1163932"/>
              <a:gd name="connsiteX176" fmla="*/ 11847125 w 12192000"/>
              <a:gd name="connsiteY176" fmla="*/ 303833 h 1163932"/>
              <a:gd name="connsiteX177" fmla="*/ 11980134 w 12192000"/>
              <a:gd name="connsiteY177" fmla="*/ 328343 h 1163932"/>
              <a:gd name="connsiteX178" fmla="*/ 12174576 w 12192000"/>
              <a:gd name="connsiteY178" fmla="*/ 382540 h 1163932"/>
              <a:gd name="connsiteX179" fmla="*/ 12192000 w 12192000"/>
              <a:gd name="connsiteY179" fmla="*/ 385665 h 1163932"/>
              <a:gd name="connsiteX180" fmla="*/ 12192000 w 12192000"/>
              <a:gd name="connsiteY180" fmla="*/ 1163932 h 1163932"/>
              <a:gd name="connsiteX181" fmla="*/ 0 w 12192000"/>
              <a:gd name="connsiteY181" fmla="*/ 1163932 h 1163932"/>
              <a:gd name="connsiteX182" fmla="*/ 0 w 12192000"/>
              <a:gd name="connsiteY182" fmla="*/ 489977 h 1163932"/>
              <a:gd name="connsiteX183" fmla="*/ 5331 w 12192000"/>
              <a:gd name="connsiteY183" fmla="*/ 489229 h 1163932"/>
              <a:gd name="connsiteX184" fmla="*/ 39902 w 12192000"/>
              <a:gd name="connsiteY184" fmla="*/ 478716 h 1163932"/>
              <a:gd name="connsiteX185" fmla="*/ 117880 w 12192000"/>
              <a:gd name="connsiteY185" fmla="*/ 427388 h 1163932"/>
              <a:gd name="connsiteX186" fmla="*/ 238140 w 12192000"/>
              <a:gd name="connsiteY186" fmla="*/ 385729 h 1163932"/>
              <a:gd name="connsiteX187" fmla="*/ 249589 w 12192000"/>
              <a:gd name="connsiteY187" fmla="*/ 385949 h 1163932"/>
              <a:gd name="connsiteX188" fmla="*/ 296963 w 12192000"/>
              <a:gd name="connsiteY188" fmla="*/ 362534 h 1163932"/>
              <a:gd name="connsiteX189" fmla="*/ 339235 w 12192000"/>
              <a:gd name="connsiteY189" fmla="*/ 330857 h 1163932"/>
              <a:gd name="connsiteX190" fmla="*/ 447152 w 12192000"/>
              <a:gd name="connsiteY190" fmla="*/ 333855 h 1163932"/>
              <a:gd name="connsiteX191" fmla="*/ 475247 w 12192000"/>
              <a:gd name="connsiteY191" fmla="*/ 343146 h 1163932"/>
              <a:gd name="connsiteX192" fmla="*/ 477967 w 12192000"/>
              <a:gd name="connsiteY192" fmla="*/ 344392 h 1163932"/>
              <a:gd name="connsiteX193" fmla="*/ 527683 w 12192000"/>
              <a:gd name="connsiteY193" fmla="*/ 339655 h 1163932"/>
              <a:gd name="connsiteX194" fmla="*/ 703732 w 12192000"/>
              <a:gd name="connsiteY194" fmla="*/ 323031 h 1163932"/>
              <a:gd name="connsiteX195" fmla="*/ 853391 w 12192000"/>
              <a:gd name="connsiteY195" fmla="*/ 310023 h 1163932"/>
              <a:gd name="connsiteX196" fmla="*/ 925332 w 12192000"/>
              <a:gd name="connsiteY196" fmla="*/ 305118 h 1163932"/>
              <a:gd name="connsiteX197" fmla="*/ 941286 w 12192000"/>
              <a:gd name="connsiteY197" fmla="*/ 295364 h 1163932"/>
              <a:gd name="connsiteX198" fmla="*/ 950845 w 12192000"/>
              <a:gd name="connsiteY198" fmla="*/ 293027 h 1163932"/>
              <a:gd name="connsiteX199" fmla="*/ 953292 w 12192000"/>
              <a:gd name="connsiteY199" fmla="*/ 287324 h 1163932"/>
              <a:gd name="connsiteX200" fmla="*/ 967499 w 12192000"/>
              <a:gd name="connsiteY200" fmla="*/ 280192 h 1163932"/>
              <a:gd name="connsiteX201" fmla="*/ 985161 w 12192000"/>
              <a:gd name="connsiteY201" fmla="*/ 277297 h 1163932"/>
              <a:gd name="connsiteX202" fmla="*/ 1069267 w 12192000"/>
              <a:gd name="connsiteY202" fmla="*/ 269198 h 1163932"/>
              <a:gd name="connsiteX203" fmla="*/ 1138407 w 12192000"/>
              <a:gd name="connsiteY203" fmla="*/ 252999 h 1163932"/>
              <a:gd name="connsiteX204" fmla="*/ 1164931 w 12192000"/>
              <a:gd name="connsiteY204" fmla="*/ 245054 h 1163932"/>
              <a:gd name="connsiteX205" fmla="*/ 1211622 w 12192000"/>
              <a:gd name="connsiteY205" fmla="*/ 227108 h 1163932"/>
              <a:gd name="connsiteX206" fmla="*/ 1274567 w 12192000"/>
              <a:gd name="connsiteY206" fmla="*/ 209812 h 1163932"/>
              <a:gd name="connsiteX207" fmla="*/ 1325029 w 12192000"/>
              <a:gd name="connsiteY207" fmla="*/ 214369 h 1163932"/>
              <a:gd name="connsiteX208" fmla="*/ 1356805 w 12192000"/>
              <a:gd name="connsiteY208" fmla="*/ 210054 h 1163932"/>
              <a:gd name="connsiteX209" fmla="*/ 1468752 w 12192000"/>
              <a:gd name="connsiteY209" fmla="*/ 221036 h 1163932"/>
              <a:gd name="connsiteX210" fmla="*/ 1650750 w 12192000"/>
              <a:gd name="connsiteY210" fmla="*/ 171522 h 1163932"/>
              <a:gd name="connsiteX211" fmla="*/ 1655056 w 12192000"/>
              <a:gd name="connsiteY211" fmla="*/ 178538 h 1163932"/>
              <a:gd name="connsiteX212" fmla="*/ 1683220 w 12192000"/>
              <a:gd name="connsiteY212" fmla="*/ 176084 h 1163932"/>
              <a:gd name="connsiteX213" fmla="*/ 1685599 w 12192000"/>
              <a:gd name="connsiteY213" fmla="*/ 171820 h 1163932"/>
              <a:gd name="connsiteX214" fmla="*/ 1689230 w 12192000"/>
              <a:gd name="connsiteY214" fmla="*/ 171091 h 1163932"/>
              <a:gd name="connsiteX215" fmla="*/ 1691052 w 12192000"/>
              <a:gd name="connsiteY215" fmla="*/ 175010 h 1163932"/>
              <a:gd name="connsiteX216" fmla="*/ 1735783 w 12192000"/>
              <a:gd name="connsiteY216" fmla="*/ 183832 h 1163932"/>
              <a:gd name="connsiteX217" fmla="*/ 1797102 w 12192000"/>
              <a:gd name="connsiteY217" fmla="*/ 188721 h 1163932"/>
              <a:gd name="connsiteX218" fmla="*/ 1845638 w 12192000"/>
              <a:gd name="connsiteY218" fmla="*/ 170206 h 1163932"/>
              <a:gd name="connsiteX219" fmla="*/ 1848980 w 12192000"/>
              <a:gd name="connsiteY219" fmla="*/ 173948 h 1163932"/>
              <a:gd name="connsiteX220" fmla="*/ 1880587 w 12192000"/>
              <a:gd name="connsiteY220" fmla="*/ 171938 h 1163932"/>
              <a:gd name="connsiteX221" fmla="*/ 1995803 w 12192000"/>
              <a:gd name="connsiteY221" fmla="*/ 138279 h 1163932"/>
              <a:gd name="connsiteX222" fmla="*/ 2057448 w 12192000"/>
              <a:gd name="connsiteY222" fmla="*/ 135082 h 1163932"/>
              <a:gd name="connsiteX223" fmla="*/ 2119088 w 12192000"/>
              <a:gd name="connsiteY223" fmla="*/ 119940 h 1163932"/>
              <a:gd name="connsiteX224" fmla="*/ 2138831 w 12192000"/>
              <a:gd name="connsiteY224" fmla="*/ 122626 h 1163932"/>
              <a:gd name="connsiteX225" fmla="*/ 2174180 w 12192000"/>
              <a:gd name="connsiteY225" fmla="*/ 117121 h 1163932"/>
              <a:gd name="connsiteX226" fmla="*/ 2214259 w 12192000"/>
              <a:gd name="connsiteY226" fmla="*/ 116974 h 1163932"/>
              <a:gd name="connsiteX227" fmla="*/ 2264911 w 12192000"/>
              <a:gd name="connsiteY227" fmla="*/ 108071 h 1163932"/>
              <a:gd name="connsiteX228" fmla="*/ 2298963 w 12192000"/>
              <a:gd name="connsiteY228" fmla="*/ 107788 h 1163932"/>
              <a:gd name="connsiteX229" fmla="*/ 2454058 w 12192000"/>
              <a:gd name="connsiteY229" fmla="*/ 73698 h 1163932"/>
              <a:gd name="connsiteX230" fmla="*/ 2534188 w 12192000"/>
              <a:gd name="connsiteY230" fmla="*/ 70162 h 1163932"/>
              <a:gd name="connsiteX231" fmla="*/ 2616912 w 12192000"/>
              <a:gd name="connsiteY231" fmla="*/ 51189 h 1163932"/>
              <a:gd name="connsiteX232" fmla="*/ 2698592 w 12192000"/>
              <a:gd name="connsiteY232" fmla="*/ 42305 h 1163932"/>
              <a:gd name="connsiteX233" fmla="*/ 2891953 w 12192000"/>
              <a:gd name="connsiteY233" fmla="*/ 34973 h 1163932"/>
              <a:gd name="connsiteX234" fmla="*/ 2955508 w 12192000"/>
              <a:gd name="connsiteY234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15729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8929546 w 12192000"/>
              <a:gd name="connsiteY121" fmla="*/ 78543 h 1163932"/>
              <a:gd name="connsiteX122" fmla="*/ 9026654 w 12192000"/>
              <a:gd name="connsiteY122" fmla="*/ 99852 h 1163932"/>
              <a:gd name="connsiteX123" fmla="*/ 9040737 w 12192000"/>
              <a:gd name="connsiteY123" fmla="*/ 105786 h 1163932"/>
              <a:gd name="connsiteX124" fmla="*/ 9052026 w 12192000"/>
              <a:gd name="connsiteY124" fmla="*/ 115808 h 1163932"/>
              <a:gd name="connsiteX125" fmla="*/ 9203241 w 12192000"/>
              <a:gd name="connsiteY125" fmla="*/ 118145 h 1163932"/>
              <a:gd name="connsiteX126" fmla="*/ 9415584 w 12192000"/>
              <a:gd name="connsiteY126" fmla="*/ 163588 h 1163932"/>
              <a:gd name="connsiteX127" fmla="*/ 9505102 w 12192000"/>
              <a:gd name="connsiteY127" fmla="*/ 147474 h 1163932"/>
              <a:gd name="connsiteX128" fmla="*/ 9643040 w 12192000"/>
              <a:gd name="connsiteY128" fmla="*/ 164665 h 1163932"/>
              <a:gd name="connsiteX129" fmla="*/ 9762999 w 12192000"/>
              <a:gd name="connsiteY129" fmla="*/ 169055 h 1163932"/>
              <a:gd name="connsiteX130" fmla="*/ 9776183 w 12192000"/>
              <a:gd name="connsiteY130" fmla="*/ 168623 h 1163932"/>
              <a:gd name="connsiteX131" fmla="*/ 9780532 w 12192000"/>
              <a:gd name="connsiteY131" fmla="*/ 162255 h 1163932"/>
              <a:gd name="connsiteX132" fmla="*/ 9824924 w 12192000"/>
              <a:gd name="connsiteY132" fmla="*/ 158079 h 1163932"/>
              <a:gd name="connsiteX133" fmla="*/ 9910588 w 12192000"/>
              <a:gd name="connsiteY133" fmla="*/ 160759 h 1163932"/>
              <a:gd name="connsiteX134" fmla="*/ 9924173 w 12192000"/>
              <a:gd name="connsiteY134" fmla="*/ 165023 h 1163932"/>
              <a:gd name="connsiteX135" fmla="*/ 10010969 w 12192000"/>
              <a:gd name="connsiteY135" fmla="*/ 162234 h 1163932"/>
              <a:gd name="connsiteX136" fmla="*/ 10070699 w 12192000"/>
              <a:gd name="connsiteY136" fmla="*/ 164286 h 1163932"/>
              <a:gd name="connsiteX137" fmla="*/ 10083825 w 12192000"/>
              <a:gd name="connsiteY137" fmla="*/ 168444 h 1163932"/>
              <a:gd name="connsiteX138" fmla="*/ 10097932 w 12192000"/>
              <a:gd name="connsiteY138" fmla="*/ 161160 h 1163932"/>
              <a:gd name="connsiteX139" fmla="*/ 10101779 w 12192000"/>
              <a:gd name="connsiteY139" fmla="*/ 155488 h 1163932"/>
              <a:gd name="connsiteX140" fmla="*/ 10149437 w 12192000"/>
              <a:gd name="connsiteY140" fmla="*/ 158598 h 1163932"/>
              <a:gd name="connsiteX141" fmla="*/ 10155104 w 12192000"/>
              <a:gd name="connsiteY141" fmla="*/ 158045 h 1163932"/>
              <a:gd name="connsiteX142" fmla="*/ 10250982 w 12192000"/>
              <a:gd name="connsiteY142" fmla="*/ 135074 h 1163932"/>
              <a:gd name="connsiteX143" fmla="*/ 10343301 w 12192000"/>
              <a:gd name="connsiteY143" fmla="*/ 97316 h 1163932"/>
              <a:gd name="connsiteX144" fmla="*/ 10366625 w 12192000"/>
              <a:gd name="connsiteY144" fmla="*/ 85860 h 1163932"/>
              <a:gd name="connsiteX145" fmla="*/ 10433505 w 12192000"/>
              <a:gd name="connsiteY145" fmla="*/ 71432 h 1163932"/>
              <a:gd name="connsiteX146" fmla="*/ 10547510 w 12192000"/>
              <a:gd name="connsiteY146" fmla="*/ 53678 h 1163932"/>
              <a:gd name="connsiteX147" fmla="*/ 10588150 w 12192000"/>
              <a:gd name="connsiteY147" fmla="*/ 38719 h 1163932"/>
              <a:gd name="connsiteX148" fmla="*/ 10589457 w 12192000"/>
              <a:gd name="connsiteY148" fmla="*/ 31728 h 1163932"/>
              <a:gd name="connsiteX149" fmla="*/ 10699976 w 12192000"/>
              <a:gd name="connsiteY149" fmla="*/ 49777 h 1163932"/>
              <a:gd name="connsiteX150" fmla="*/ 10812237 w 12192000"/>
              <a:gd name="connsiteY150" fmla="*/ 52759 h 1163932"/>
              <a:gd name="connsiteX151" fmla="*/ 10869837 w 12192000"/>
              <a:gd name="connsiteY151" fmla="*/ 72227 h 1163932"/>
              <a:gd name="connsiteX152" fmla="*/ 10881770 w 12192000"/>
              <a:gd name="connsiteY152" fmla="*/ 80104 h 1163932"/>
              <a:gd name="connsiteX153" fmla="*/ 10896899 w 12192000"/>
              <a:gd name="connsiteY153" fmla="*/ 77163 h 1163932"/>
              <a:gd name="connsiteX154" fmla="*/ 10901748 w 12192000"/>
              <a:gd name="connsiteY154" fmla="*/ 72784 h 1163932"/>
              <a:gd name="connsiteX155" fmla="*/ 10947419 w 12192000"/>
              <a:gd name="connsiteY155" fmla="*/ 89748 h 1163932"/>
              <a:gd name="connsiteX156" fmla="*/ 10953034 w 12192000"/>
              <a:gd name="connsiteY156" fmla="*/ 90870 h 1163932"/>
              <a:gd name="connsiteX157" fmla="*/ 10992070 w 12192000"/>
              <a:gd name="connsiteY157" fmla="*/ 95273 h 1163932"/>
              <a:gd name="connsiteX158" fmla="*/ 11112372 w 12192000"/>
              <a:gd name="connsiteY158" fmla="*/ 88679 h 1163932"/>
              <a:gd name="connsiteX159" fmla="*/ 11147719 w 12192000"/>
              <a:gd name="connsiteY159" fmla="*/ 86992 h 1163932"/>
              <a:gd name="connsiteX160" fmla="*/ 11172617 w 12192000"/>
              <a:gd name="connsiteY160" fmla="*/ 82697 h 1163932"/>
              <a:gd name="connsiteX161" fmla="*/ 11240397 w 12192000"/>
              <a:gd name="connsiteY161" fmla="*/ 88262 h 1163932"/>
              <a:gd name="connsiteX162" fmla="*/ 11270034 w 12192000"/>
              <a:gd name="connsiteY162" fmla="*/ 98379 h 1163932"/>
              <a:gd name="connsiteX163" fmla="*/ 11293091 w 12192000"/>
              <a:gd name="connsiteY163" fmla="*/ 98474 h 1163932"/>
              <a:gd name="connsiteX164" fmla="*/ 11310949 w 12192000"/>
              <a:gd name="connsiteY164" fmla="*/ 104274 h 1163932"/>
              <a:gd name="connsiteX165" fmla="*/ 11345279 w 12192000"/>
              <a:gd name="connsiteY165" fmla="*/ 101883 h 1163932"/>
              <a:gd name="connsiteX166" fmla="*/ 11354597 w 12192000"/>
              <a:gd name="connsiteY166" fmla="*/ 104385 h 1163932"/>
              <a:gd name="connsiteX167" fmla="*/ 11367725 w 12192000"/>
              <a:gd name="connsiteY167" fmla="*/ 104431 h 1163932"/>
              <a:gd name="connsiteX168" fmla="*/ 11399832 w 12192000"/>
              <a:gd name="connsiteY168" fmla="*/ 117048 h 1163932"/>
              <a:gd name="connsiteX169" fmla="*/ 11487595 w 12192000"/>
              <a:gd name="connsiteY169" fmla="*/ 158754 h 1163932"/>
              <a:gd name="connsiteX170" fmla="*/ 11590850 w 12192000"/>
              <a:gd name="connsiteY170" fmla="*/ 244984 h 1163932"/>
              <a:gd name="connsiteX171" fmla="*/ 11736204 w 12192000"/>
              <a:gd name="connsiteY171" fmla="*/ 283941 h 1163932"/>
              <a:gd name="connsiteX172" fmla="*/ 11760331 w 12192000"/>
              <a:gd name="connsiteY172" fmla="*/ 298368 h 1163932"/>
              <a:gd name="connsiteX173" fmla="*/ 11819139 w 12192000"/>
              <a:gd name="connsiteY173" fmla="*/ 310575 h 1163932"/>
              <a:gd name="connsiteX174" fmla="*/ 11821967 w 12192000"/>
              <a:gd name="connsiteY174" fmla="*/ 312222 h 1163932"/>
              <a:gd name="connsiteX175" fmla="*/ 11847125 w 12192000"/>
              <a:gd name="connsiteY175" fmla="*/ 303833 h 1163932"/>
              <a:gd name="connsiteX176" fmla="*/ 11980134 w 12192000"/>
              <a:gd name="connsiteY176" fmla="*/ 328343 h 1163932"/>
              <a:gd name="connsiteX177" fmla="*/ 12174576 w 12192000"/>
              <a:gd name="connsiteY177" fmla="*/ 382540 h 1163932"/>
              <a:gd name="connsiteX178" fmla="*/ 12192000 w 12192000"/>
              <a:gd name="connsiteY178" fmla="*/ 385665 h 1163932"/>
              <a:gd name="connsiteX179" fmla="*/ 12192000 w 12192000"/>
              <a:gd name="connsiteY179" fmla="*/ 1163932 h 1163932"/>
              <a:gd name="connsiteX180" fmla="*/ 0 w 12192000"/>
              <a:gd name="connsiteY180" fmla="*/ 1163932 h 1163932"/>
              <a:gd name="connsiteX181" fmla="*/ 0 w 12192000"/>
              <a:gd name="connsiteY181" fmla="*/ 489977 h 1163932"/>
              <a:gd name="connsiteX182" fmla="*/ 5331 w 12192000"/>
              <a:gd name="connsiteY182" fmla="*/ 489229 h 1163932"/>
              <a:gd name="connsiteX183" fmla="*/ 39902 w 12192000"/>
              <a:gd name="connsiteY183" fmla="*/ 478716 h 1163932"/>
              <a:gd name="connsiteX184" fmla="*/ 117880 w 12192000"/>
              <a:gd name="connsiteY184" fmla="*/ 427388 h 1163932"/>
              <a:gd name="connsiteX185" fmla="*/ 238140 w 12192000"/>
              <a:gd name="connsiteY185" fmla="*/ 385729 h 1163932"/>
              <a:gd name="connsiteX186" fmla="*/ 249589 w 12192000"/>
              <a:gd name="connsiteY186" fmla="*/ 385949 h 1163932"/>
              <a:gd name="connsiteX187" fmla="*/ 296963 w 12192000"/>
              <a:gd name="connsiteY187" fmla="*/ 362534 h 1163932"/>
              <a:gd name="connsiteX188" fmla="*/ 339235 w 12192000"/>
              <a:gd name="connsiteY188" fmla="*/ 330857 h 1163932"/>
              <a:gd name="connsiteX189" fmla="*/ 447152 w 12192000"/>
              <a:gd name="connsiteY189" fmla="*/ 333855 h 1163932"/>
              <a:gd name="connsiteX190" fmla="*/ 475247 w 12192000"/>
              <a:gd name="connsiteY190" fmla="*/ 343146 h 1163932"/>
              <a:gd name="connsiteX191" fmla="*/ 477967 w 12192000"/>
              <a:gd name="connsiteY191" fmla="*/ 344392 h 1163932"/>
              <a:gd name="connsiteX192" fmla="*/ 527683 w 12192000"/>
              <a:gd name="connsiteY192" fmla="*/ 339655 h 1163932"/>
              <a:gd name="connsiteX193" fmla="*/ 703732 w 12192000"/>
              <a:gd name="connsiteY193" fmla="*/ 323031 h 1163932"/>
              <a:gd name="connsiteX194" fmla="*/ 853391 w 12192000"/>
              <a:gd name="connsiteY194" fmla="*/ 310023 h 1163932"/>
              <a:gd name="connsiteX195" fmla="*/ 925332 w 12192000"/>
              <a:gd name="connsiteY195" fmla="*/ 305118 h 1163932"/>
              <a:gd name="connsiteX196" fmla="*/ 941286 w 12192000"/>
              <a:gd name="connsiteY196" fmla="*/ 295364 h 1163932"/>
              <a:gd name="connsiteX197" fmla="*/ 950845 w 12192000"/>
              <a:gd name="connsiteY197" fmla="*/ 293027 h 1163932"/>
              <a:gd name="connsiteX198" fmla="*/ 953292 w 12192000"/>
              <a:gd name="connsiteY198" fmla="*/ 287324 h 1163932"/>
              <a:gd name="connsiteX199" fmla="*/ 967499 w 12192000"/>
              <a:gd name="connsiteY199" fmla="*/ 280192 h 1163932"/>
              <a:gd name="connsiteX200" fmla="*/ 985161 w 12192000"/>
              <a:gd name="connsiteY200" fmla="*/ 277297 h 1163932"/>
              <a:gd name="connsiteX201" fmla="*/ 1069267 w 12192000"/>
              <a:gd name="connsiteY201" fmla="*/ 269198 h 1163932"/>
              <a:gd name="connsiteX202" fmla="*/ 1138407 w 12192000"/>
              <a:gd name="connsiteY202" fmla="*/ 252999 h 1163932"/>
              <a:gd name="connsiteX203" fmla="*/ 1164931 w 12192000"/>
              <a:gd name="connsiteY203" fmla="*/ 245054 h 1163932"/>
              <a:gd name="connsiteX204" fmla="*/ 1211622 w 12192000"/>
              <a:gd name="connsiteY204" fmla="*/ 227108 h 1163932"/>
              <a:gd name="connsiteX205" fmla="*/ 1274567 w 12192000"/>
              <a:gd name="connsiteY205" fmla="*/ 209812 h 1163932"/>
              <a:gd name="connsiteX206" fmla="*/ 1325029 w 12192000"/>
              <a:gd name="connsiteY206" fmla="*/ 214369 h 1163932"/>
              <a:gd name="connsiteX207" fmla="*/ 1356805 w 12192000"/>
              <a:gd name="connsiteY207" fmla="*/ 210054 h 1163932"/>
              <a:gd name="connsiteX208" fmla="*/ 1468752 w 12192000"/>
              <a:gd name="connsiteY208" fmla="*/ 221036 h 1163932"/>
              <a:gd name="connsiteX209" fmla="*/ 1650750 w 12192000"/>
              <a:gd name="connsiteY209" fmla="*/ 171522 h 1163932"/>
              <a:gd name="connsiteX210" fmla="*/ 1655056 w 12192000"/>
              <a:gd name="connsiteY210" fmla="*/ 178538 h 1163932"/>
              <a:gd name="connsiteX211" fmla="*/ 1683220 w 12192000"/>
              <a:gd name="connsiteY211" fmla="*/ 176084 h 1163932"/>
              <a:gd name="connsiteX212" fmla="*/ 1685599 w 12192000"/>
              <a:gd name="connsiteY212" fmla="*/ 171820 h 1163932"/>
              <a:gd name="connsiteX213" fmla="*/ 1689230 w 12192000"/>
              <a:gd name="connsiteY213" fmla="*/ 171091 h 1163932"/>
              <a:gd name="connsiteX214" fmla="*/ 1691052 w 12192000"/>
              <a:gd name="connsiteY214" fmla="*/ 175010 h 1163932"/>
              <a:gd name="connsiteX215" fmla="*/ 1735783 w 12192000"/>
              <a:gd name="connsiteY215" fmla="*/ 183832 h 1163932"/>
              <a:gd name="connsiteX216" fmla="*/ 1797102 w 12192000"/>
              <a:gd name="connsiteY216" fmla="*/ 188721 h 1163932"/>
              <a:gd name="connsiteX217" fmla="*/ 1845638 w 12192000"/>
              <a:gd name="connsiteY217" fmla="*/ 170206 h 1163932"/>
              <a:gd name="connsiteX218" fmla="*/ 1848980 w 12192000"/>
              <a:gd name="connsiteY218" fmla="*/ 173948 h 1163932"/>
              <a:gd name="connsiteX219" fmla="*/ 1880587 w 12192000"/>
              <a:gd name="connsiteY219" fmla="*/ 171938 h 1163932"/>
              <a:gd name="connsiteX220" fmla="*/ 1995803 w 12192000"/>
              <a:gd name="connsiteY220" fmla="*/ 138279 h 1163932"/>
              <a:gd name="connsiteX221" fmla="*/ 2057448 w 12192000"/>
              <a:gd name="connsiteY221" fmla="*/ 135082 h 1163932"/>
              <a:gd name="connsiteX222" fmla="*/ 2119088 w 12192000"/>
              <a:gd name="connsiteY222" fmla="*/ 119940 h 1163932"/>
              <a:gd name="connsiteX223" fmla="*/ 2138831 w 12192000"/>
              <a:gd name="connsiteY223" fmla="*/ 122626 h 1163932"/>
              <a:gd name="connsiteX224" fmla="*/ 2174180 w 12192000"/>
              <a:gd name="connsiteY224" fmla="*/ 117121 h 1163932"/>
              <a:gd name="connsiteX225" fmla="*/ 2214259 w 12192000"/>
              <a:gd name="connsiteY225" fmla="*/ 116974 h 1163932"/>
              <a:gd name="connsiteX226" fmla="*/ 2264911 w 12192000"/>
              <a:gd name="connsiteY226" fmla="*/ 108071 h 1163932"/>
              <a:gd name="connsiteX227" fmla="*/ 2298963 w 12192000"/>
              <a:gd name="connsiteY227" fmla="*/ 107788 h 1163932"/>
              <a:gd name="connsiteX228" fmla="*/ 2454058 w 12192000"/>
              <a:gd name="connsiteY228" fmla="*/ 73698 h 1163932"/>
              <a:gd name="connsiteX229" fmla="*/ 2534188 w 12192000"/>
              <a:gd name="connsiteY229" fmla="*/ 70162 h 1163932"/>
              <a:gd name="connsiteX230" fmla="*/ 2616912 w 12192000"/>
              <a:gd name="connsiteY230" fmla="*/ 51189 h 1163932"/>
              <a:gd name="connsiteX231" fmla="*/ 2698592 w 12192000"/>
              <a:gd name="connsiteY231" fmla="*/ 42305 h 1163932"/>
              <a:gd name="connsiteX232" fmla="*/ 2891953 w 12192000"/>
              <a:gd name="connsiteY232" fmla="*/ 34973 h 1163932"/>
              <a:gd name="connsiteX233" fmla="*/ 2955508 w 12192000"/>
              <a:gd name="connsiteY233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052026 w 12192000"/>
              <a:gd name="connsiteY123" fmla="*/ 115808 h 1163932"/>
              <a:gd name="connsiteX124" fmla="*/ 9203241 w 12192000"/>
              <a:gd name="connsiteY124" fmla="*/ 118145 h 1163932"/>
              <a:gd name="connsiteX125" fmla="*/ 9415584 w 12192000"/>
              <a:gd name="connsiteY125" fmla="*/ 163588 h 1163932"/>
              <a:gd name="connsiteX126" fmla="*/ 9505102 w 12192000"/>
              <a:gd name="connsiteY126" fmla="*/ 147474 h 1163932"/>
              <a:gd name="connsiteX127" fmla="*/ 9643040 w 12192000"/>
              <a:gd name="connsiteY127" fmla="*/ 164665 h 1163932"/>
              <a:gd name="connsiteX128" fmla="*/ 9762999 w 12192000"/>
              <a:gd name="connsiteY128" fmla="*/ 169055 h 1163932"/>
              <a:gd name="connsiteX129" fmla="*/ 9776183 w 12192000"/>
              <a:gd name="connsiteY129" fmla="*/ 168623 h 1163932"/>
              <a:gd name="connsiteX130" fmla="*/ 9780532 w 12192000"/>
              <a:gd name="connsiteY130" fmla="*/ 162255 h 1163932"/>
              <a:gd name="connsiteX131" fmla="*/ 9824924 w 12192000"/>
              <a:gd name="connsiteY131" fmla="*/ 158079 h 1163932"/>
              <a:gd name="connsiteX132" fmla="*/ 9910588 w 12192000"/>
              <a:gd name="connsiteY132" fmla="*/ 160759 h 1163932"/>
              <a:gd name="connsiteX133" fmla="*/ 9924173 w 12192000"/>
              <a:gd name="connsiteY133" fmla="*/ 165023 h 1163932"/>
              <a:gd name="connsiteX134" fmla="*/ 10010969 w 12192000"/>
              <a:gd name="connsiteY134" fmla="*/ 162234 h 1163932"/>
              <a:gd name="connsiteX135" fmla="*/ 10070699 w 12192000"/>
              <a:gd name="connsiteY135" fmla="*/ 164286 h 1163932"/>
              <a:gd name="connsiteX136" fmla="*/ 10083825 w 12192000"/>
              <a:gd name="connsiteY136" fmla="*/ 168444 h 1163932"/>
              <a:gd name="connsiteX137" fmla="*/ 10097932 w 12192000"/>
              <a:gd name="connsiteY137" fmla="*/ 161160 h 1163932"/>
              <a:gd name="connsiteX138" fmla="*/ 10101779 w 12192000"/>
              <a:gd name="connsiteY138" fmla="*/ 155488 h 1163932"/>
              <a:gd name="connsiteX139" fmla="*/ 10149437 w 12192000"/>
              <a:gd name="connsiteY139" fmla="*/ 158598 h 1163932"/>
              <a:gd name="connsiteX140" fmla="*/ 10155104 w 12192000"/>
              <a:gd name="connsiteY140" fmla="*/ 158045 h 1163932"/>
              <a:gd name="connsiteX141" fmla="*/ 10250982 w 12192000"/>
              <a:gd name="connsiteY141" fmla="*/ 135074 h 1163932"/>
              <a:gd name="connsiteX142" fmla="*/ 10343301 w 12192000"/>
              <a:gd name="connsiteY142" fmla="*/ 97316 h 1163932"/>
              <a:gd name="connsiteX143" fmla="*/ 10366625 w 12192000"/>
              <a:gd name="connsiteY143" fmla="*/ 85860 h 1163932"/>
              <a:gd name="connsiteX144" fmla="*/ 10433505 w 12192000"/>
              <a:gd name="connsiteY144" fmla="*/ 71432 h 1163932"/>
              <a:gd name="connsiteX145" fmla="*/ 10547510 w 12192000"/>
              <a:gd name="connsiteY145" fmla="*/ 53678 h 1163932"/>
              <a:gd name="connsiteX146" fmla="*/ 10588150 w 12192000"/>
              <a:gd name="connsiteY146" fmla="*/ 38719 h 1163932"/>
              <a:gd name="connsiteX147" fmla="*/ 10589457 w 12192000"/>
              <a:gd name="connsiteY147" fmla="*/ 31728 h 1163932"/>
              <a:gd name="connsiteX148" fmla="*/ 10699976 w 12192000"/>
              <a:gd name="connsiteY148" fmla="*/ 49777 h 1163932"/>
              <a:gd name="connsiteX149" fmla="*/ 10812237 w 12192000"/>
              <a:gd name="connsiteY149" fmla="*/ 52759 h 1163932"/>
              <a:gd name="connsiteX150" fmla="*/ 10869837 w 12192000"/>
              <a:gd name="connsiteY150" fmla="*/ 72227 h 1163932"/>
              <a:gd name="connsiteX151" fmla="*/ 10881770 w 12192000"/>
              <a:gd name="connsiteY151" fmla="*/ 80104 h 1163932"/>
              <a:gd name="connsiteX152" fmla="*/ 10896899 w 12192000"/>
              <a:gd name="connsiteY152" fmla="*/ 77163 h 1163932"/>
              <a:gd name="connsiteX153" fmla="*/ 10901748 w 12192000"/>
              <a:gd name="connsiteY153" fmla="*/ 72784 h 1163932"/>
              <a:gd name="connsiteX154" fmla="*/ 10947419 w 12192000"/>
              <a:gd name="connsiteY154" fmla="*/ 89748 h 1163932"/>
              <a:gd name="connsiteX155" fmla="*/ 10953034 w 12192000"/>
              <a:gd name="connsiteY155" fmla="*/ 90870 h 1163932"/>
              <a:gd name="connsiteX156" fmla="*/ 10992070 w 12192000"/>
              <a:gd name="connsiteY156" fmla="*/ 95273 h 1163932"/>
              <a:gd name="connsiteX157" fmla="*/ 11112372 w 12192000"/>
              <a:gd name="connsiteY157" fmla="*/ 88679 h 1163932"/>
              <a:gd name="connsiteX158" fmla="*/ 11147719 w 12192000"/>
              <a:gd name="connsiteY158" fmla="*/ 86992 h 1163932"/>
              <a:gd name="connsiteX159" fmla="*/ 11172617 w 12192000"/>
              <a:gd name="connsiteY159" fmla="*/ 82697 h 1163932"/>
              <a:gd name="connsiteX160" fmla="*/ 11240397 w 12192000"/>
              <a:gd name="connsiteY160" fmla="*/ 88262 h 1163932"/>
              <a:gd name="connsiteX161" fmla="*/ 11270034 w 12192000"/>
              <a:gd name="connsiteY161" fmla="*/ 98379 h 1163932"/>
              <a:gd name="connsiteX162" fmla="*/ 11293091 w 12192000"/>
              <a:gd name="connsiteY162" fmla="*/ 98474 h 1163932"/>
              <a:gd name="connsiteX163" fmla="*/ 11310949 w 12192000"/>
              <a:gd name="connsiteY163" fmla="*/ 104274 h 1163932"/>
              <a:gd name="connsiteX164" fmla="*/ 11345279 w 12192000"/>
              <a:gd name="connsiteY164" fmla="*/ 101883 h 1163932"/>
              <a:gd name="connsiteX165" fmla="*/ 11354597 w 12192000"/>
              <a:gd name="connsiteY165" fmla="*/ 104385 h 1163932"/>
              <a:gd name="connsiteX166" fmla="*/ 11367725 w 12192000"/>
              <a:gd name="connsiteY166" fmla="*/ 104431 h 1163932"/>
              <a:gd name="connsiteX167" fmla="*/ 11399832 w 12192000"/>
              <a:gd name="connsiteY167" fmla="*/ 117048 h 1163932"/>
              <a:gd name="connsiteX168" fmla="*/ 11487595 w 12192000"/>
              <a:gd name="connsiteY168" fmla="*/ 158754 h 1163932"/>
              <a:gd name="connsiteX169" fmla="*/ 11590850 w 12192000"/>
              <a:gd name="connsiteY169" fmla="*/ 244984 h 1163932"/>
              <a:gd name="connsiteX170" fmla="*/ 11736204 w 12192000"/>
              <a:gd name="connsiteY170" fmla="*/ 283941 h 1163932"/>
              <a:gd name="connsiteX171" fmla="*/ 11760331 w 12192000"/>
              <a:gd name="connsiteY171" fmla="*/ 298368 h 1163932"/>
              <a:gd name="connsiteX172" fmla="*/ 11819139 w 12192000"/>
              <a:gd name="connsiteY172" fmla="*/ 310575 h 1163932"/>
              <a:gd name="connsiteX173" fmla="*/ 11821967 w 12192000"/>
              <a:gd name="connsiteY173" fmla="*/ 312222 h 1163932"/>
              <a:gd name="connsiteX174" fmla="*/ 11847125 w 12192000"/>
              <a:gd name="connsiteY174" fmla="*/ 303833 h 1163932"/>
              <a:gd name="connsiteX175" fmla="*/ 11980134 w 12192000"/>
              <a:gd name="connsiteY175" fmla="*/ 328343 h 1163932"/>
              <a:gd name="connsiteX176" fmla="*/ 12174576 w 12192000"/>
              <a:gd name="connsiteY176" fmla="*/ 382540 h 1163932"/>
              <a:gd name="connsiteX177" fmla="*/ 12192000 w 12192000"/>
              <a:gd name="connsiteY177" fmla="*/ 385665 h 1163932"/>
              <a:gd name="connsiteX178" fmla="*/ 12192000 w 12192000"/>
              <a:gd name="connsiteY178" fmla="*/ 1163932 h 1163932"/>
              <a:gd name="connsiteX179" fmla="*/ 0 w 12192000"/>
              <a:gd name="connsiteY179" fmla="*/ 1163932 h 1163932"/>
              <a:gd name="connsiteX180" fmla="*/ 0 w 12192000"/>
              <a:gd name="connsiteY180" fmla="*/ 489977 h 1163932"/>
              <a:gd name="connsiteX181" fmla="*/ 5331 w 12192000"/>
              <a:gd name="connsiteY181" fmla="*/ 489229 h 1163932"/>
              <a:gd name="connsiteX182" fmla="*/ 39902 w 12192000"/>
              <a:gd name="connsiteY182" fmla="*/ 478716 h 1163932"/>
              <a:gd name="connsiteX183" fmla="*/ 117880 w 12192000"/>
              <a:gd name="connsiteY183" fmla="*/ 427388 h 1163932"/>
              <a:gd name="connsiteX184" fmla="*/ 238140 w 12192000"/>
              <a:gd name="connsiteY184" fmla="*/ 385729 h 1163932"/>
              <a:gd name="connsiteX185" fmla="*/ 249589 w 12192000"/>
              <a:gd name="connsiteY185" fmla="*/ 385949 h 1163932"/>
              <a:gd name="connsiteX186" fmla="*/ 296963 w 12192000"/>
              <a:gd name="connsiteY186" fmla="*/ 362534 h 1163932"/>
              <a:gd name="connsiteX187" fmla="*/ 339235 w 12192000"/>
              <a:gd name="connsiteY187" fmla="*/ 330857 h 1163932"/>
              <a:gd name="connsiteX188" fmla="*/ 447152 w 12192000"/>
              <a:gd name="connsiteY188" fmla="*/ 333855 h 1163932"/>
              <a:gd name="connsiteX189" fmla="*/ 475247 w 12192000"/>
              <a:gd name="connsiteY189" fmla="*/ 343146 h 1163932"/>
              <a:gd name="connsiteX190" fmla="*/ 477967 w 12192000"/>
              <a:gd name="connsiteY190" fmla="*/ 344392 h 1163932"/>
              <a:gd name="connsiteX191" fmla="*/ 527683 w 12192000"/>
              <a:gd name="connsiteY191" fmla="*/ 339655 h 1163932"/>
              <a:gd name="connsiteX192" fmla="*/ 703732 w 12192000"/>
              <a:gd name="connsiteY192" fmla="*/ 323031 h 1163932"/>
              <a:gd name="connsiteX193" fmla="*/ 853391 w 12192000"/>
              <a:gd name="connsiteY193" fmla="*/ 310023 h 1163932"/>
              <a:gd name="connsiteX194" fmla="*/ 925332 w 12192000"/>
              <a:gd name="connsiteY194" fmla="*/ 305118 h 1163932"/>
              <a:gd name="connsiteX195" fmla="*/ 941286 w 12192000"/>
              <a:gd name="connsiteY195" fmla="*/ 295364 h 1163932"/>
              <a:gd name="connsiteX196" fmla="*/ 950845 w 12192000"/>
              <a:gd name="connsiteY196" fmla="*/ 293027 h 1163932"/>
              <a:gd name="connsiteX197" fmla="*/ 953292 w 12192000"/>
              <a:gd name="connsiteY197" fmla="*/ 287324 h 1163932"/>
              <a:gd name="connsiteX198" fmla="*/ 967499 w 12192000"/>
              <a:gd name="connsiteY198" fmla="*/ 280192 h 1163932"/>
              <a:gd name="connsiteX199" fmla="*/ 985161 w 12192000"/>
              <a:gd name="connsiteY199" fmla="*/ 277297 h 1163932"/>
              <a:gd name="connsiteX200" fmla="*/ 1069267 w 12192000"/>
              <a:gd name="connsiteY200" fmla="*/ 269198 h 1163932"/>
              <a:gd name="connsiteX201" fmla="*/ 1138407 w 12192000"/>
              <a:gd name="connsiteY201" fmla="*/ 252999 h 1163932"/>
              <a:gd name="connsiteX202" fmla="*/ 1164931 w 12192000"/>
              <a:gd name="connsiteY202" fmla="*/ 245054 h 1163932"/>
              <a:gd name="connsiteX203" fmla="*/ 1211622 w 12192000"/>
              <a:gd name="connsiteY203" fmla="*/ 227108 h 1163932"/>
              <a:gd name="connsiteX204" fmla="*/ 1274567 w 12192000"/>
              <a:gd name="connsiteY204" fmla="*/ 209812 h 1163932"/>
              <a:gd name="connsiteX205" fmla="*/ 1325029 w 12192000"/>
              <a:gd name="connsiteY205" fmla="*/ 214369 h 1163932"/>
              <a:gd name="connsiteX206" fmla="*/ 1356805 w 12192000"/>
              <a:gd name="connsiteY206" fmla="*/ 210054 h 1163932"/>
              <a:gd name="connsiteX207" fmla="*/ 1468752 w 12192000"/>
              <a:gd name="connsiteY207" fmla="*/ 221036 h 1163932"/>
              <a:gd name="connsiteX208" fmla="*/ 1650750 w 12192000"/>
              <a:gd name="connsiteY208" fmla="*/ 171522 h 1163932"/>
              <a:gd name="connsiteX209" fmla="*/ 1655056 w 12192000"/>
              <a:gd name="connsiteY209" fmla="*/ 178538 h 1163932"/>
              <a:gd name="connsiteX210" fmla="*/ 1683220 w 12192000"/>
              <a:gd name="connsiteY210" fmla="*/ 176084 h 1163932"/>
              <a:gd name="connsiteX211" fmla="*/ 1685599 w 12192000"/>
              <a:gd name="connsiteY211" fmla="*/ 171820 h 1163932"/>
              <a:gd name="connsiteX212" fmla="*/ 1689230 w 12192000"/>
              <a:gd name="connsiteY212" fmla="*/ 171091 h 1163932"/>
              <a:gd name="connsiteX213" fmla="*/ 1691052 w 12192000"/>
              <a:gd name="connsiteY213" fmla="*/ 175010 h 1163932"/>
              <a:gd name="connsiteX214" fmla="*/ 1735783 w 12192000"/>
              <a:gd name="connsiteY214" fmla="*/ 183832 h 1163932"/>
              <a:gd name="connsiteX215" fmla="*/ 1797102 w 12192000"/>
              <a:gd name="connsiteY215" fmla="*/ 188721 h 1163932"/>
              <a:gd name="connsiteX216" fmla="*/ 1845638 w 12192000"/>
              <a:gd name="connsiteY216" fmla="*/ 170206 h 1163932"/>
              <a:gd name="connsiteX217" fmla="*/ 1848980 w 12192000"/>
              <a:gd name="connsiteY217" fmla="*/ 173948 h 1163932"/>
              <a:gd name="connsiteX218" fmla="*/ 1880587 w 12192000"/>
              <a:gd name="connsiteY218" fmla="*/ 171938 h 1163932"/>
              <a:gd name="connsiteX219" fmla="*/ 1995803 w 12192000"/>
              <a:gd name="connsiteY219" fmla="*/ 138279 h 1163932"/>
              <a:gd name="connsiteX220" fmla="*/ 2057448 w 12192000"/>
              <a:gd name="connsiteY220" fmla="*/ 135082 h 1163932"/>
              <a:gd name="connsiteX221" fmla="*/ 2119088 w 12192000"/>
              <a:gd name="connsiteY221" fmla="*/ 119940 h 1163932"/>
              <a:gd name="connsiteX222" fmla="*/ 2138831 w 12192000"/>
              <a:gd name="connsiteY222" fmla="*/ 122626 h 1163932"/>
              <a:gd name="connsiteX223" fmla="*/ 2174180 w 12192000"/>
              <a:gd name="connsiteY223" fmla="*/ 117121 h 1163932"/>
              <a:gd name="connsiteX224" fmla="*/ 2214259 w 12192000"/>
              <a:gd name="connsiteY224" fmla="*/ 116974 h 1163932"/>
              <a:gd name="connsiteX225" fmla="*/ 2264911 w 12192000"/>
              <a:gd name="connsiteY225" fmla="*/ 108071 h 1163932"/>
              <a:gd name="connsiteX226" fmla="*/ 2298963 w 12192000"/>
              <a:gd name="connsiteY226" fmla="*/ 107788 h 1163932"/>
              <a:gd name="connsiteX227" fmla="*/ 2454058 w 12192000"/>
              <a:gd name="connsiteY227" fmla="*/ 73698 h 1163932"/>
              <a:gd name="connsiteX228" fmla="*/ 2534188 w 12192000"/>
              <a:gd name="connsiteY228" fmla="*/ 70162 h 1163932"/>
              <a:gd name="connsiteX229" fmla="*/ 2616912 w 12192000"/>
              <a:gd name="connsiteY229" fmla="*/ 51189 h 1163932"/>
              <a:gd name="connsiteX230" fmla="*/ 2698592 w 12192000"/>
              <a:gd name="connsiteY230" fmla="*/ 42305 h 1163932"/>
              <a:gd name="connsiteX231" fmla="*/ 2891953 w 12192000"/>
              <a:gd name="connsiteY231" fmla="*/ 34973 h 1163932"/>
              <a:gd name="connsiteX232" fmla="*/ 2955508 w 12192000"/>
              <a:gd name="connsiteY232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40737 w 12192000"/>
              <a:gd name="connsiteY122" fmla="*/ 105786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896773 w 12192000"/>
              <a:gd name="connsiteY119" fmla="*/ 86101 h 1163932"/>
              <a:gd name="connsiteX120" fmla="*/ 8917529 w 12192000"/>
              <a:gd name="connsiteY120" fmla="*/ 82805 h 1163932"/>
              <a:gd name="connsiteX121" fmla="*/ 9026654 w 12192000"/>
              <a:gd name="connsiteY121" fmla="*/ 99852 h 1163932"/>
              <a:gd name="connsiteX122" fmla="*/ 9088505 w 12192000"/>
              <a:gd name="connsiteY122" fmla="*/ 119434 h 1163932"/>
              <a:gd name="connsiteX123" fmla="*/ 9203241 w 12192000"/>
              <a:gd name="connsiteY123" fmla="*/ 118145 h 1163932"/>
              <a:gd name="connsiteX124" fmla="*/ 9415584 w 12192000"/>
              <a:gd name="connsiteY124" fmla="*/ 163588 h 1163932"/>
              <a:gd name="connsiteX125" fmla="*/ 9505102 w 12192000"/>
              <a:gd name="connsiteY125" fmla="*/ 147474 h 1163932"/>
              <a:gd name="connsiteX126" fmla="*/ 9643040 w 12192000"/>
              <a:gd name="connsiteY126" fmla="*/ 164665 h 1163932"/>
              <a:gd name="connsiteX127" fmla="*/ 9762999 w 12192000"/>
              <a:gd name="connsiteY127" fmla="*/ 169055 h 1163932"/>
              <a:gd name="connsiteX128" fmla="*/ 9776183 w 12192000"/>
              <a:gd name="connsiteY128" fmla="*/ 168623 h 1163932"/>
              <a:gd name="connsiteX129" fmla="*/ 9780532 w 12192000"/>
              <a:gd name="connsiteY129" fmla="*/ 162255 h 1163932"/>
              <a:gd name="connsiteX130" fmla="*/ 9824924 w 12192000"/>
              <a:gd name="connsiteY130" fmla="*/ 158079 h 1163932"/>
              <a:gd name="connsiteX131" fmla="*/ 9910588 w 12192000"/>
              <a:gd name="connsiteY131" fmla="*/ 160759 h 1163932"/>
              <a:gd name="connsiteX132" fmla="*/ 9924173 w 12192000"/>
              <a:gd name="connsiteY132" fmla="*/ 165023 h 1163932"/>
              <a:gd name="connsiteX133" fmla="*/ 10010969 w 12192000"/>
              <a:gd name="connsiteY133" fmla="*/ 162234 h 1163932"/>
              <a:gd name="connsiteX134" fmla="*/ 10070699 w 12192000"/>
              <a:gd name="connsiteY134" fmla="*/ 164286 h 1163932"/>
              <a:gd name="connsiteX135" fmla="*/ 10083825 w 12192000"/>
              <a:gd name="connsiteY135" fmla="*/ 168444 h 1163932"/>
              <a:gd name="connsiteX136" fmla="*/ 10097932 w 12192000"/>
              <a:gd name="connsiteY136" fmla="*/ 161160 h 1163932"/>
              <a:gd name="connsiteX137" fmla="*/ 10101779 w 12192000"/>
              <a:gd name="connsiteY137" fmla="*/ 155488 h 1163932"/>
              <a:gd name="connsiteX138" fmla="*/ 10149437 w 12192000"/>
              <a:gd name="connsiteY138" fmla="*/ 158598 h 1163932"/>
              <a:gd name="connsiteX139" fmla="*/ 10155104 w 12192000"/>
              <a:gd name="connsiteY139" fmla="*/ 158045 h 1163932"/>
              <a:gd name="connsiteX140" fmla="*/ 10250982 w 12192000"/>
              <a:gd name="connsiteY140" fmla="*/ 135074 h 1163932"/>
              <a:gd name="connsiteX141" fmla="*/ 10343301 w 12192000"/>
              <a:gd name="connsiteY141" fmla="*/ 97316 h 1163932"/>
              <a:gd name="connsiteX142" fmla="*/ 10366625 w 12192000"/>
              <a:gd name="connsiteY142" fmla="*/ 85860 h 1163932"/>
              <a:gd name="connsiteX143" fmla="*/ 10433505 w 12192000"/>
              <a:gd name="connsiteY143" fmla="*/ 71432 h 1163932"/>
              <a:gd name="connsiteX144" fmla="*/ 10547510 w 12192000"/>
              <a:gd name="connsiteY144" fmla="*/ 53678 h 1163932"/>
              <a:gd name="connsiteX145" fmla="*/ 10588150 w 12192000"/>
              <a:gd name="connsiteY145" fmla="*/ 38719 h 1163932"/>
              <a:gd name="connsiteX146" fmla="*/ 10589457 w 12192000"/>
              <a:gd name="connsiteY146" fmla="*/ 31728 h 1163932"/>
              <a:gd name="connsiteX147" fmla="*/ 10699976 w 12192000"/>
              <a:gd name="connsiteY147" fmla="*/ 49777 h 1163932"/>
              <a:gd name="connsiteX148" fmla="*/ 10812237 w 12192000"/>
              <a:gd name="connsiteY148" fmla="*/ 52759 h 1163932"/>
              <a:gd name="connsiteX149" fmla="*/ 10869837 w 12192000"/>
              <a:gd name="connsiteY149" fmla="*/ 72227 h 1163932"/>
              <a:gd name="connsiteX150" fmla="*/ 10881770 w 12192000"/>
              <a:gd name="connsiteY150" fmla="*/ 80104 h 1163932"/>
              <a:gd name="connsiteX151" fmla="*/ 10896899 w 12192000"/>
              <a:gd name="connsiteY151" fmla="*/ 77163 h 1163932"/>
              <a:gd name="connsiteX152" fmla="*/ 10901748 w 12192000"/>
              <a:gd name="connsiteY152" fmla="*/ 72784 h 1163932"/>
              <a:gd name="connsiteX153" fmla="*/ 10947419 w 12192000"/>
              <a:gd name="connsiteY153" fmla="*/ 89748 h 1163932"/>
              <a:gd name="connsiteX154" fmla="*/ 10953034 w 12192000"/>
              <a:gd name="connsiteY154" fmla="*/ 90870 h 1163932"/>
              <a:gd name="connsiteX155" fmla="*/ 10992070 w 12192000"/>
              <a:gd name="connsiteY155" fmla="*/ 95273 h 1163932"/>
              <a:gd name="connsiteX156" fmla="*/ 11112372 w 12192000"/>
              <a:gd name="connsiteY156" fmla="*/ 88679 h 1163932"/>
              <a:gd name="connsiteX157" fmla="*/ 11147719 w 12192000"/>
              <a:gd name="connsiteY157" fmla="*/ 86992 h 1163932"/>
              <a:gd name="connsiteX158" fmla="*/ 11172617 w 12192000"/>
              <a:gd name="connsiteY158" fmla="*/ 82697 h 1163932"/>
              <a:gd name="connsiteX159" fmla="*/ 11240397 w 12192000"/>
              <a:gd name="connsiteY159" fmla="*/ 88262 h 1163932"/>
              <a:gd name="connsiteX160" fmla="*/ 11270034 w 12192000"/>
              <a:gd name="connsiteY160" fmla="*/ 98379 h 1163932"/>
              <a:gd name="connsiteX161" fmla="*/ 11293091 w 12192000"/>
              <a:gd name="connsiteY161" fmla="*/ 98474 h 1163932"/>
              <a:gd name="connsiteX162" fmla="*/ 11310949 w 12192000"/>
              <a:gd name="connsiteY162" fmla="*/ 104274 h 1163932"/>
              <a:gd name="connsiteX163" fmla="*/ 11345279 w 12192000"/>
              <a:gd name="connsiteY163" fmla="*/ 101883 h 1163932"/>
              <a:gd name="connsiteX164" fmla="*/ 11354597 w 12192000"/>
              <a:gd name="connsiteY164" fmla="*/ 104385 h 1163932"/>
              <a:gd name="connsiteX165" fmla="*/ 11367725 w 12192000"/>
              <a:gd name="connsiteY165" fmla="*/ 104431 h 1163932"/>
              <a:gd name="connsiteX166" fmla="*/ 11399832 w 12192000"/>
              <a:gd name="connsiteY166" fmla="*/ 117048 h 1163932"/>
              <a:gd name="connsiteX167" fmla="*/ 11487595 w 12192000"/>
              <a:gd name="connsiteY167" fmla="*/ 158754 h 1163932"/>
              <a:gd name="connsiteX168" fmla="*/ 11590850 w 12192000"/>
              <a:gd name="connsiteY168" fmla="*/ 244984 h 1163932"/>
              <a:gd name="connsiteX169" fmla="*/ 11736204 w 12192000"/>
              <a:gd name="connsiteY169" fmla="*/ 283941 h 1163932"/>
              <a:gd name="connsiteX170" fmla="*/ 11760331 w 12192000"/>
              <a:gd name="connsiteY170" fmla="*/ 298368 h 1163932"/>
              <a:gd name="connsiteX171" fmla="*/ 11819139 w 12192000"/>
              <a:gd name="connsiteY171" fmla="*/ 310575 h 1163932"/>
              <a:gd name="connsiteX172" fmla="*/ 11821967 w 12192000"/>
              <a:gd name="connsiteY172" fmla="*/ 312222 h 1163932"/>
              <a:gd name="connsiteX173" fmla="*/ 11847125 w 12192000"/>
              <a:gd name="connsiteY173" fmla="*/ 303833 h 1163932"/>
              <a:gd name="connsiteX174" fmla="*/ 11980134 w 12192000"/>
              <a:gd name="connsiteY174" fmla="*/ 328343 h 1163932"/>
              <a:gd name="connsiteX175" fmla="*/ 12174576 w 12192000"/>
              <a:gd name="connsiteY175" fmla="*/ 382540 h 1163932"/>
              <a:gd name="connsiteX176" fmla="*/ 12192000 w 12192000"/>
              <a:gd name="connsiteY176" fmla="*/ 385665 h 1163932"/>
              <a:gd name="connsiteX177" fmla="*/ 12192000 w 12192000"/>
              <a:gd name="connsiteY177" fmla="*/ 1163932 h 1163932"/>
              <a:gd name="connsiteX178" fmla="*/ 0 w 12192000"/>
              <a:gd name="connsiteY178" fmla="*/ 1163932 h 1163932"/>
              <a:gd name="connsiteX179" fmla="*/ 0 w 12192000"/>
              <a:gd name="connsiteY179" fmla="*/ 489977 h 1163932"/>
              <a:gd name="connsiteX180" fmla="*/ 5331 w 12192000"/>
              <a:gd name="connsiteY180" fmla="*/ 489229 h 1163932"/>
              <a:gd name="connsiteX181" fmla="*/ 39902 w 12192000"/>
              <a:gd name="connsiteY181" fmla="*/ 478716 h 1163932"/>
              <a:gd name="connsiteX182" fmla="*/ 117880 w 12192000"/>
              <a:gd name="connsiteY182" fmla="*/ 427388 h 1163932"/>
              <a:gd name="connsiteX183" fmla="*/ 238140 w 12192000"/>
              <a:gd name="connsiteY183" fmla="*/ 385729 h 1163932"/>
              <a:gd name="connsiteX184" fmla="*/ 249589 w 12192000"/>
              <a:gd name="connsiteY184" fmla="*/ 385949 h 1163932"/>
              <a:gd name="connsiteX185" fmla="*/ 296963 w 12192000"/>
              <a:gd name="connsiteY185" fmla="*/ 362534 h 1163932"/>
              <a:gd name="connsiteX186" fmla="*/ 339235 w 12192000"/>
              <a:gd name="connsiteY186" fmla="*/ 330857 h 1163932"/>
              <a:gd name="connsiteX187" fmla="*/ 447152 w 12192000"/>
              <a:gd name="connsiteY187" fmla="*/ 333855 h 1163932"/>
              <a:gd name="connsiteX188" fmla="*/ 475247 w 12192000"/>
              <a:gd name="connsiteY188" fmla="*/ 343146 h 1163932"/>
              <a:gd name="connsiteX189" fmla="*/ 477967 w 12192000"/>
              <a:gd name="connsiteY189" fmla="*/ 344392 h 1163932"/>
              <a:gd name="connsiteX190" fmla="*/ 527683 w 12192000"/>
              <a:gd name="connsiteY190" fmla="*/ 339655 h 1163932"/>
              <a:gd name="connsiteX191" fmla="*/ 703732 w 12192000"/>
              <a:gd name="connsiteY191" fmla="*/ 323031 h 1163932"/>
              <a:gd name="connsiteX192" fmla="*/ 853391 w 12192000"/>
              <a:gd name="connsiteY192" fmla="*/ 310023 h 1163932"/>
              <a:gd name="connsiteX193" fmla="*/ 925332 w 12192000"/>
              <a:gd name="connsiteY193" fmla="*/ 305118 h 1163932"/>
              <a:gd name="connsiteX194" fmla="*/ 941286 w 12192000"/>
              <a:gd name="connsiteY194" fmla="*/ 295364 h 1163932"/>
              <a:gd name="connsiteX195" fmla="*/ 950845 w 12192000"/>
              <a:gd name="connsiteY195" fmla="*/ 293027 h 1163932"/>
              <a:gd name="connsiteX196" fmla="*/ 953292 w 12192000"/>
              <a:gd name="connsiteY196" fmla="*/ 287324 h 1163932"/>
              <a:gd name="connsiteX197" fmla="*/ 967499 w 12192000"/>
              <a:gd name="connsiteY197" fmla="*/ 280192 h 1163932"/>
              <a:gd name="connsiteX198" fmla="*/ 985161 w 12192000"/>
              <a:gd name="connsiteY198" fmla="*/ 277297 h 1163932"/>
              <a:gd name="connsiteX199" fmla="*/ 1069267 w 12192000"/>
              <a:gd name="connsiteY199" fmla="*/ 269198 h 1163932"/>
              <a:gd name="connsiteX200" fmla="*/ 1138407 w 12192000"/>
              <a:gd name="connsiteY200" fmla="*/ 252999 h 1163932"/>
              <a:gd name="connsiteX201" fmla="*/ 1164931 w 12192000"/>
              <a:gd name="connsiteY201" fmla="*/ 245054 h 1163932"/>
              <a:gd name="connsiteX202" fmla="*/ 1211622 w 12192000"/>
              <a:gd name="connsiteY202" fmla="*/ 227108 h 1163932"/>
              <a:gd name="connsiteX203" fmla="*/ 1274567 w 12192000"/>
              <a:gd name="connsiteY203" fmla="*/ 209812 h 1163932"/>
              <a:gd name="connsiteX204" fmla="*/ 1325029 w 12192000"/>
              <a:gd name="connsiteY204" fmla="*/ 214369 h 1163932"/>
              <a:gd name="connsiteX205" fmla="*/ 1356805 w 12192000"/>
              <a:gd name="connsiteY205" fmla="*/ 210054 h 1163932"/>
              <a:gd name="connsiteX206" fmla="*/ 1468752 w 12192000"/>
              <a:gd name="connsiteY206" fmla="*/ 221036 h 1163932"/>
              <a:gd name="connsiteX207" fmla="*/ 1650750 w 12192000"/>
              <a:gd name="connsiteY207" fmla="*/ 171522 h 1163932"/>
              <a:gd name="connsiteX208" fmla="*/ 1655056 w 12192000"/>
              <a:gd name="connsiteY208" fmla="*/ 178538 h 1163932"/>
              <a:gd name="connsiteX209" fmla="*/ 1683220 w 12192000"/>
              <a:gd name="connsiteY209" fmla="*/ 176084 h 1163932"/>
              <a:gd name="connsiteX210" fmla="*/ 1685599 w 12192000"/>
              <a:gd name="connsiteY210" fmla="*/ 171820 h 1163932"/>
              <a:gd name="connsiteX211" fmla="*/ 1689230 w 12192000"/>
              <a:gd name="connsiteY211" fmla="*/ 171091 h 1163932"/>
              <a:gd name="connsiteX212" fmla="*/ 1691052 w 12192000"/>
              <a:gd name="connsiteY212" fmla="*/ 175010 h 1163932"/>
              <a:gd name="connsiteX213" fmla="*/ 1735783 w 12192000"/>
              <a:gd name="connsiteY213" fmla="*/ 183832 h 1163932"/>
              <a:gd name="connsiteX214" fmla="*/ 1797102 w 12192000"/>
              <a:gd name="connsiteY214" fmla="*/ 188721 h 1163932"/>
              <a:gd name="connsiteX215" fmla="*/ 1845638 w 12192000"/>
              <a:gd name="connsiteY215" fmla="*/ 170206 h 1163932"/>
              <a:gd name="connsiteX216" fmla="*/ 1848980 w 12192000"/>
              <a:gd name="connsiteY216" fmla="*/ 173948 h 1163932"/>
              <a:gd name="connsiteX217" fmla="*/ 1880587 w 12192000"/>
              <a:gd name="connsiteY217" fmla="*/ 171938 h 1163932"/>
              <a:gd name="connsiteX218" fmla="*/ 1995803 w 12192000"/>
              <a:gd name="connsiteY218" fmla="*/ 138279 h 1163932"/>
              <a:gd name="connsiteX219" fmla="*/ 2057448 w 12192000"/>
              <a:gd name="connsiteY219" fmla="*/ 135082 h 1163932"/>
              <a:gd name="connsiteX220" fmla="*/ 2119088 w 12192000"/>
              <a:gd name="connsiteY220" fmla="*/ 119940 h 1163932"/>
              <a:gd name="connsiteX221" fmla="*/ 2138831 w 12192000"/>
              <a:gd name="connsiteY221" fmla="*/ 122626 h 1163932"/>
              <a:gd name="connsiteX222" fmla="*/ 2174180 w 12192000"/>
              <a:gd name="connsiteY222" fmla="*/ 117121 h 1163932"/>
              <a:gd name="connsiteX223" fmla="*/ 2214259 w 12192000"/>
              <a:gd name="connsiteY223" fmla="*/ 116974 h 1163932"/>
              <a:gd name="connsiteX224" fmla="*/ 2264911 w 12192000"/>
              <a:gd name="connsiteY224" fmla="*/ 108071 h 1163932"/>
              <a:gd name="connsiteX225" fmla="*/ 2298963 w 12192000"/>
              <a:gd name="connsiteY225" fmla="*/ 107788 h 1163932"/>
              <a:gd name="connsiteX226" fmla="*/ 2454058 w 12192000"/>
              <a:gd name="connsiteY226" fmla="*/ 73698 h 1163932"/>
              <a:gd name="connsiteX227" fmla="*/ 2534188 w 12192000"/>
              <a:gd name="connsiteY227" fmla="*/ 70162 h 1163932"/>
              <a:gd name="connsiteX228" fmla="*/ 2616912 w 12192000"/>
              <a:gd name="connsiteY228" fmla="*/ 51189 h 1163932"/>
              <a:gd name="connsiteX229" fmla="*/ 2698592 w 12192000"/>
              <a:gd name="connsiteY229" fmla="*/ 42305 h 1163932"/>
              <a:gd name="connsiteX230" fmla="*/ 2891953 w 12192000"/>
              <a:gd name="connsiteY230" fmla="*/ 34973 h 1163932"/>
              <a:gd name="connsiteX231" fmla="*/ 2955508 w 12192000"/>
              <a:gd name="connsiteY231" fmla="*/ 929 h 1163932"/>
              <a:gd name="connsiteX0" fmla="*/ 2955508 w 12192000"/>
              <a:gd name="connsiteY0" fmla="*/ 929 h 1163932"/>
              <a:gd name="connsiteX1" fmla="*/ 2973472 w 12192000"/>
              <a:gd name="connsiteY1" fmla="*/ 2369 h 1163932"/>
              <a:gd name="connsiteX2" fmla="*/ 3052621 w 12192000"/>
              <a:gd name="connsiteY2" fmla="*/ 14030 h 1163932"/>
              <a:gd name="connsiteX3" fmla="*/ 3145220 w 12192000"/>
              <a:gd name="connsiteY3" fmla="*/ 16277 h 1163932"/>
              <a:gd name="connsiteX4" fmla="*/ 3233309 w 12192000"/>
              <a:gd name="connsiteY4" fmla="*/ 8968 h 1163932"/>
              <a:gd name="connsiteX5" fmla="*/ 3320851 w 12192000"/>
              <a:gd name="connsiteY5" fmla="*/ 18902 h 1163932"/>
              <a:gd name="connsiteX6" fmla="*/ 3394552 w 12192000"/>
              <a:gd name="connsiteY6" fmla="*/ 38279 h 1163932"/>
              <a:gd name="connsiteX7" fmla="*/ 3462252 w 12192000"/>
              <a:gd name="connsiteY7" fmla="*/ 68646 h 1163932"/>
              <a:gd name="connsiteX8" fmla="*/ 3504799 w 12192000"/>
              <a:gd name="connsiteY8" fmla="*/ 93363 h 1163932"/>
              <a:gd name="connsiteX9" fmla="*/ 3568807 w 12192000"/>
              <a:gd name="connsiteY9" fmla="*/ 84557 h 1163932"/>
              <a:gd name="connsiteX10" fmla="*/ 3571993 w 12192000"/>
              <a:gd name="connsiteY10" fmla="*/ 87105 h 1163932"/>
              <a:gd name="connsiteX11" fmla="*/ 3590879 w 12192000"/>
              <a:gd name="connsiteY11" fmla="*/ 100115 h 1163932"/>
              <a:gd name="connsiteX12" fmla="*/ 3623973 w 12192000"/>
              <a:gd name="connsiteY12" fmla="*/ 93084 h 1163932"/>
              <a:gd name="connsiteX13" fmla="*/ 3636728 w 12192000"/>
              <a:gd name="connsiteY13" fmla="*/ 98019 h 1163932"/>
              <a:gd name="connsiteX14" fmla="*/ 3676976 w 12192000"/>
              <a:gd name="connsiteY14" fmla="*/ 96600 h 1163932"/>
              <a:gd name="connsiteX15" fmla="*/ 3722653 w 12192000"/>
              <a:gd name="connsiteY15" fmla="*/ 115363 h 1163932"/>
              <a:gd name="connsiteX16" fmla="*/ 3775112 w 12192000"/>
              <a:gd name="connsiteY16" fmla="*/ 98970 h 1163932"/>
              <a:gd name="connsiteX17" fmla="*/ 3932956 w 12192000"/>
              <a:gd name="connsiteY17" fmla="*/ 122337 h 1163932"/>
              <a:gd name="connsiteX18" fmla="*/ 4100593 w 12192000"/>
              <a:gd name="connsiteY18" fmla="*/ 163834 h 1163932"/>
              <a:gd name="connsiteX19" fmla="*/ 4316364 w 12192000"/>
              <a:gd name="connsiteY19" fmla="*/ 177453 h 1163932"/>
              <a:gd name="connsiteX20" fmla="*/ 4387387 w 12192000"/>
              <a:gd name="connsiteY20" fmla="*/ 164360 h 1163932"/>
              <a:gd name="connsiteX21" fmla="*/ 4427957 w 12192000"/>
              <a:gd name="connsiteY21" fmla="*/ 177526 h 1163932"/>
              <a:gd name="connsiteX22" fmla="*/ 4502291 w 12192000"/>
              <a:gd name="connsiteY22" fmla="*/ 188197 h 1163932"/>
              <a:gd name="connsiteX23" fmla="*/ 4600771 w 12192000"/>
              <a:gd name="connsiteY23" fmla="*/ 212143 h 1163932"/>
              <a:gd name="connsiteX24" fmla="*/ 4644102 w 12192000"/>
              <a:gd name="connsiteY24" fmla="*/ 210363 h 1163932"/>
              <a:gd name="connsiteX25" fmla="*/ 4652752 w 12192000"/>
              <a:gd name="connsiteY25" fmla="*/ 210902 h 1163932"/>
              <a:gd name="connsiteX26" fmla="*/ 4652896 w 12192000"/>
              <a:gd name="connsiteY26" fmla="*/ 211286 h 1163932"/>
              <a:gd name="connsiteX27" fmla="*/ 4685303 w 12192000"/>
              <a:gd name="connsiteY27" fmla="*/ 212939 h 1163932"/>
              <a:gd name="connsiteX28" fmla="*/ 4690886 w 12192000"/>
              <a:gd name="connsiteY28" fmla="*/ 215767 h 1163932"/>
              <a:gd name="connsiteX29" fmla="*/ 4725430 w 12192000"/>
              <a:gd name="connsiteY29" fmla="*/ 238732 h 1163932"/>
              <a:gd name="connsiteX30" fmla="*/ 4800051 w 12192000"/>
              <a:gd name="connsiteY30" fmla="*/ 231099 h 1163932"/>
              <a:gd name="connsiteX31" fmla="*/ 4875115 w 12192000"/>
              <a:gd name="connsiteY31" fmla="*/ 264350 h 1163932"/>
              <a:gd name="connsiteX32" fmla="*/ 4936450 w 12192000"/>
              <a:gd name="connsiteY32" fmla="*/ 280902 h 1163932"/>
              <a:gd name="connsiteX33" fmla="*/ 5030961 w 12192000"/>
              <a:gd name="connsiteY33" fmla="*/ 305912 h 1163932"/>
              <a:gd name="connsiteX34" fmla="*/ 5082734 w 12192000"/>
              <a:gd name="connsiteY34" fmla="*/ 308581 h 1163932"/>
              <a:gd name="connsiteX35" fmla="*/ 5138799 w 12192000"/>
              <a:gd name="connsiteY35" fmla="*/ 303800 h 1163932"/>
              <a:gd name="connsiteX36" fmla="*/ 5259695 w 12192000"/>
              <a:gd name="connsiteY36" fmla="*/ 330476 h 1163932"/>
              <a:gd name="connsiteX37" fmla="*/ 5359642 w 12192000"/>
              <a:gd name="connsiteY37" fmla="*/ 340575 h 1163932"/>
              <a:gd name="connsiteX38" fmla="*/ 5372918 w 12192000"/>
              <a:gd name="connsiteY38" fmla="*/ 336834 h 1163932"/>
              <a:gd name="connsiteX39" fmla="*/ 5396084 w 12192000"/>
              <a:gd name="connsiteY39" fmla="*/ 328268 h 1163932"/>
              <a:gd name="connsiteX40" fmla="*/ 5414292 w 12192000"/>
              <a:gd name="connsiteY40" fmla="*/ 320863 h 1163932"/>
              <a:gd name="connsiteX41" fmla="*/ 5487276 w 12192000"/>
              <a:gd name="connsiteY41" fmla="*/ 307350 h 1163932"/>
              <a:gd name="connsiteX42" fmla="*/ 5612716 w 12192000"/>
              <a:gd name="connsiteY42" fmla="*/ 308118 h 1163932"/>
              <a:gd name="connsiteX43" fmla="*/ 5864813 w 12192000"/>
              <a:gd name="connsiteY43" fmla="*/ 257852 h 1163932"/>
              <a:gd name="connsiteX44" fmla="*/ 6151392 w 12192000"/>
              <a:gd name="connsiteY44" fmla="*/ 225732 h 1163932"/>
              <a:gd name="connsiteX45" fmla="*/ 6209396 w 12192000"/>
              <a:gd name="connsiteY45" fmla="*/ 220469 h 1163932"/>
              <a:gd name="connsiteX46" fmla="*/ 6269898 w 12192000"/>
              <a:gd name="connsiteY46" fmla="*/ 226300 h 1163932"/>
              <a:gd name="connsiteX47" fmla="*/ 6297029 w 12192000"/>
              <a:gd name="connsiteY47" fmla="*/ 224230 h 1163932"/>
              <a:gd name="connsiteX48" fmla="*/ 6352373 w 12192000"/>
              <a:gd name="connsiteY48" fmla="*/ 209161 h 1163932"/>
              <a:gd name="connsiteX49" fmla="*/ 6353759 w 12192000"/>
              <a:gd name="connsiteY49" fmla="*/ 209135 h 1163932"/>
              <a:gd name="connsiteX50" fmla="*/ 6363346 w 12192000"/>
              <a:gd name="connsiteY50" fmla="*/ 196700 h 1163932"/>
              <a:gd name="connsiteX51" fmla="*/ 6400681 w 12192000"/>
              <a:gd name="connsiteY51" fmla="*/ 204402 h 1163932"/>
              <a:gd name="connsiteX52" fmla="*/ 6402041 w 12192000"/>
              <a:gd name="connsiteY52" fmla="*/ 207073 h 1163932"/>
              <a:gd name="connsiteX53" fmla="*/ 6424912 w 12192000"/>
              <a:gd name="connsiteY53" fmla="*/ 204940 h 1163932"/>
              <a:gd name="connsiteX54" fmla="*/ 6502019 w 12192000"/>
              <a:gd name="connsiteY54" fmla="*/ 198788 h 1163932"/>
              <a:gd name="connsiteX55" fmla="*/ 6518229 w 12192000"/>
              <a:gd name="connsiteY55" fmla="*/ 197839 h 1163932"/>
              <a:gd name="connsiteX56" fmla="*/ 6519089 w 12192000"/>
              <a:gd name="connsiteY56" fmla="*/ 198274 h 1163932"/>
              <a:gd name="connsiteX57" fmla="*/ 6561047 w 12192000"/>
              <a:gd name="connsiteY57" fmla="*/ 182276 h 1163932"/>
              <a:gd name="connsiteX58" fmla="*/ 6595639 w 12192000"/>
              <a:gd name="connsiteY58" fmla="*/ 174596 h 1163932"/>
              <a:gd name="connsiteX59" fmla="*/ 6692265 w 12192000"/>
              <a:gd name="connsiteY59" fmla="*/ 171261 h 1163932"/>
              <a:gd name="connsiteX60" fmla="*/ 6697219 w 12192000"/>
              <a:gd name="connsiteY60" fmla="*/ 171733 h 1163932"/>
              <a:gd name="connsiteX61" fmla="*/ 6713656 w 12192000"/>
              <a:gd name="connsiteY61" fmla="*/ 160032 h 1163932"/>
              <a:gd name="connsiteX62" fmla="*/ 6714383 w 12192000"/>
              <a:gd name="connsiteY62" fmla="*/ 156857 h 1163932"/>
              <a:gd name="connsiteX63" fmla="*/ 6774793 w 12192000"/>
              <a:gd name="connsiteY63" fmla="*/ 166145 h 1163932"/>
              <a:gd name="connsiteX64" fmla="*/ 6782112 w 12192000"/>
              <a:gd name="connsiteY64" fmla="*/ 161687 h 1163932"/>
              <a:gd name="connsiteX65" fmla="*/ 6822392 w 12192000"/>
              <a:gd name="connsiteY65" fmla="*/ 175020 h 1163932"/>
              <a:gd name="connsiteX66" fmla="*/ 6842719 w 12192000"/>
              <a:gd name="connsiteY66" fmla="*/ 178025 h 1163932"/>
              <a:gd name="connsiteX67" fmla="*/ 6878958 w 12192000"/>
              <a:gd name="connsiteY67" fmla="*/ 187256 h 1163932"/>
              <a:gd name="connsiteX68" fmla="*/ 6881972 w 12192000"/>
              <a:gd name="connsiteY68" fmla="*/ 184277 h 1163932"/>
              <a:gd name="connsiteX69" fmla="*/ 6889133 w 12192000"/>
              <a:gd name="connsiteY69" fmla="*/ 187492 h 1163932"/>
              <a:gd name="connsiteX70" fmla="*/ 6894439 w 12192000"/>
              <a:gd name="connsiteY70" fmla="*/ 184074 h 1163932"/>
              <a:gd name="connsiteX71" fmla="*/ 6900419 w 12192000"/>
              <a:gd name="connsiteY71" fmla="*/ 185342 h 1163932"/>
              <a:gd name="connsiteX72" fmla="*/ 6963220 w 12192000"/>
              <a:gd name="connsiteY72" fmla="*/ 173736 h 1163932"/>
              <a:gd name="connsiteX73" fmla="*/ 6976706 w 12192000"/>
              <a:gd name="connsiteY73" fmla="*/ 177326 h 1163932"/>
              <a:gd name="connsiteX74" fmla="*/ 6987064 w 12192000"/>
              <a:gd name="connsiteY74" fmla="*/ 166834 h 1163932"/>
              <a:gd name="connsiteX75" fmla="*/ 7030230 w 12192000"/>
              <a:gd name="connsiteY75" fmla="*/ 166147 h 1163932"/>
              <a:gd name="connsiteX76" fmla="*/ 7045014 w 12192000"/>
              <a:gd name="connsiteY76" fmla="*/ 175533 h 1163932"/>
              <a:gd name="connsiteX77" fmla="*/ 7058714 w 12192000"/>
              <a:gd name="connsiteY77" fmla="*/ 182424 h 1163932"/>
              <a:gd name="connsiteX78" fmla="*/ 7060499 w 12192000"/>
              <a:gd name="connsiteY78" fmla="*/ 182495 h 1163932"/>
              <a:gd name="connsiteX79" fmla="*/ 7078430 w 12192000"/>
              <a:gd name="connsiteY79" fmla="*/ 183225 h 1163932"/>
              <a:gd name="connsiteX80" fmla="*/ 7176563 w 12192000"/>
              <a:gd name="connsiteY80" fmla="*/ 179676 h 1163932"/>
              <a:gd name="connsiteX81" fmla="*/ 7205529 w 12192000"/>
              <a:gd name="connsiteY81" fmla="*/ 187443 h 1163932"/>
              <a:gd name="connsiteX82" fmla="*/ 7310118 w 12192000"/>
              <a:gd name="connsiteY82" fmla="*/ 169037 h 1163932"/>
              <a:gd name="connsiteX83" fmla="*/ 7673859 w 12192000"/>
              <a:gd name="connsiteY83" fmla="*/ 156768 h 1163932"/>
              <a:gd name="connsiteX84" fmla="*/ 7692748 w 12192000"/>
              <a:gd name="connsiteY84" fmla="*/ 167969 h 1163932"/>
              <a:gd name="connsiteX85" fmla="*/ 7756672 w 12192000"/>
              <a:gd name="connsiteY85" fmla="*/ 163804 h 1163932"/>
              <a:gd name="connsiteX86" fmla="*/ 7974189 w 12192000"/>
              <a:gd name="connsiteY86" fmla="*/ 161251 h 1163932"/>
              <a:gd name="connsiteX87" fmla="*/ 8101969 w 12192000"/>
              <a:gd name="connsiteY87" fmla="*/ 150927 h 1163932"/>
              <a:gd name="connsiteX88" fmla="*/ 8106826 w 12192000"/>
              <a:gd name="connsiteY88" fmla="*/ 146285 h 1163932"/>
              <a:gd name="connsiteX89" fmla="*/ 8162058 w 12192000"/>
              <a:gd name="connsiteY89" fmla="*/ 103136 h 1163932"/>
              <a:gd name="connsiteX90" fmla="*/ 8184568 w 12192000"/>
              <a:gd name="connsiteY90" fmla="*/ 100422 h 1163932"/>
              <a:gd name="connsiteX91" fmla="*/ 8228227 w 12192000"/>
              <a:gd name="connsiteY91" fmla="*/ 112404 h 1163932"/>
              <a:gd name="connsiteX92" fmla="*/ 8237963 w 12192000"/>
              <a:gd name="connsiteY92" fmla="*/ 113428 h 1163932"/>
              <a:gd name="connsiteX93" fmla="*/ 8248358 w 12192000"/>
              <a:gd name="connsiteY93" fmla="*/ 112494 h 1163932"/>
              <a:gd name="connsiteX94" fmla="*/ 8249309 w 12192000"/>
              <a:gd name="connsiteY94" fmla="*/ 113130 h 1163932"/>
              <a:gd name="connsiteX95" fmla="*/ 8249997 w 12192000"/>
              <a:gd name="connsiteY95" fmla="*/ 112347 h 1163932"/>
              <a:gd name="connsiteX96" fmla="*/ 8272162 w 12192000"/>
              <a:gd name="connsiteY96" fmla="*/ 110356 h 1163932"/>
              <a:gd name="connsiteX97" fmla="*/ 8292349 w 12192000"/>
              <a:gd name="connsiteY97" fmla="*/ 103912 h 1163932"/>
              <a:gd name="connsiteX98" fmla="*/ 8292491 w 12192000"/>
              <a:gd name="connsiteY98" fmla="*/ 103935 h 1163932"/>
              <a:gd name="connsiteX99" fmla="*/ 8307239 w 12192000"/>
              <a:gd name="connsiteY99" fmla="*/ 101023 h 1163932"/>
              <a:gd name="connsiteX100" fmla="*/ 8339282 w 12192000"/>
              <a:gd name="connsiteY100" fmla="*/ 115374 h 1163932"/>
              <a:gd name="connsiteX101" fmla="*/ 8346156 w 12192000"/>
              <a:gd name="connsiteY101" fmla="*/ 117659 h 1163932"/>
              <a:gd name="connsiteX102" fmla="*/ 8346467 w 12192000"/>
              <a:gd name="connsiteY102" fmla="*/ 117456 h 1163932"/>
              <a:gd name="connsiteX103" fmla="*/ 8354069 w 12192000"/>
              <a:gd name="connsiteY103" fmla="*/ 119374 h 1163932"/>
              <a:gd name="connsiteX104" fmla="*/ 8358687 w 12192000"/>
              <a:gd name="connsiteY104" fmla="*/ 121825 h 1163932"/>
              <a:gd name="connsiteX105" fmla="*/ 8433385 w 12192000"/>
              <a:gd name="connsiteY105" fmla="*/ 106101 h 1163932"/>
              <a:gd name="connsiteX106" fmla="*/ 8533779 w 12192000"/>
              <a:gd name="connsiteY106" fmla="*/ 104806 h 1163932"/>
              <a:gd name="connsiteX107" fmla="*/ 8632833 w 12192000"/>
              <a:gd name="connsiteY107" fmla="*/ 106964 h 1163932"/>
              <a:gd name="connsiteX108" fmla="*/ 8668523 w 12192000"/>
              <a:gd name="connsiteY108" fmla="*/ 109411 h 1163932"/>
              <a:gd name="connsiteX109" fmla="*/ 8732893 w 12192000"/>
              <a:gd name="connsiteY109" fmla="*/ 106423 h 1163932"/>
              <a:gd name="connsiteX110" fmla="*/ 8764071 w 12192000"/>
              <a:gd name="connsiteY110" fmla="*/ 101019 h 1163932"/>
              <a:gd name="connsiteX111" fmla="*/ 8767004 w 12192000"/>
              <a:gd name="connsiteY111" fmla="*/ 97951 h 1163932"/>
              <a:gd name="connsiteX112" fmla="*/ 8772553 w 12192000"/>
              <a:gd name="connsiteY112" fmla="*/ 96746 h 1163932"/>
              <a:gd name="connsiteX113" fmla="*/ 8787201 w 12192000"/>
              <a:gd name="connsiteY113" fmla="*/ 98465 h 1163932"/>
              <a:gd name="connsiteX114" fmla="*/ 8792624 w 12192000"/>
              <a:gd name="connsiteY114" fmla="*/ 99935 h 1163932"/>
              <a:gd name="connsiteX115" fmla="*/ 8800741 w 12192000"/>
              <a:gd name="connsiteY115" fmla="*/ 100329 h 1163932"/>
              <a:gd name="connsiteX116" fmla="*/ 8800966 w 12192000"/>
              <a:gd name="connsiteY116" fmla="*/ 100077 h 1163932"/>
              <a:gd name="connsiteX117" fmla="*/ 8808513 w 12192000"/>
              <a:gd name="connsiteY117" fmla="*/ 100962 h 1163932"/>
              <a:gd name="connsiteX118" fmla="*/ 8845110 w 12192000"/>
              <a:gd name="connsiteY118" fmla="*/ 108611 h 1163932"/>
              <a:gd name="connsiteX119" fmla="*/ 8917529 w 12192000"/>
              <a:gd name="connsiteY119" fmla="*/ 82805 h 1163932"/>
              <a:gd name="connsiteX120" fmla="*/ 9026654 w 12192000"/>
              <a:gd name="connsiteY120" fmla="*/ 99852 h 1163932"/>
              <a:gd name="connsiteX121" fmla="*/ 9088505 w 12192000"/>
              <a:gd name="connsiteY121" fmla="*/ 119434 h 1163932"/>
              <a:gd name="connsiteX122" fmla="*/ 9203241 w 12192000"/>
              <a:gd name="connsiteY122" fmla="*/ 118145 h 1163932"/>
              <a:gd name="connsiteX123" fmla="*/ 9415584 w 12192000"/>
              <a:gd name="connsiteY123" fmla="*/ 163588 h 1163932"/>
              <a:gd name="connsiteX124" fmla="*/ 9505102 w 12192000"/>
              <a:gd name="connsiteY124" fmla="*/ 147474 h 1163932"/>
              <a:gd name="connsiteX125" fmla="*/ 9643040 w 12192000"/>
              <a:gd name="connsiteY125" fmla="*/ 164665 h 1163932"/>
              <a:gd name="connsiteX126" fmla="*/ 9762999 w 12192000"/>
              <a:gd name="connsiteY126" fmla="*/ 169055 h 1163932"/>
              <a:gd name="connsiteX127" fmla="*/ 9776183 w 12192000"/>
              <a:gd name="connsiteY127" fmla="*/ 168623 h 1163932"/>
              <a:gd name="connsiteX128" fmla="*/ 9780532 w 12192000"/>
              <a:gd name="connsiteY128" fmla="*/ 162255 h 1163932"/>
              <a:gd name="connsiteX129" fmla="*/ 9824924 w 12192000"/>
              <a:gd name="connsiteY129" fmla="*/ 158079 h 1163932"/>
              <a:gd name="connsiteX130" fmla="*/ 9910588 w 12192000"/>
              <a:gd name="connsiteY130" fmla="*/ 160759 h 1163932"/>
              <a:gd name="connsiteX131" fmla="*/ 9924173 w 12192000"/>
              <a:gd name="connsiteY131" fmla="*/ 165023 h 1163932"/>
              <a:gd name="connsiteX132" fmla="*/ 10010969 w 12192000"/>
              <a:gd name="connsiteY132" fmla="*/ 162234 h 1163932"/>
              <a:gd name="connsiteX133" fmla="*/ 10070699 w 12192000"/>
              <a:gd name="connsiteY133" fmla="*/ 164286 h 1163932"/>
              <a:gd name="connsiteX134" fmla="*/ 10083825 w 12192000"/>
              <a:gd name="connsiteY134" fmla="*/ 168444 h 1163932"/>
              <a:gd name="connsiteX135" fmla="*/ 10097932 w 12192000"/>
              <a:gd name="connsiteY135" fmla="*/ 161160 h 1163932"/>
              <a:gd name="connsiteX136" fmla="*/ 10101779 w 12192000"/>
              <a:gd name="connsiteY136" fmla="*/ 155488 h 1163932"/>
              <a:gd name="connsiteX137" fmla="*/ 10149437 w 12192000"/>
              <a:gd name="connsiteY137" fmla="*/ 158598 h 1163932"/>
              <a:gd name="connsiteX138" fmla="*/ 10155104 w 12192000"/>
              <a:gd name="connsiteY138" fmla="*/ 158045 h 1163932"/>
              <a:gd name="connsiteX139" fmla="*/ 10250982 w 12192000"/>
              <a:gd name="connsiteY139" fmla="*/ 135074 h 1163932"/>
              <a:gd name="connsiteX140" fmla="*/ 10343301 w 12192000"/>
              <a:gd name="connsiteY140" fmla="*/ 97316 h 1163932"/>
              <a:gd name="connsiteX141" fmla="*/ 10366625 w 12192000"/>
              <a:gd name="connsiteY141" fmla="*/ 85860 h 1163932"/>
              <a:gd name="connsiteX142" fmla="*/ 10433505 w 12192000"/>
              <a:gd name="connsiteY142" fmla="*/ 71432 h 1163932"/>
              <a:gd name="connsiteX143" fmla="*/ 10547510 w 12192000"/>
              <a:gd name="connsiteY143" fmla="*/ 53678 h 1163932"/>
              <a:gd name="connsiteX144" fmla="*/ 10588150 w 12192000"/>
              <a:gd name="connsiteY144" fmla="*/ 38719 h 1163932"/>
              <a:gd name="connsiteX145" fmla="*/ 10589457 w 12192000"/>
              <a:gd name="connsiteY145" fmla="*/ 31728 h 1163932"/>
              <a:gd name="connsiteX146" fmla="*/ 10699976 w 12192000"/>
              <a:gd name="connsiteY146" fmla="*/ 49777 h 1163932"/>
              <a:gd name="connsiteX147" fmla="*/ 10812237 w 12192000"/>
              <a:gd name="connsiteY147" fmla="*/ 52759 h 1163932"/>
              <a:gd name="connsiteX148" fmla="*/ 10869837 w 12192000"/>
              <a:gd name="connsiteY148" fmla="*/ 72227 h 1163932"/>
              <a:gd name="connsiteX149" fmla="*/ 10881770 w 12192000"/>
              <a:gd name="connsiteY149" fmla="*/ 80104 h 1163932"/>
              <a:gd name="connsiteX150" fmla="*/ 10896899 w 12192000"/>
              <a:gd name="connsiteY150" fmla="*/ 77163 h 1163932"/>
              <a:gd name="connsiteX151" fmla="*/ 10901748 w 12192000"/>
              <a:gd name="connsiteY151" fmla="*/ 72784 h 1163932"/>
              <a:gd name="connsiteX152" fmla="*/ 10947419 w 12192000"/>
              <a:gd name="connsiteY152" fmla="*/ 89748 h 1163932"/>
              <a:gd name="connsiteX153" fmla="*/ 10953034 w 12192000"/>
              <a:gd name="connsiteY153" fmla="*/ 90870 h 1163932"/>
              <a:gd name="connsiteX154" fmla="*/ 10992070 w 12192000"/>
              <a:gd name="connsiteY154" fmla="*/ 95273 h 1163932"/>
              <a:gd name="connsiteX155" fmla="*/ 11112372 w 12192000"/>
              <a:gd name="connsiteY155" fmla="*/ 88679 h 1163932"/>
              <a:gd name="connsiteX156" fmla="*/ 11147719 w 12192000"/>
              <a:gd name="connsiteY156" fmla="*/ 86992 h 1163932"/>
              <a:gd name="connsiteX157" fmla="*/ 11172617 w 12192000"/>
              <a:gd name="connsiteY157" fmla="*/ 82697 h 1163932"/>
              <a:gd name="connsiteX158" fmla="*/ 11240397 w 12192000"/>
              <a:gd name="connsiteY158" fmla="*/ 88262 h 1163932"/>
              <a:gd name="connsiteX159" fmla="*/ 11270034 w 12192000"/>
              <a:gd name="connsiteY159" fmla="*/ 98379 h 1163932"/>
              <a:gd name="connsiteX160" fmla="*/ 11293091 w 12192000"/>
              <a:gd name="connsiteY160" fmla="*/ 98474 h 1163932"/>
              <a:gd name="connsiteX161" fmla="*/ 11310949 w 12192000"/>
              <a:gd name="connsiteY161" fmla="*/ 104274 h 1163932"/>
              <a:gd name="connsiteX162" fmla="*/ 11345279 w 12192000"/>
              <a:gd name="connsiteY162" fmla="*/ 101883 h 1163932"/>
              <a:gd name="connsiteX163" fmla="*/ 11354597 w 12192000"/>
              <a:gd name="connsiteY163" fmla="*/ 104385 h 1163932"/>
              <a:gd name="connsiteX164" fmla="*/ 11367725 w 12192000"/>
              <a:gd name="connsiteY164" fmla="*/ 104431 h 1163932"/>
              <a:gd name="connsiteX165" fmla="*/ 11399832 w 12192000"/>
              <a:gd name="connsiteY165" fmla="*/ 117048 h 1163932"/>
              <a:gd name="connsiteX166" fmla="*/ 11487595 w 12192000"/>
              <a:gd name="connsiteY166" fmla="*/ 158754 h 1163932"/>
              <a:gd name="connsiteX167" fmla="*/ 11590850 w 12192000"/>
              <a:gd name="connsiteY167" fmla="*/ 244984 h 1163932"/>
              <a:gd name="connsiteX168" fmla="*/ 11736204 w 12192000"/>
              <a:gd name="connsiteY168" fmla="*/ 283941 h 1163932"/>
              <a:gd name="connsiteX169" fmla="*/ 11760331 w 12192000"/>
              <a:gd name="connsiteY169" fmla="*/ 298368 h 1163932"/>
              <a:gd name="connsiteX170" fmla="*/ 11819139 w 12192000"/>
              <a:gd name="connsiteY170" fmla="*/ 310575 h 1163932"/>
              <a:gd name="connsiteX171" fmla="*/ 11821967 w 12192000"/>
              <a:gd name="connsiteY171" fmla="*/ 312222 h 1163932"/>
              <a:gd name="connsiteX172" fmla="*/ 11847125 w 12192000"/>
              <a:gd name="connsiteY172" fmla="*/ 303833 h 1163932"/>
              <a:gd name="connsiteX173" fmla="*/ 11980134 w 12192000"/>
              <a:gd name="connsiteY173" fmla="*/ 328343 h 1163932"/>
              <a:gd name="connsiteX174" fmla="*/ 12174576 w 12192000"/>
              <a:gd name="connsiteY174" fmla="*/ 382540 h 1163932"/>
              <a:gd name="connsiteX175" fmla="*/ 12192000 w 12192000"/>
              <a:gd name="connsiteY175" fmla="*/ 385665 h 1163932"/>
              <a:gd name="connsiteX176" fmla="*/ 12192000 w 12192000"/>
              <a:gd name="connsiteY176" fmla="*/ 1163932 h 1163932"/>
              <a:gd name="connsiteX177" fmla="*/ 0 w 12192000"/>
              <a:gd name="connsiteY177" fmla="*/ 1163932 h 1163932"/>
              <a:gd name="connsiteX178" fmla="*/ 0 w 12192000"/>
              <a:gd name="connsiteY178" fmla="*/ 489977 h 1163932"/>
              <a:gd name="connsiteX179" fmla="*/ 5331 w 12192000"/>
              <a:gd name="connsiteY179" fmla="*/ 489229 h 1163932"/>
              <a:gd name="connsiteX180" fmla="*/ 39902 w 12192000"/>
              <a:gd name="connsiteY180" fmla="*/ 478716 h 1163932"/>
              <a:gd name="connsiteX181" fmla="*/ 117880 w 12192000"/>
              <a:gd name="connsiteY181" fmla="*/ 427388 h 1163932"/>
              <a:gd name="connsiteX182" fmla="*/ 238140 w 12192000"/>
              <a:gd name="connsiteY182" fmla="*/ 385729 h 1163932"/>
              <a:gd name="connsiteX183" fmla="*/ 249589 w 12192000"/>
              <a:gd name="connsiteY183" fmla="*/ 385949 h 1163932"/>
              <a:gd name="connsiteX184" fmla="*/ 296963 w 12192000"/>
              <a:gd name="connsiteY184" fmla="*/ 362534 h 1163932"/>
              <a:gd name="connsiteX185" fmla="*/ 339235 w 12192000"/>
              <a:gd name="connsiteY185" fmla="*/ 330857 h 1163932"/>
              <a:gd name="connsiteX186" fmla="*/ 447152 w 12192000"/>
              <a:gd name="connsiteY186" fmla="*/ 333855 h 1163932"/>
              <a:gd name="connsiteX187" fmla="*/ 475247 w 12192000"/>
              <a:gd name="connsiteY187" fmla="*/ 343146 h 1163932"/>
              <a:gd name="connsiteX188" fmla="*/ 477967 w 12192000"/>
              <a:gd name="connsiteY188" fmla="*/ 344392 h 1163932"/>
              <a:gd name="connsiteX189" fmla="*/ 527683 w 12192000"/>
              <a:gd name="connsiteY189" fmla="*/ 339655 h 1163932"/>
              <a:gd name="connsiteX190" fmla="*/ 703732 w 12192000"/>
              <a:gd name="connsiteY190" fmla="*/ 323031 h 1163932"/>
              <a:gd name="connsiteX191" fmla="*/ 853391 w 12192000"/>
              <a:gd name="connsiteY191" fmla="*/ 310023 h 1163932"/>
              <a:gd name="connsiteX192" fmla="*/ 925332 w 12192000"/>
              <a:gd name="connsiteY192" fmla="*/ 305118 h 1163932"/>
              <a:gd name="connsiteX193" fmla="*/ 941286 w 12192000"/>
              <a:gd name="connsiteY193" fmla="*/ 295364 h 1163932"/>
              <a:gd name="connsiteX194" fmla="*/ 950845 w 12192000"/>
              <a:gd name="connsiteY194" fmla="*/ 293027 h 1163932"/>
              <a:gd name="connsiteX195" fmla="*/ 953292 w 12192000"/>
              <a:gd name="connsiteY195" fmla="*/ 287324 h 1163932"/>
              <a:gd name="connsiteX196" fmla="*/ 967499 w 12192000"/>
              <a:gd name="connsiteY196" fmla="*/ 280192 h 1163932"/>
              <a:gd name="connsiteX197" fmla="*/ 985161 w 12192000"/>
              <a:gd name="connsiteY197" fmla="*/ 277297 h 1163932"/>
              <a:gd name="connsiteX198" fmla="*/ 1069267 w 12192000"/>
              <a:gd name="connsiteY198" fmla="*/ 269198 h 1163932"/>
              <a:gd name="connsiteX199" fmla="*/ 1138407 w 12192000"/>
              <a:gd name="connsiteY199" fmla="*/ 252999 h 1163932"/>
              <a:gd name="connsiteX200" fmla="*/ 1164931 w 12192000"/>
              <a:gd name="connsiteY200" fmla="*/ 245054 h 1163932"/>
              <a:gd name="connsiteX201" fmla="*/ 1211622 w 12192000"/>
              <a:gd name="connsiteY201" fmla="*/ 227108 h 1163932"/>
              <a:gd name="connsiteX202" fmla="*/ 1274567 w 12192000"/>
              <a:gd name="connsiteY202" fmla="*/ 209812 h 1163932"/>
              <a:gd name="connsiteX203" fmla="*/ 1325029 w 12192000"/>
              <a:gd name="connsiteY203" fmla="*/ 214369 h 1163932"/>
              <a:gd name="connsiteX204" fmla="*/ 1356805 w 12192000"/>
              <a:gd name="connsiteY204" fmla="*/ 210054 h 1163932"/>
              <a:gd name="connsiteX205" fmla="*/ 1468752 w 12192000"/>
              <a:gd name="connsiteY205" fmla="*/ 221036 h 1163932"/>
              <a:gd name="connsiteX206" fmla="*/ 1650750 w 12192000"/>
              <a:gd name="connsiteY206" fmla="*/ 171522 h 1163932"/>
              <a:gd name="connsiteX207" fmla="*/ 1655056 w 12192000"/>
              <a:gd name="connsiteY207" fmla="*/ 178538 h 1163932"/>
              <a:gd name="connsiteX208" fmla="*/ 1683220 w 12192000"/>
              <a:gd name="connsiteY208" fmla="*/ 176084 h 1163932"/>
              <a:gd name="connsiteX209" fmla="*/ 1685599 w 12192000"/>
              <a:gd name="connsiteY209" fmla="*/ 171820 h 1163932"/>
              <a:gd name="connsiteX210" fmla="*/ 1689230 w 12192000"/>
              <a:gd name="connsiteY210" fmla="*/ 171091 h 1163932"/>
              <a:gd name="connsiteX211" fmla="*/ 1691052 w 12192000"/>
              <a:gd name="connsiteY211" fmla="*/ 175010 h 1163932"/>
              <a:gd name="connsiteX212" fmla="*/ 1735783 w 12192000"/>
              <a:gd name="connsiteY212" fmla="*/ 183832 h 1163932"/>
              <a:gd name="connsiteX213" fmla="*/ 1797102 w 12192000"/>
              <a:gd name="connsiteY213" fmla="*/ 188721 h 1163932"/>
              <a:gd name="connsiteX214" fmla="*/ 1845638 w 12192000"/>
              <a:gd name="connsiteY214" fmla="*/ 170206 h 1163932"/>
              <a:gd name="connsiteX215" fmla="*/ 1848980 w 12192000"/>
              <a:gd name="connsiteY215" fmla="*/ 173948 h 1163932"/>
              <a:gd name="connsiteX216" fmla="*/ 1880587 w 12192000"/>
              <a:gd name="connsiteY216" fmla="*/ 171938 h 1163932"/>
              <a:gd name="connsiteX217" fmla="*/ 1995803 w 12192000"/>
              <a:gd name="connsiteY217" fmla="*/ 138279 h 1163932"/>
              <a:gd name="connsiteX218" fmla="*/ 2057448 w 12192000"/>
              <a:gd name="connsiteY218" fmla="*/ 135082 h 1163932"/>
              <a:gd name="connsiteX219" fmla="*/ 2119088 w 12192000"/>
              <a:gd name="connsiteY219" fmla="*/ 119940 h 1163932"/>
              <a:gd name="connsiteX220" fmla="*/ 2138831 w 12192000"/>
              <a:gd name="connsiteY220" fmla="*/ 122626 h 1163932"/>
              <a:gd name="connsiteX221" fmla="*/ 2174180 w 12192000"/>
              <a:gd name="connsiteY221" fmla="*/ 117121 h 1163932"/>
              <a:gd name="connsiteX222" fmla="*/ 2214259 w 12192000"/>
              <a:gd name="connsiteY222" fmla="*/ 116974 h 1163932"/>
              <a:gd name="connsiteX223" fmla="*/ 2264911 w 12192000"/>
              <a:gd name="connsiteY223" fmla="*/ 108071 h 1163932"/>
              <a:gd name="connsiteX224" fmla="*/ 2298963 w 12192000"/>
              <a:gd name="connsiteY224" fmla="*/ 107788 h 1163932"/>
              <a:gd name="connsiteX225" fmla="*/ 2454058 w 12192000"/>
              <a:gd name="connsiteY225" fmla="*/ 73698 h 1163932"/>
              <a:gd name="connsiteX226" fmla="*/ 2534188 w 12192000"/>
              <a:gd name="connsiteY226" fmla="*/ 70162 h 1163932"/>
              <a:gd name="connsiteX227" fmla="*/ 2616912 w 12192000"/>
              <a:gd name="connsiteY227" fmla="*/ 51189 h 1163932"/>
              <a:gd name="connsiteX228" fmla="*/ 2698592 w 12192000"/>
              <a:gd name="connsiteY228" fmla="*/ 42305 h 1163932"/>
              <a:gd name="connsiteX229" fmla="*/ 2891953 w 12192000"/>
              <a:gd name="connsiteY229" fmla="*/ 34973 h 1163932"/>
              <a:gd name="connsiteX230" fmla="*/ 2955508 w 12192000"/>
              <a:gd name="connsiteY230" fmla="*/ 929 h 1163932"/>
              <a:gd name="connsiteX0" fmla="*/ 2891953 w 12192000"/>
              <a:gd name="connsiteY0" fmla="*/ 33056 h 1162015"/>
              <a:gd name="connsiteX1" fmla="*/ 2973472 w 12192000"/>
              <a:gd name="connsiteY1" fmla="*/ 452 h 1162015"/>
              <a:gd name="connsiteX2" fmla="*/ 3052621 w 12192000"/>
              <a:gd name="connsiteY2" fmla="*/ 12113 h 1162015"/>
              <a:gd name="connsiteX3" fmla="*/ 3145220 w 12192000"/>
              <a:gd name="connsiteY3" fmla="*/ 14360 h 1162015"/>
              <a:gd name="connsiteX4" fmla="*/ 3233309 w 12192000"/>
              <a:gd name="connsiteY4" fmla="*/ 7051 h 1162015"/>
              <a:gd name="connsiteX5" fmla="*/ 3320851 w 12192000"/>
              <a:gd name="connsiteY5" fmla="*/ 16985 h 1162015"/>
              <a:gd name="connsiteX6" fmla="*/ 3394552 w 12192000"/>
              <a:gd name="connsiteY6" fmla="*/ 36362 h 1162015"/>
              <a:gd name="connsiteX7" fmla="*/ 3462252 w 12192000"/>
              <a:gd name="connsiteY7" fmla="*/ 66729 h 1162015"/>
              <a:gd name="connsiteX8" fmla="*/ 3504799 w 12192000"/>
              <a:gd name="connsiteY8" fmla="*/ 91446 h 1162015"/>
              <a:gd name="connsiteX9" fmla="*/ 3568807 w 12192000"/>
              <a:gd name="connsiteY9" fmla="*/ 82640 h 1162015"/>
              <a:gd name="connsiteX10" fmla="*/ 3571993 w 12192000"/>
              <a:gd name="connsiteY10" fmla="*/ 85188 h 1162015"/>
              <a:gd name="connsiteX11" fmla="*/ 3590879 w 12192000"/>
              <a:gd name="connsiteY11" fmla="*/ 98198 h 1162015"/>
              <a:gd name="connsiteX12" fmla="*/ 3623973 w 12192000"/>
              <a:gd name="connsiteY12" fmla="*/ 91167 h 1162015"/>
              <a:gd name="connsiteX13" fmla="*/ 3636728 w 12192000"/>
              <a:gd name="connsiteY13" fmla="*/ 96102 h 1162015"/>
              <a:gd name="connsiteX14" fmla="*/ 3676976 w 12192000"/>
              <a:gd name="connsiteY14" fmla="*/ 94683 h 1162015"/>
              <a:gd name="connsiteX15" fmla="*/ 3722653 w 12192000"/>
              <a:gd name="connsiteY15" fmla="*/ 113446 h 1162015"/>
              <a:gd name="connsiteX16" fmla="*/ 3775112 w 12192000"/>
              <a:gd name="connsiteY16" fmla="*/ 97053 h 1162015"/>
              <a:gd name="connsiteX17" fmla="*/ 3932956 w 12192000"/>
              <a:gd name="connsiteY17" fmla="*/ 120420 h 1162015"/>
              <a:gd name="connsiteX18" fmla="*/ 4100593 w 12192000"/>
              <a:gd name="connsiteY18" fmla="*/ 161917 h 1162015"/>
              <a:gd name="connsiteX19" fmla="*/ 4316364 w 12192000"/>
              <a:gd name="connsiteY19" fmla="*/ 175536 h 1162015"/>
              <a:gd name="connsiteX20" fmla="*/ 4387387 w 12192000"/>
              <a:gd name="connsiteY20" fmla="*/ 162443 h 1162015"/>
              <a:gd name="connsiteX21" fmla="*/ 4427957 w 12192000"/>
              <a:gd name="connsiteY21" fmla="*/ 175609 h 1162015"/>
              <a:gd name="connsiteX22" fmla="*/ 4502291 w 12192000"/>
              <a:gd name="connsiteY22" fmla="*/ 186280 h 1162015"/>
              <a:gd name="connsiteX23" fmla="*/ 4600771 w 12192000"/>
              <a:gd name="connsiteY23" fmla="*/ 210226 h 1162015"/>
              <a:gd name="connsiteX24" fmla="*/ 4644102 w 12192000"/>
              <a:gd name="connsiteY24" fmla="*/ 208446 h 1162015"/>
              <a:gd name="connsiteX25" fmla="*/ 4652752 w 12192000"/>
              <a:gd name="connsiteY25" fmla="*/ 208985 h 1162015"/>
              <a:gd name="connsiteX26" fmla="*/ 4652896 w 12192000"/>
              <a:gd name="connsiteY26" fmla="*/ 209369 h 1162015"/>
              <a:gd name="connsiteX27" fmla="*/ 4685303 w 12192000"/>
              <a:gd name="connsiteY27" fmla="*/ 211022 h 1162015"/>
              <a:gd name="connsiteX28" fmla="*/ 4690886 w 12192000"/>
              <a:gd name="connsiteY28" fmla="*/ 213850 h 1162015"/>
              <a:gd name="connsiteX29" fmla="*/ 4725430 w 12192000"/>
              <a:gd name="connsiteY29" fmla="*/ 236815 h 1162015"/>
              <a:gd name="connsiteX30" fmla="*/ 4800051 w 12192000"/>
              <a:gd name="connsiteY30" fmla="*/ 229182 h 1162015"/>
              <a:gd name="connsiteX31" fmla="*/ 4875115 w 12192000"/>
              <a:gd name="connsiteY31" fmla="*/ 262433 h 1162015"/>
              <a:gd name="connsiteX32" fmla="*/ 4936450 w 12192000"/>
              <a:gd name="connsiteY32" fmla="*/ 278985 h 1162015"/>
              <a:gd name="connsiteX33" fmla="*/ 5030961 w 12192000"/>
              <a:gd name="connsiteY33" fmla="*/ 303995 h 1162015"/>
              <a:gd name="connsiteX34" fmla="*/ 5082734 w 12192000"/>
              <a:gd name="connsiteY34" fmla="*/ 306664 h 1162015"/>
              <a:gd name="connsiteX35" fmla="*/ 5138799 w 12192000"/>
              <a:gd name="connsiteY35" fmla="*/ 301883 h 1162015"/>
              <a:gd name="connsiteX36" fmla="*/ 5259695 w 12192000"/>
              <a:gd name="connsiteY36" fmla="*/ 328559 h 1162015"/>
              <a:gd name="connsiteX37" fmla="*/ 5359642 w 12192000"/>
              <a:gd name="connsiteY37" fmla="*/ 338658 h 1162015"/>
              <a:gd name="connsiteX38" fmla="*/ 5372918 w 12192000"/>
              <a:gd name="connsiteY38" fmla="*/ 334917 h 1162015"/>
              <a:gd name="connsiteX39" fmla="*/ 5396084 w 12192000"/>
              <a:gd name="connsiteY39" fmla="*/ 326351 h 1162015"/>
              <a:gd name="connsiteX40" fmla="*/ 5414292 w 12192000"/>
              <a:gd name="connsiteY40" fmla="*/ 318946 h 1162015"/>
              <a:gd name="connsiteX41" fmla="*/ 5487276 w 12192000"/>
              <a:gd name="connsiteY41" fmla="*/ 305433 h 1162015"/>
              <a:gd name="connsiteX42" fmla="*/ 5612716 w 12192000"/>
              <a:gd name="connsiteY42" fmla="*/ 306201 h 1162015"/>
              <a:gd name="connsiteX43" fmla="*/ 5864813 w 12192000"/>
              <a:gd name="connsiteY43" fmla="*/ 255935 h 1162015"/>
              <a:gd name="connsiteX44" fmla="*/ 6151392 w 12192000"/>
              <a:gd name="connsiteY44" fmla="*/ 223815 h 1162015"/>
              <a:gd name="connsiteX45" fmla="*/ 6209396 w 12192000"/>
              <a:gd name="connsiteY45" fmla="*/ 218552 h 1162015"/>
              <a:gd name="connsiteX46" fmla="*/ 6269898 w 12192000"/>
              <a:gd name="connsiteY46" fmla="*/ 224383 h 1162015"/>
              <a:gd name="connsiteX47" fmla="*/ 6297029 w 12192000"/>
              <a:gd name="connsiteY47" fmla="*/ 222313 h 1162015"/>
              <a:gd name="connsiteX48" fmla="*/ 6352373 w 12192000"/>
              <a:gd name="connsiteY48" fmla="*/ 207244 h 1162015"/>
              <a:gd name="connsiteX49" fmla="*/ 6353759 w 12192000"/>
              <a:gd name="connsiteY49" fmla="*/ 207218 h 1162015"/>
              <a:gd name="connsiteX50" fmla="*/ 6363346 w 12192000"/>
              <a:gd name="connsiteY50" fmla="*/ 194783 h 1162015"/>
              <a:gd name="connsiteX51" fmla="*/ 6400681 w 12192000"/>
              <a:gd name="connsiteY51" fmla="*/ 202485 h 1162015"/>
              <a:gd name="connsiteX52" fmla="*/ 6402041 w 12192000"/>
              <a:gd name="connsiteY52" fmla="*/ 205156 h 1162015"/>
              <a:gd name="connsiteX53" fmla="*/ 6424912 w 12192000"/>
              <a:gd name="connsiteY53" fmla="*/ 203023 h 1162015"/>
              <a:gd name="connsiteX54" fmla="*/ 6502019 w 12192000"/>
              <a:gd name="connsiteY54" fmla="*/ 196871 h 1162015"/>
              <a:gd name="connsiteX55" fmla="*/ 6518229 w 12192000"/>
              <a:gd name="connsiteY55" fmla="*/ 195922 h 1162015"/>
              <a:gd name="connsiteX56" fmla="*/ 6519089 w 12192000"/>
              <a:gd name="connsiteY56" fmla="*/ 196357 h 1162015"/>
              <a:gd name="connsiteX57" fmla="*/ 6561047 w 12192000"/>
              <a:gd name="connsiteY57" fmla="*/ 180359 h 1162015"/>
              <a:gd name="connsiteX58" fmla="*/ 6595639 w 12192000"/>
              <a:gd name="connsiteY58" fmla="*/ 172679 h 1162015"/>
              <a:gd name="connsiteX59" fmla="*/ 6692265 w 12192000"/>
              <a:gd name="connsiteY59" fmla="*/ 169344 h 1162015"/>
              <a:gd name="connsiteX60" fmla="*/ 6697219 w 12192000"/>
              <a:gd name="connsiteY60" fmla="*/ 169816 h 1162015"/>
              <a:gd name="connsiteX61" fmla="*/ 6713656 w 12192000"/>
              <a:gd name="connsiteY61" fmla="*/ 158115 h 1162015"/>
              <a:gd name="connsiteX62" fmla="*/ 6714383 w 12192000"/>
              <a:gd name="connsiteY62" fmla="*/ 154940 h 1162015"/>
              <a:gd name="connsiteX63" fmla="*/ 6774793 w 12192000"/>
              <a:gd name="connsiteY63" fmla="*/ 164228 h 1162015"/>
              <a:gd name="connsiteX64" fmla="*/ 6782112 w 12192000"/>
              <a:gd name="connsiteY64" fmla="*/ 159770 h 1162015"/>
              <a:gd name="connsiteX65" fmla="*/ 6822392 w 12192000"/>
              <a:gd name="connsiteY65" fmla="*/ 173103 h 1162015"/>
              <a:gd name="connsiteX66" fmla="*/ 6842719 w 12192000"/>
              <a:gd name="connsiteY66" fmla="*/ 176108 h 1162015"/>
              <a:gd name="connsiteX67" fmla="*/ 6878958 w 12192000"/>
              <a:gd name="connsiteY67" fmla="*/ 185339 h 1162015"/>
              <a:gd name="connsiteX68" fmla="*/ 6881972 w 12192000"/>
              <a:gd name="connsiteY68" fmla="*/ 182360 h 1162015"/>
              <a:gd name="connsiteX69" fmla="*/ 6889133 w 12192000"/>
              <a:gd name="connsiteY69" fmla="*/ 185575 h 1162015"/>
              <a:gd name="connsiteX70" fmla="*/ 6894439 w 12192000"/>
              <a:gd name="connsiteY70" fmla="*/ 182157 h 1162015"/>
              <a:gd name="connsiteX71" fmla="*/ 6900419 w 12192000"/>
              <a:gd name="connsiteY71" fmla="*/ 183425 h 1162015"/>
              <a:gd name="connsiteX72" fmla="*/ 6963220 w 12192000"/>
              <a:gd name="connsiteY72" fmla="*/ 171819 h 1162015"/>
              <a:gd name="connsiteX73" fmla="*/ 6976706 w 12192000"/>
              <a:gd name="connsiteY73" fmla="*/ 175409 h 1162015"/>
              <a:gd name="connsiteX74" fmla="*/ 6987064 w 12192000"/>
              <a:gd name="connsiteY74" fmla="*/ 164917 h 1162015"/>
              <a:gd name="connsiteX75" fmla="*/ 7030230 w 12192000"/>
              <a:gd name="connsiteY75" fmla="*/ 164230 h 1162015"/>
              <a:gd name="connsiteX76" fmla="*/ 7045014 w 12192000"/>
              <a:gd name="connsiteY76" fmla="*/ 173616 h 1162015"/>
              <a:gd name="connsiteX77" fmla="*/ 7058714 w 12192000"/>
              <a:gd name="connsiteY77" fmla="*/ 180507 h 1162015"/>
              <a:gd name="connsiteX78" fmla="*/ 7060499 w 12192000"/>
              <a:gd name="connsiteY78" fmla="*/ 180578 h 1162015"/>
              <a:gd name="connsiteX79" fmla="*/ 7078430 w 12192000"/>
              <a:gd name="connsiteY79" fmla="*/ 181308 h 1162015"/>
              <a:gd name="connsiteX80" fmla="*/ 7176563 w 12192000"/>
              <a:gd name="connsiteY80" fmla="*/ 177759 h 1162015"/>
              <a:gd name="connsiteX81" fmla="*/ 7205529 w 12192000"/>
              <a:gd name="connsiteY81" fmla="*/ 185526 h 1162015"/>
              <a:gd name="connsiteX82" fmla="*/ 7310118 w 12192000"/>
              <a:gd name="connsiteY82" fmla="*/ 167120 h 1162015"/>
              <a:gd name="connsiteX83" fmla="*/ 7673859 w 12192000"/>
              <a:gd name="connsiteY83" fmla="*/ 154851 h 1162015"/>
              <a:gd name="connsiteX84" fmla="*/ 7692748 w 12192000"/>
              <a:gd name="connsiteY84" fmla="*/ 166052 h 1162015"/>
              <a:gd name="connsiteX85" fmla="*/ 7756672 w 12192000"/>
              <a:gd name="connsiteY85" fmla="*/ 161887 h 1162015"/>
              <a:gd name="connsiteX86" fmla="*/ 7974189 w 12192000"/>
              <a:gd name="connsiteY86" fmla="*/ 159334 h 1162015"/>
              <a:gd name="connsiteX87" fmla="*/ 8101969 w 12192000"/>
              <a:gd name="connsiteY87" fmla="*/ 149010 h 1162015"/>
              <a:gd name="connsiteX88" fmla="*/ 8106826 w 12192000"/>
              <a:gd name="connsiteY88" fmla="*/ 144368 h 1162015"/>
              <a:gd name="connsiteX89" fmla="*/ 8162058 w 12192000"/>
              <a:gd name="connsiteY89" fmla="*/ 101219 h 1162015"/>
              <a:gd name="connsiteX90" fmla="*/ 8184568 w 12192000"/>
              <a:gd name="connsiteY90" fmla="*/ 98505 h 1162015"/>
              <a:gd name="connsiteX91" fmla="*/ 8228227 w 12192000"/>
              <a:gd name="connsiteY91" fmla="*/ 110487 h 1162015"/>
              <a:gd name="connsiteX92" fmla="*/ 8237963 w 12192000"/>
              <a:gd name="connsiteY92" fmla="*/ 111511 h 1162015"/>
              <a:gd name="connsiteX93" fmla="*/ 8248358 w 12192000"/>
              <a:gd name="connsiteY93" fmla="*/ 110577 h 1162015"/>
              <a:gd name="connsiteX94" fmla="*/ 8249309 w 12192000"/>
              <a:gd name="connsiteY94" fmla="*/ 111213 h 1162015"/>
              <a:gd name="connsiteX95" fmla="*/ 8249997 w 12192000"/>
              <a:gd name="connsiteY95" fmla="*/ 110430 h 1162015"/>
              <a:gd name="connsiteX96" fmla="*/ 8272162 w 12192000"/>
              <a:gd name="connsiteY96" fmla="*/ 108439 h 1162015"/>
              <a:gd name="connsiteX97" fmla="*/ 8292349 w 12192000"/>
              <a:gd name="connsiteY97" fmla="*/ 101995 h 1162015"/>
              <a:gd name="connsiteX98" fmla="*/ 8292491 w 12192000"/>
              <a:gd name="connsiteY98" fmla="*/ 102018 h 1162015"/>
              <a:gd name="connsiteX99" fmla="*/ 8307239 w 12192000"/>
              <a:gd name="connsiteY99" fmla="*/ 99106 h 1162015"/>
              <a:gd name="connsiteX100" fmla="*/ 8339282 w 12192000"/>
              <a:gd name="connsiteY100" fmla="*/ 113457 h 1162015"/>
              <a:gd name="connsiteX101" fmla="*/ 8346156 w 12192000"/>
              <a:gd name="connsiteY101" fmla="*/ 115742 h 1162015"/>
              <a:gd name="connsiteX102" fmla="*/ 8346467 w 12192000"/>
              <a:gd name="connsiteY102" fmla="*/ 115539 h 1162015"/>
              <a:gd name="connsiteX103" fmla="*/ 8354069 w 12192000"/>
              <a:gd name="connsiteY103" fmla="*/ 117457 h 1162015"/>
              <a:gd name="connsiteX104" fmla="*/ 8358687 w 12192000"/>
              <a:gd name="connsiteY104" fmla="*/ 119908 h 1162015"/>
              <a:gd name="connsiteX105" fmla="*/ 8433385 w 12192000"/>
              <a:gd name="connsiteY105" fmla="*/ 104184 h 1162015"/>
              <a:gd name="connsiteX106" fmla="*/ 8533779 w 12192000"/>
              <a:gd name="connsiteY106" fmla="*/ 102889 h 1162015"/>
              <a:gd name="connsiteX107" fmla="*/ 8632833 w 12192000"/>
              <a:gd name="connsiteY107" fmla="*/ 105047 h 1162015"/>
              <a:gd name="connsiteX108" fmla="*/ 8668523 w 12192000"/>
              <a:gd name="connsiteY108" fmla="*/ 107494 h 1162015"/>
              <a:gd name="connsiteX109" fmla="*/ 8732893 w 12192000"/>
              <a:gd name="connsiteY109" fmla="*/ 104506 h 1162015"/>
              <a:gd name="connsiteX110" fmla="*/ 8764071 w 12192000"/>
              <a:gd name="connsiteY110" fmla="*/ 99102 h 1162015"/>
              <a:gd name="connsiteX111" fmla="*/ 8767004 w 12192000"/>
              <a:gd name="connsiteY111" fmla="*/ 96034 h 1162015"/>
              <a:gd name="connsiteX112" fmla="*/ 8772553 w 12192000"/>
              <a:gd name="connsiteY112" fmla="*/ 94829 h 1162015"/>
              <a:gd name="connsiteX113" fmla="*/ 8787201 w 12192000"/>
              <a:gd name="connsiteY113" fmla="*/ 96548 h 1162015"/>
              <a:gd name="connsiteX114" fmla="*/ 8792624 w 12192000"/>
              <a:gd name="connsiteY114" fmla="*/ 98018 h 1162015"/>
              <a:gd name="connsiteX115" fmla="*/ 8800741 w 12192000"/>
              <a:gd name="connsiteY115" fmla="*/ 98412 h 1162015"/>
              <a:gd name="connsiteX116" fmla="*/ 8800966 w 12192000"/>
              <a:gd name="connsiteY116" fmla="*/ 98160 h 1162015"/>
              <a:gd name="connsiteX117" fmla="*/ 8808513 w 12192000"/>
              <a:gd name="connsiteY117" fmla="*/ 99045 h 1162015"/>
              <a:gd name="connsiteX118" fmla="*/ 8845110 w 12192000"/>
              <a:gd name="connsiteY118" fmla="*/ 106694 h 1162015"/>
              <a:gd name="connsiteX119" fmla="*/ 8917529 w 12192000"/>
              <a:gd name="connsiteY119" fmla="*/ 80888 h 1162015"/>
              <a:gd name="connsiteX120" fmla="*/ 9026654 w 12192000"/>
              <a:gd name="connsiteY120" fmla="*/ 97935 h 1162015"/>
              <a:gd name="connsiteX121" fmla="*/ 9088505 w 12192000"/>
              <a:gd name="connsiteY121" fmla="*/ 117517 h 1162015"/>
              <a:gd name="connsiteX122" fmla="*/ 9203241 w 12192000"/>
              <a:gd name="connsiteY122" fmla="*/ 116228 h 1162015"/>
              <a:gd name="connsiteX123" fmla="*/ 9415584 w 12192000"/>
              <a:gd name="connsiteY123" fmla="*/ 161671 h 1162015"/>
              <a:gd name="connsiteX124" fmla="*/ 9505102 w 12192000"/>
              <a:gd name="connsiteY124" fmla="*/ 145557 h 1162015"/>
              <a:gd name="connsiteX125" fmla="*/ 9643040 w 12192000"/>
              <a:gd name="connsiteY125" fmla="*/ 162748 h 1162015"/>
              <a:gd name="connsiteX126" fmla="*/ 9762999 w 12192000"/>
              <a:gd name="connsiteY126" fmla="*/ 167138 h 1162015"/>
              <a:gd name="connsiteX127" fmla="*/ 9776183 w 12192000"/>
              <a:gd name="connsiteY127" fmla="*/ 166706 h 1162015"/>
              <a:gd name="connsiteX128" fmla="*/ 9780532 w 12192000"/>
              <a:gd name="connsiteY128" fmla="*/ 160338 h 1162015"/>
              <a:gd name="connsiteX129" fmla="*/ 9824924 w 12192000"/>
              <a:gd name="connsiteY129" fmla="*/ 156162 h 1162015"/>
              <a:gd name="connsiteX130" fmla="*/ 9910588 w 12192000"/>
              <a:gd name="connsiteY130" fmla="*/ 158842 h 1162015"/>
              <a:gd name="connsiteX131" fmla="*/ 9924173 w 12192000"/>
              <a:gd name="connsiteY131" fmla="*/ 163106 h 1162015"/>
              <a:gd name="connsiteX132" fmla="*/ 10010969 w 12192000"/>
              <a:gd name="connsiteY132" fmla="*/ 160317 h 1162015"/>
              <a:gd name="connsiteX133" fmla="*/ 10070699 w 12192000"/>
              <a:gd name="connsiteY133" fmla="*/ 162369 h 1162015"/>
              <a:gd name="connsiteX134" fmla="*/ 10083825 w 12192000"/>
              <a:gd name="connsiteY134" fmla="*/ 166527 h 1162015"/>
              <a:gd name="connsiteX135" fmla="*/ 10097932 w 12192000"/>
              <a:gd name="connsiteY135" fmla="*/ 159243 h 1162015"/>
              <a:gd name="connsiteX136" fmla="*/ 10101779 w 12192000"/>
              <a:gd name="connsiteY136" fmla="*/ 153571 h 1162015"/>
              <a:gd name="connsiteX137" fmla="*/ 10149437 w 12192000"/>
              <a:gd name="connsiteY137" fmla="*/ 156681 h 1162015"/>
              <a:gd name="connsiteX138" fmla="*/ 10155104 w 12192000"/>
              <a:gd name="connsiteY138" fmla="*/ 156128 h 1162015"/>
              <a:gd name="connsiteX139" fmla="*/ 10250982 w 12192000"/>
              <a:gd name="connsiteY139" fmla="*/ 133157 h 1162015"/>
              <a:gd name="connsiteX140" fmla="*/ 10343301 w 12192000"/>
              <a:gd name="connsiteY140" fmla="*/ 95399 h 1162015"/>
              <a:gd name="connsiteX141" fmla="*/ 10366625 w 12192000"/>
              <a:gd name="connsiteY141" fmla="*/ 83943 h 1162015"/>
              <a:gd name="connsiteX142" fmla="*/ 10433505 w 12192000"/>
              <a:gd name="connsiteY142" fmla="*/ 69515 h 1162015"/>
              <a:gd name="connsiteX143" fmla="*/ 10547510 w 12192000"/>
              <a:gd name="connsiteY143" fmla="*/ 51761 h 1162015"/>
              <a:gd name="connsiteX144" fmla="*/ 10588150 w 12192000"/>
              <a:gd name="connsiteY144" fmla="*/ 36802 h 1162015"/>
              <a:gd name="connsiteX145" fmla="*/ 10589457 w 12192000"/>
              <a:gd name="connsiteY145" fmla="*/ 29811 h 1162015"/>
              <a:gd name="connsiteX146" fmla="*/ 10699976 w 12192000"/>
              <a:gd name="connsiteY146" fmla="*/ 47860 h 1162015"/>
              <a:gd name="connsiteX147" fmla="*/ 10812237 w 12192000"/>
              <a:gd name="connsiteY147" fmla="*/ 50842 h 1162015"/>
              <a:gd name="connsiteX148" fmla="*/ 10869837 w 12192000"/>
              <a:gd name="connsiteY148" fmla="*/ 70310 h 1162015"/>
              <a:gd name="connsiteX149" fmla="*/ 10881770 w 12192000"/>
              <a:gd name="connsiteY149" fmla="*/ 78187 h 1162015"/>
              <a:gd name="connsiteX150" fmla="*/ 10896899 w 12192000"/>
              <a:gd name="connsiteY150" fmla="*/ 75246 h 1162015"/>
              <a:gd name="connsiteX151" fmla="*/ 10901748 w 12192000"/>
              <a:gd name="connsiteY151" fmla="*/ 70867 h 1162015"/>
              <a:gd name="connsiteX152" fmla="*/ 10947419 w 12192000"/>
              <a:gd name="connsiteY152" fmla="*/ 87831 h 1162015"/>
              <a:gd name="connsiteX153" fmla="*/ 10953034 w 12192000"/>
              <a:gd name="connsiteY153" fmla="*/ 88953 h 1162015"/>
              <a:gd name="connsiteX154" fmla="*/ 10992070 w 12192000"/>
              <a:gd name="connsiteY154" fmla="*/ 93356 h 1162015"/>
              <a:gd name="connsiteX155" fmla="*/ 11112372 w 12192000"/>
              <a:gd name="connsiteY155" fmla="*/ 86762 h 1162015"/>
              <a:gd name="connsiteX156" fmla="*/ 11147719 w 12192000"/>
              <a:gd name="connsiteY156" fmla="*/ 85075 h 1162015"/>
              <a:gd name="connsiteX157" fmla="*/ 11172617 w 12192000"/>
              <a:gd name="connsiteY157" fmla="*/ 80780 h 1162015"/>
              <a:gd name="connsiteX158" fmla="*/ 11240397 w 12192000"/>
              <a:gd name="connsiteY158" fmla="*/ 86345 h 1162015"/>
              <a:gd name="connsiteX159" fmla="*/ 11270034 w 12192000"/>
              <a:gd name="connsiteY159" fmla="*/ 96462 h 1162015"/>
              <a:gd name="connsiteX160" fmla="*/ 11293091 w 12192000"/>
              <a:gd name="connsiteY160" fmla="*/ 96557 h 1162015"/>
              <a:gd name="connsiteX161" fmla="*/ 11310949 w 12192000"/>
              <a:gd name="connsiteY161" fmla="*/ 102357 h 1162015"/>
              <a:gd name="connsiteX162" fmla="*/ 11345279 w 12192000"/>
              <a:gd name="connsiteY162" fmla="*/ 99966 h 1162015"/>
              <a:gd name="connsiteX163" fmla="*/ 11354597 w 12192000"/>
              <a:gd name="connsiteY163" fmla="*/ 102468 h 1162015"/>
              <a:gd name="connsiteX164" fmla="*/ 11367725 w 12192000"/>
              <a:gd name="connsiteY164" fmla="*/ 102514 h 1162015"/>
              <a:gd name="connsiteX165" fmla="*/ 11399832 w 12192000"/>
              <a:gd name="connsiteY165" fmla="*/ 115131 h 1162015"/>
              <a:gd name="connsiteX166" fmla="*/ 11487595 w 12192000"/>
              <a:gd name="connsiteY166" fmla="*/ 156837 h 1162015"/>
              <a:gd name="connsiteX167" fmla="*/ 11590850 w 12192000"/>
              <a:gd name="connsiteY167" fmla="*/ 243067 h 1162015"/>
              <a:gd name="connsiteX168" fmla="*/ 11736204 w 12192000"/>
              <a:gd name="connsiteY168" fmla="*/ 282024 h 1162015"/>
              <a:gd name="connsiteX169" fmla="*/ 11760331 w 12192000"/>
              <a:gd name="connsiteY169" fmla="*/ 296451 h 1162015"/>
              <a:gd name="connsiteX170" fmla="*/ 11819139 w 12192000"/>
              <a:gd name="connsiteY170" fmla="*/ 308658 h 1162015"/>
              <a:gd name="connsiteX171" fmla="*/ 11821967 w 12192000"/>
              <a:gd name="connsiteY171" fmla="*/ 310305 h 1162015"/>
              <a:gd name="connsiteX172" fmla="*/ 11847125 w 12192000"/>
              <a:gd name="connsiteY172" fmla="*/ 301916 h 1162015"/>
              <a:gd name="connsiteX173" fmla="*/ 11980134 w 12192000"/>
              <a:gd name="connsiteY173" fmla="*/ 326426 h 1162015"/>
              <a:gd name="connsiteX174" fmla="*/ 12174576 w 12192000"/>
              <a:gd name="connsiteY174" fmla="*/ 380623 h 1162015"/>
              <a:gd name="connsiteX175" fmla="*/ 12192000 w 12192000"/>
              <a:gd name="connsiteY175" fmla="*/ 383748 h 1162015"/>
              <a:gd name="connsiteX176" fmla="*/ 12192000 w 12192000"/>
              <a:gd name="connsiteY176" fmla="*/ 1162015 h 1162015"/>
              <a:gd name="connsiteX177" fmla="*/ 0 w 12192000"/>
              <a:gd name="connsiteY177" fmla="*/ 1162015 h 1162015"/>
              <a:gd name="connsiteX178" fmla="*/ 0 w 12192000"/>
              <a:gd name="connsiteY178" fmla="*/ 488060 h 1162015"/>
              <a:gd name="connsiteX179" fmla="*/ 5331 w 12192000"/>
              <a:gd name="connsiteY179" fmla="*/ 487312 h 1162015"/>
              <a:gd name="connsiteX180" fmla="*/ 39902 w 12192000"/>
              <a:gd name="connsiteY180" fmla="*/ 476799 h 1162015"/>
              <a:gd name="connsiteX181" fmla="*/ 117880 w 12192000"/>
              <a:gd name="connsiteY181" fmla="*/ 425471 h 1162015"/>
              <a:gd name="connsiteX182" fmla="*/ 238140 w 12192000"/>
              <a:gd name="connsiteY182" fmla="*/ 383812 h 1162015"/>
              <a:gd name="connsiteX183" fmla="*/ 249589 w 12192000"/>
              <a:gd name="connsiteY183" fmla="*/ 384032 h 1162015"/>
              <a:gd name="connsiteX184" fmla="*/ 296963 w 12192000"/>
              <a:gd name="connsiteY184" fmla="*/ 360617 h 1162015"/>
              <a:gd name="connsiteX185" fmla="*/ 339235 w 12192000"/>
              <a:gd name="connsiteY185" fmla="*/ 328940 h 1162015"/>
              <a:gd name="connsiteX186" fmla="*/ 447152 w 12192000"/>
              <a:gd name="connsiteY186" fmla="*/ 331938 h 1162015"/>
              <a:gd name="connsiteX187" fmla="*/ 475247 w 12192000"/>
              <a:gd name="connsiteY187" fmla="*/ 341229 h 1162015"/>
              <a:gd name="connsiteX188" fmla="*/ 477967 w 12192000"/>
              <a:gd name="connsiteY188" fmla="*/ 342475 h 1162015"/>
              <a:gd name="connsiteX189" fmla="*/ 527683 w 12192000"/>
              <a:gd name="connsiteY189" fmla="*/ 337738 h 1162015"/>
              <a:gd name="connsiteX190" fmla="*/ 703732 w 12192000"/>
              <a:gd name="connsiteY190" fmla="*/ 321114 h 1162015"/>
              <a:gd name="connsiteX191" fmla="*/ 853391 w 12192000"/>
              <a:gd name="connsiteY191" fmla="*/ 308106 h 1162015"/>
              <a:gd name="connsiteX192" fmla="*/ 925332 w 12192000"/>
              <a:gd name="connsiteY192" fmla="*/ 303201 h 1162015"/>
              <a:gd name="connsiteX193" fmla="*/ 941286 w 12192000"/>
              <a:gd name="connsiteY193" fmla="*/ 293447 h 1162015"/>
              <a:gd name="connsiteX194" fmla="*/ 950845 w 12192000"/>
              <a:gd name="connsiteY194" fmla="*/ 291110 h 1162015"/>
              <a:gd name="connsiteX195" fmla="*/ 953292 w 12192000"/>
              <a:gd name="connsiteY195" fmla="*/ 285407 h 1162015"/>
              <a:gd name="connsiteX196" fmla="*/ 967499 w 12192000"/>
              <a:gd name="connsiteY196" fmla="*/ 278275 h 1162015"/>
              <a:gd name="connsiteX197" fmla="*/ 985161 w 12192000"/>
              <a:gd name="connsiteY197" fmla="*/ 275380 h 1162015"/>
              <a:gd name="connsiteX198" fmla="*/ 1069267 w 12192000"/>
              <a:gd name="connsiteY198" fmla="*/ 267281 h 1162015"/>
              <a:gd name="connsiteX199" fmla="*/ 1138407 w 12192000"/>
              <a:gd name="connsiteY199" fmla="*/ 251082 h 1162015"/>
              <a:gd name="connsiteX200" fmla="*/ 1164931 w 12192000"/>
              <a:gd name="connsiteY200" fmla="*/ 243137 h 1162015"/>
              <a:gd name="connsiteX201" fmla="*/ 1211622 w 12192000"/>
              <a:gd name="connsiteY201" fmla="*/ 225191 h 1162015"/>
              <a:gd name="connsiteX202" fmla="*/ 1274567 w 12192000"/>
              <a:gd name="connsiteY202" fmla="*/ 207895 h 1162015"/>
              <a:gd name="connsiteX203" fmla="*/ 1325029 w 12192000"/>
              <a:gd name="connsiteY203" fmla="*/ 212452 h 1162015"/>
              <a:gd name="connsiteX204" fmla="*/ 1356805 w 12192000"/>
              <a:gd name="connsiteY204" fmla="*/ 208137 h 1162015"/>
              <a:gd name="connsiteX205" fmla="*/ 1468752 w 12192000"/>
              <a:gd name="connsiteY205" fmla="*/ 219119 h 1162015"/>
              <a:gd name="connsiteX206" fmla="*/ 1650750 w 12192000"/>
              <a:gd name="connsiteY206" fmla="*/ 169605 h 1162015"/>
              <a:gd name="connsiteX207" fmla="*/ 1655056 w 12192000"/>
              <a:gd name="connsiteY207" fmla="*/ 176621 h 1162015"/>
              <a:gd name="connsiteX208" fmla="*/ 1683220 w 12192000"/>
              <a:gd name="connsiteY208" fmla="*/ 174167 h 1162015"/>
              <a:gd name="connsiteX209" fmla="*/ 1685599 w 12192000"/>
              <a:gd name="connsiteY209" fmla="*/ 169903 h 1162015"/>
              <a:gd name="connsiteX210" fmla="*/ 1689230 w 12192000"/>
              <a:gd name="connsiteY210" fmla="*/ 169174 h 1162015"/>
              <a:gd name="connsiteX211" fmla="*/ 1691052 w 12192000"/>
              <a:gd name="connsiteY211" fmla="*/ 173093 h 1162015"/>
              <a:gd name="connsiteX212" fmla="*/ 1735783 w 12192000"/>
              <a:gd name="connsiteY212" fmla="*/ 181915 h 1162015"/>
              <a:gd name="connsiteX213" fmla="*/ 1797102 w 12192000"/>
              <a:gd name="connsiteY213" fmla="*/ 186804 h 1162015"/>
              <a:gd name="connsiteX214" fmla="*/ 1845638 w 12192000"/>
              <a:gd name="connsiteY214" fmla="*/ 168289 h 1162015"/>
              <a:gd name="connsiteX215" fmla="*/ 1848980 w 12192000"/>
              <a:gd name="connsiteY215" fmla="*/ 172031 h 1162015"/>
              <a:gd name="connsiteX216" fmla="*/ 1880587 w 12192000"/>
              <a:gd name="connsiteY216" fmla="*/ 170021 h 1162015"/>
              <a:gd name="connsiteX217" fmla="*/ 1995803 w 12192000"/>
              <a:gd name="connsiteY217" fmla="*/ 136362 h 1162015"/>
              <a:gd name="connsiteX218" fmla="*/ 2057448 w 12192000"/>
              <a:gd name="connsiteY218" fmla="*/ 133165 h 1162015"/>
              <a:gd name="connsiteX219" fmla="*/ 2119088 w 12192000"/>
              <a:gd name="connsiteY219" fmla="*/ 118023 h 1162015"/>
              <a:gd name="connsiteX220" fmla="*/ 2138831 w 12192000"/>
              <a:gd name="connsiteY220" fmla="*/ 120709 h 1162015"/>
              <a:gd name="connsiteX221" fmla="*/ 2174180 w 12192000"/>
              <a:gd name="connsiteY221" fmla="*/ 115204 h 1162015"/>
              <a:gd name="connsiteX222" fmla="*/ 2214259 w 12192000"/>
              <a:gd name="connsiteY222" fmla="*/ 115057 h 1162015"/>
              <a:gd name="connsiteX223" fmla="*/ 2264911 w 12192000"/>
              <a:gd name="connsiteY223" fmla="*/ 106154 h 1162015"/>
              <a:gd name="connsiteX224" fmla="*/ 2298963 w 12192000"/>
              <a:gd name="connsiteY224" fmla="*/ 105871 h 1162015"/>
              <a:gd name="connsiteX225" fmla="*/ 2454058 w 12192000"/>
              <a:gd name="connsiteY225" fmla="*/ 71781 h 1162015"/>
              <a:gd name="connsiteX226" fmla="*/ 2534188 w 12192000"/>
              <a:gd name="connsiteY226" fmla="*/ 68245 h 1162015"/>
              <a:gd name="connsiteX227" fmla="*/ 2616912 w 12192000"/>
              <a:gd name="connsiteY227" fmla="*/ 49272 h 1162015"/>
              <a:gd name="connsiteX228" fmla="*/ 2698592 w 12192000"/>
              <a:gd name="connsiteY228" fmla="*/ 40388 h 1162015"/>
              <a:gd name="connsiteX229" fmla="*/ 2891953 w 12192000"/>
              <a:gd name="connsiteY229" fmla="*/ 33056 h 1162015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174180 w 12192000"/>
              <a:gd name="connsiteY220" fmla="*/ 110689 h 1157500"/>
              <a:gd name="connsiteX221" fmla="*/ 2214259 w 12192000"/>
              <a:gd name="connsiteY221" fmla="*/ 110542 h 1157500"/>
              <a:gd name="connsiteX222" fmla="*/ 2264911 w 12192000"/>
              <a:gd name="connsiteY222" fmla="*/ 101639 h 1157500"/>
              <a:gd name="connsiteX223" fmla="*/ 2298963 w 12192000"/>
              <a:gd name="connsiteY223" fmla="*/ 101356 h 1157500"/>
              <a:gd name="connsiteX224" fmla="*/ 2454058 w 12192000"/>
              <a:gd name="connsiteY224" fmla="*/ 67266 h 1157500"/>
              <a:gd name="connsiteX225" fmla="*/ 2534188 w 12192000"/>
              <a:gd name="connsiteY225" fmla="*/ 63730 h 1157500"/>
              <a:gd name="connsiteX226" fmla="*/ 2616912 w 12192000"/>
              <a:gd name="connsiteY226" fmla="*/ 44757 h 1157500"/>
              <a:gd name="connsiteX227" fmla="*/ 2698592 w 12192000"/>
              <a:gd name="connsiteY227" fmla="*/ 35873 h 1157500"/>
              <a:gd name="connsiteX228" fmla="*/ 2891953 w 12192000"/>
              <a:gd name="connsiteY22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298963 w 12192000"/>
              <a:gd name="connsiteY222" fmla="*/ 101356 h 1157500"/>
              <a:gd name="connsiteX223" fmla="*/ 2454058 w 12192000"/>
              <a:gd name="connsiteY223" fmla="*/ 67266 h 1157500"/>
              <a:gd name="connsiteX224" fmla="*/ 2534188 w 12192000"/>
              <a:gd name="connsiteY224" fmla="*/ 63730 h 1157500"/>
              <a:gd name="connsiteX225" fmla="*/ 2616912 w 12192000"/>
              <a:gd name="connsiteY225" fmla="*/ 44757 h 1157500"/>
              <a:gd name="connsiteX226" fmla="*/ 2698592 w 12192000"/>
              <a:gd name="connsiteY226" fmla="*/ 35873 h 1157500"/>
              <a:gd name="connsiteX227" fmla="*/ 2891953 w 12192000"/>
              <a:gd name="connsiteY22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691052 w 12192000"/>
              <a:gd name="connsiteY210" fmla="*/ 168578 h 1157500"/>
              <a:gd name="connsiteX211" fmla="*/ 1735783 w 12192000"/>
              <a:gd name="connsiteY211" fmla="*/ 177400 h 1157500"/>
              <a:gd name="connsiteX212" fmla="*/ 1797102 w 12192000"/>
              <a:gd name="connsiteY212" fmla="*/ 182289 h 1157500"/>
              <a:gd name="connsiteX213" fmla="*/ 1845638 w 12192000"/>
              <a:gd name="connsiteY213" fmla="*/ 163774 h 1157500"/>
              <a:gd name="connsiteX214" fmla="*/ 1848980 w 12192000"/>
              <a:gd name="connsiteY214" fmla="*/ 167516 h 1157500"/>
              <a:gd name="connsiteX215" fmla="*/ 1880587 w 12192000"/>
              <a:gd name="connsiteY215" fmla="*/ 165506 h 1157500"/>
              <a:gd name="connsiteX216" fmla="*/ 1995803 w 12192000"/>
              <a:gd name="connsiteY216" fmla="*/ 131847 h 1157500"/>
              <a:gd name="connsiteX217" fmla="*/ 2057448 w 12192000"/>
              <a:gd name="connsiteY217" fmla="*/ 128650 h 1157500"/>
              <a:gd name="connsiteX218" fmla="*/ 2119088 w 12192000"/>
              <a:gd name="connsiteY218" fmla="*/ 113508 h 1157500"/>
              <a:gd name="connsiteX219" fmla="*/ 2138831 w 12192000"/>
              <a:gd name="connsiteY219" fmla="*/ 116194 h 1157500"/>
              <a:gd name="connsiteX220" fmla="*/ 2214259 w 12192000"/>
              <a:gd name="connsiteY220" fmla="*/ 110542 h 1157500"/>
              <a:gd name="connsiteX221" fmla="*/ 2264911 w 12192000"/>
              <a:gd name="connsiteY221" fmla="*/ 101639 h 1157500"/>
              <a:gd name="connsiteX222" fmla="*/ 2454058 w 12192000"/>
              <a:gd name="connsiteY222" fmla="*/ 67266 h 1157500"/>
              <a:gd name="connsiteX223" fmla="*/ 2534188 w 12192000"/>
              <a:gd name="connsiteY223" fmla="*/ 63730 h 1157500"/>
              <a:gd name="connsiteX224" fmla="*/ 2616912 w 12192000"/>
              <a:gd name="connsiteY224" fmla="*/ 44757 h 1157500"/>
              <a:gd name="connsiteX225" fmla="*/ 2698592 w 12192000"/>
              <a:gd name="connsiteY225" fmla="*/ 35873 h 1157500"/>
              <a:gd name="connsiteX226" fmla="*/ 2891953 w 12192000"/>
              <a:gd name="connsiteY22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689230 w 12192000"/>
              <a:gd name="connsiteY209" fmla="*/ 164659 h 1157500"/>
              <a:gd name="connsiteX210" fmla="*/ 1735783 w 12192000"/>
              <a:gd name="connsiteY210" fmla="*/ 177400 h 1157500"/>
              <a:gd name="connsiteX211" fmla="*/ 1797102 w 12192000"/>
              <a:gd name="connsiteY211" fmla="*/ 182289 h 1157500"/>
              <a:gd name="connsiteX212" fmla="*/ 1845638 w 12192000"/>
              <a:gd name="connsiteY212" fmla="*/ 163774 h 1157500"/>
              <a:gd name="connsiteX213" fmla="*/ 1848980 w 12192000"/>
              <a:gd name="connsiteY213" fmla="*/ 167516 h 1157500"/>
              <a:gd name="connsiteX214" fmla="*/ 1880587 w 12192000"/>
              <a:gd name="connsiteY214" fmla="*/ 165506 h 1157500"/>
              <a:gd name="connsiteX215" fmla="*/ 1995803 w 12192000"/>
              <a:gd name="connsiteY215" fmla="*/ 131847 h 1157500"/>
              <a:gd name="connsiteX216" fmla="*/ 2057448 w 12192000"/>
              <a:gd name="connsiteY216" fmla="*/ 128650 h 1157500"/>
              <a:gd name="connsiteX217" fmla="*/ 2119088 w 12192000"/>
              <a:gd name="connsiteY217" fmla="*/ 113508 h 1157500"/>
              <a:gd name="connsiteX218" fmla="*/ 2138831 w 12192000"/>
              <a:gd name="connsiteY218" fmla="*/ 116194 h 1157500"/>
              <a:gd name="connsiteX219" fmla="*/ 2214259 w 12192000"/>
              <a:gd name="connsiteY219" fmla="*/ 110542 h 1157500"/>
              <a:gd name="connsiteX220" fmla="*/ 2264911 w 12192000"/>
              <a:gd name="connsiteY220" fmla="*/ 101639 h 1157500"/>
              <a:gd name="connsiteX221" fmla="*/ 2454058 w 12192000"/>
              <a:gd name="connsiteY221" fmla="*/ 67266 h 1157500"/>
              <a:gd name="connsiteX222" fmla="*/ 2534188 w 12192000"/>
              <a:gd name="connsiteY222" fmla="*/ 63730 h 1157500"/>
              <a:gd name="connsiteX223" fmla="*/ 2616912 w 12192000"/>
              <a:gd name="connsiteY223" fmla="*/ 44757 h 1157500"/>
              <a:gd name="connsiteX224" fmla="*/ 2698592 w 12192000"/>
              <a:gd name="connsiteY224" fmla="*/ 35873 h 1157500"/>
              <a:gd name="connsiteX225" fmla="*/ 2891953 w 12192000"/>
              <a:gd name="connsiteY22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985161 w 12192000"/>
              <a:gd name="connsiteY196" fmla="*/ 270865 h 1157500"/>
              <a:gd name="connsiteX197" fmla="*/ 1069267 w 12192000"/>
              <a:gd name="connsiteY197" fmla="*/ 262766 h 1157500"/>
              <a:gd name="connsiteX198" fmla="*/ 1138407 w 12192000"/>
              <a:gd name="connsiteY198" fmla="*/ 246567 h 1157500"/>
              <a:gd name="connsiteX199" fmla="*/ 1164931 w 12192000"/>
              <a:gd name="connsiteY199" fmla="*/ 238622 h 1157500"/>
              <a:gd name="connsiteX200" fmla="*/ 1211622 w 12192000"/>
              <a:gd name="connsiteY200" fmla="*/ 220676 h 1157500"/>
              <a:gd name="connsiteX201" fmla="*/ 1274567 w 12192000"/>
              <a:gd name="connsiteY201" fmla="*/ 203380 h 1157500"/>
              <a:gd name="connsiteX202" fmla="*/ 1325029 w 12192000"/>
              <a:gd name="connsiteY202" fmla="*/ 207937 h 1157500"/>
              <a:gd name="connsiteX203" fmla="*/ 1356805 w 12192000"/>
              <a:gd name="connsiteY203" fmla="*/ 203622 h 1157500"/>
              <a:gd name="connsiteX204" fmla="*/ 1468752 w 12192000"/>
              <a:gd name="connsiteY204" fmla="*/ 214604 h 1157500"/>
              <a:gd name="connsiteX205" fmla="*/ 1650750 w 12192000"/>
              <a:gd name="connsiteY205" fmla="*/ 165090 h 1157500"/>
              <a:gd name="connsiteX206" fmla="*/ 1655056 w 12192000"/>
              <a:gd name="connsiteY206" fmla="*/ 172106 h 1157500"/>
              <a:gd name="connsiteX207" fmla="*/ 1683220 w 12192000"/>
              <a:gd name="connsiteY207" fmla="*/ 169652 h 1157500"/>
              <a:gd name="connsiteX208" fmla="*/ 1685599 w 12192000"/>
              <a:gd name="connsiteY208" fmla="*/ 165388 h 1157500"/>
              <a:gd name="connsiteX209" fmla="*/ 1735783 w 12192000"/>
              <a:gd name="connsiteY209" fmla="*/ 177400 h 1157500"/>
              <a:gd name="connsiteX210" fmla="*/ 1797102 w 12192000"/>
              <a:gd name="connsiteY210" fmla="*/ 182289 h 1157500"/>
              <a:gd name="connsiteX211" fmla="*/ 1845638 w 12192000"/>
              <a:gd name="connsiteY211" fmla="*/ 163774 h 1157500"/>
              <a:gd name="connsiteX212" fmla="*/ 1848980 w 12192000"/>
              <a:gd name="connsiteY212" fmla="*/ 167516 h 1157500"/>
              <a:gd name="connsiteX213" fmla="*/ 1880587 w 12192000"/>
              <a:gd name="connsiteY213" fmla="*/ 165506 h 1157500"/>
              <a:gd name="connsiteX214" fmla="*/ 1995803 w 12192000"/>
              <a:gd name="connsiteY214" fmla="*/ 131847 h 1157500"/>
              <a:gd name="connsiteX215" fmla="*/ 2057448 w 12192000"/>
              <a:gd name="connsiteY215" fmla="*/ 128650 h 1157500"/>
              <a:gd name="connsiteX216" fmla="*/ 2119088 w 12192000"/>
              <a:gd name="connsiteY216" fmla="*/ 113508 h 1157500"/>
              <a:gd name="connsiteX217" fmla="*/ 2138831 w 12192000"/>
              <a:gd name="connsiteY217" fmla="*/ 116194 h 1157500"/>
              <a:gd name="connsiteX218" fmla="*/ 2214259 w 12192000"/>
              <a:gd name="connsiteY218" fmla="*/ 110542 h 1157500"/>
              <a:gd name="connsiteX219" fmla="*/ 2264911 w 12192000"/>
              <a:gd name="connsiteY219" fmla="*/ 101639 h 1157500"/>
              <a:gd name="connsiteX220" fmla="*/ 2454058 w 12192000"/>
              <a:gd name="connsiteY220" fmla="*/ 67266 h 1157500"/>
              <a:gd name="connsiteX221" fmla="*/ 2534188 w 12192000"/>
              <a:gd name="connsiteY221" fmla="*/ 63730 h 1157500"/>
              <a:gd name="connsiteX222" fmla="*/ 2616912 w 12192000"/>
              <a:gd name="connsiteY222" fmla="*/ 44757 h 1157500"/>
              <a:gd name="connsiteX223" fmla="*/ 2698592 w 12192000"/>
              <a:gd name="connsiteY223" fmla="*/ 35873 h 1157500"/>
              <a:gd name="connsiteX224" fmla="*/ 2891953 w 12192000"/>
              <a:gd name="connsiteY22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527683 w 12192000"/>
              <a:gd name="connsiteY188" fmla="*/ 333223 h 1157500"/>
              <a:gd name="connsiteX189" fmla="*/ 703732 w 12192000"/>
              <a:gd name="connsiteY189" fmla="*/ 316599 h 1157500"/>
              <a:gd name="connsiteX190" fmla="*/ 853391 w 12192000"/>
              <a:gd name="connsiteY190" fmla="*/ 303591 h 1157500"/>
              <a:gd name="connsiteX191" fmla="*/ 925332 w 12192000"/>
              <a:gd name="connsiteY191" fmla="*/ 298686 h 1157500"/>
              <a:gd name="connsiteX192" fmla="*/ 941286 w 12192000"/>
              <a:gd name="connsiteY192" fmla="*/ 288932 h 1157500"/>
              <a:gd name="connsiteX193" fmla="*/ 950845 w 12192000"/>
              <a:gd name="connsiteY193" fmla="*/ 286595 h 1157500"/>
              <a:gd name="connsiteX194" fmla="*/ 953292 w 12192000"/>
              <a:gd name="connsiteY194" fmla="*/ 280892 h 1157500"/>
              <a:gd name="connsiteX195" fmla="*/ 967499 w 12192000"/>
              <a:gd name="connsiteY195" fmla="*/ 273760 h 1157500"/>
              <a:gd name="connsiteX196" fmla="*/ 1069267 w 12192000"/>
              <a:gd name="connsiteY196" fmla="*/ 262766 h 1157500"/>
              <a:gd name="connsiteX197" fmla="*/ 1138407 w 12192000"/>
              <a:gd name="connsiteY197" fmla="*/ 246567 h 1157500"/>
              <a:gd name="connsiteX198" fmla="*/ 1164931 w 12192000"/>
              <a:gd name="connsiteY198" fmla="*/ 238622 h 1157500"/>
              <a:gd name="connsiteX199" fmla="*/ 1211622 w 12192000"/>
              <a:gd name="connsiteY199" fmla="*/ 220676 h 1157500"/>
              <a:gd name="connsiteX200" fmla="*/ 1274567 w 12192000"/>
              <a:gd name="connsiteY200" fmla="*/ 203380 h 1157500"/>
              <a:gd name="connsiteX201" fmla="*/ 1325029 w 12192000"/>
              <a:gd name="connsiteY201" fmla="*/ 207937 h 1157500"/>
              <a:gd name="connsiteX202" fmla="*/ 1356805 w 12192000"/>
              <a:gd name="connsiteY202" fmla="*/ 203622 h 1157500"/>
              <a:gd name="connsiteX203" fmla="*/ 1468752 w 12192000"/>
              <a:gd name="connsiteY203" fmla="*/ 214604 h 1157500"/>
              <a:gd name="connsiteX204" fmla="*/ 1650750 w 12192000"/>
              <a:gd name="connsiteY204" fmla="*/ 165090 h 1157500"/>
              <a:gd name="connsiteX205" fmla="*/ 1655056 w 12192000"/>
              <a:gd name="connsiteY205" fmla="*/ 172106 h 1157500"/>
              <a:gd name="connsiteX206" fmla="*/ 1683220 w 12192000"/>
              <a:gd name="connsiteY206" fmla="*/ 169652 h 1157500"/>
              <a:gd name="connsiteX207" fmla="*/ 1685599 w 12192000"/>
              <a:gd name="connsiteY207" fmla="*/ 165388 h 1157500"/>
              <a:gd name="connsiteX208" fmla="*/ 1735783 w 12192000"/>
              <a:gd name="connsiteY208" fmla="*/ 177400 h 1157500"/>
              <a:gd name="connsiteX209" fmla="*/ 1797102 w 12192000"/>
              <a:gd name="connsiteY209" fmla="*/ 182289 h 1157500"/>
              <a:gd name="connsiteX210" fmla="*/ 1845638 w 12192000"/>
              <a:gd name="connsiteY210" fmla="*/ 163774 h 1157500"/>
              <a:gd name="connsiteX211" fmla="*/ 1848980 w 12192000"/>
              <a:gd name="connsiteY211" fmla="*/ 167516 h 1157500"/>
              <a:gd name="connsiteX212" fmla="*/ 1880587 w 12192000"/>
              <a:gd name="connsiteY212" fmla="*/ 165506 h 1157500"/>
              <a:gd name="connsiteX213" fmla="*/ 1995803 w 12192000"/>
              <a:gd name="connsiteY213" fmla="*/ 131847 h 1157500"/>
              <a:gd name="connsiteX214" fmla="*/ 2057448 w 12192000"/>
              <a:gd name="connsiteY214" fmla="*/ 128650 h 1157500"/>
              <a:gd name="connsiteX215" fmla="*/ 2119088 w 12192000"/>
              <a:gd name="connsiteY215" fmla="*/ 113508 h 1157500"/>
              <a:gd name="connsiteX216" fmla="*/ 2138831 w 12192000"/>
              <a:gd name="connsiteY216" fmla="*/ 116194 h 1157500"/>
              <a:gd name="connsiteX217" fmla="*/ 2214259 w 12192000"/>
              <a:gd name="connsiteY217" fmla="*/ 110542 h 1157500"/>
              <a:gd name="connsiteX218" fmla="*/ 2264911 w 12192000"/>
              <a:gd name="connsiteY218" fmla="*/ 101639 h 1157500"/>
              <a:gd name="connsiteX219" fmla="*/ 2454058 w 12192000"/>
              <a:gd name="connsiteY219" fmla="*/ 67266 h 1157500"/>
              <a:gd name="connsiteX220" fmla="*/ 2534188 w 12192000"/>
              <a:gd name="connsiteY220" fmla="*/ 63730 h 1157500"/>
              <a:gd name="connsiteX221" fmla="*/ 2616912 w 12192000"/>
              <a:gd name="connsiteY221" fmla="*/ 44757 h 1157500"/>
              <a:gd name="connsiteX222" fmla="*/ 2698592 w 12192000"/>
              <a:gd name="connsiteY222" fmla="*/ 35873 h 1157500"/>
              <a:gd name="connsiteX223" fmla="*/ 2891953 w 12192000"/>
              <a:gd name="connsiteY22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824924 w 12192000"/>
              <a:gd name="connsiteY128" fmla="*/ 151647 h 1157500"/>
              <a:gd name="connsiteX129" fmla="*/ 9910588 w 12192000"/>
              <a:gd name="connsiteY129" fmla="*/ 154327 h 1157500"/>
              <a:gd name="connsiteX130" fmla="*/ 9924173 w 12192000"/>
              <a:gd name="connsiteY130" fmla="*/ 158591 h 1157500"/>
              <a:gd name="connsiteX131" fmla="*/ 10010969 w 12192000"/>
              <a:gd name="connsiteY131" fmla="*/ 155802 h 1157500"/>
              <a:gd name="connsiteX132" fmla="*/ 10070699 w 12192000"/>
              <a:gd name="connsiteY132" fmla="*/ 157854 h 1157500"/>
              <a:gd name="connsiteX133" fmla="*/ 10083825 w 12192000"/>
              <a:gd name="connsiteY133" fmla="*/ 162012 h 1157500"/>
              <a:gd name="connsiteX134" fmla="*/ 10097932 w 12192000"/>
              <a:gd name="connsiteY134" fmla="*/ 154728 h 1157500"/>
              <a:gd name="connsiteX135" fmla="*/ 10101779 w 12192000"/>
              <a:gd name="connsiteY135" fmla="*/ 149056 h 1157500"/>
              <a:gd name="connsiteX136" fmla="*/ 10149437 w 12192000"/>
              <a:gd name="connsiteY136" fmla="*/ 152166 h 1157500"/>
              <a:gd name="connsiteX137" fmla="*/ 10155104 w 12192000"/>
              <a:gd name="connsiteY137" fmla="*/ 151613 h 1157500"/>
              <a:gd name="connsiteX138" fmla="*/ 10250982 w 12192000"/>
              <a:gd name="connsiteY138" fmla="*/ 128642 h 1157500"/>
              <a:gd name="connsiteX139" fmla="*/ 10343301 w 12192000"/>
              <a:gd name="connsiteY139" fmla="*/ 90884 h 1157500"/>
              <a:gd name="connsiteX140" fmla="*/ 10366625 w 12192000"/>
              <a:gd name="connsiteY140" fmla="*/ 79428 h 1157500"/>
              <a:gd name="connsiteX141" fmla="*/ 10433505 w 12192000"/>
              <a:gd name="connsiteY141" fmla="*/ 65000 h 1157500"/>
              <a:gd name="connsiteX142" fmla="*/ 10547510 w 12192000"/>
              <a:gd name="connsiteY142" fmla="*/ 47246 h 1157500"/>
              <a:gd name="connsiteX143" fmla="*/ 10588150 w 12192000"/>
              <a:gd name="connsiteY143" fmla="*/ 32287 h 1157500"/>
              <a:gd name="connsiteX144" fmla="*/ 10589457 w 12192000"/>
              <a:gd name="connsiteY144" fmla="*/ 25296 h 1157500"/>
              <a:gd name="connsiteX145" fmla="*/ 10699976 w 12192000"/>
              <a:gd name="connsiteY145" fmla="*/ 43345 h 1157500"/>
              <a:gd name="connsiteX146" fmla="*/ 10812237 w 12192000"/>
              <a:gd name="connsiteY146" fmla="*/ 46327 h 1157500"/>
              <a:gd name="connsiteX147" fmla="*/ 10869837 w 12192000"/>
              <a:gd name="connsiteY147" fmla="*/ 65795 h 1157500"/>
              <a:gd name="connsiteX148" fmla="*/ 10881770 w 12192000"/>
              <a:gd name="connsiteY148" fmla="*/ 73672 h 1157500"/>
              <a:gd name="connsiteX149" fmla="*/ 10896899 w 12192000"/>
              <a:gd name="connsiteY149" fmla="*/ 70731 h 1157500"/>
              <a:gd name="connsiteX150" fmla="*/ 10901748 w 12192000"/>
              <a:gd name="connsiteY150" fmla="*/ 66352 h 1157500"/>
              <a:gd name="connsiteX151" fmla="*/ 10947419 w 12192000"/>
              <a:gd name="connsiteY151" fmla="*/ 83316 h 1157500"/>
              <a:gd name="connsiteX152" fmla="*/ 10953034 w 12192000"/>
              <a:gd name="connsiteY152" fmla="*/ 84438 h 1157500"/>
              <a:gd name="connsiteX153" fmla="*/ 10992070 w 12192000"/>
              <a:gd name="connsiteY153" fmla="*/ 88841 h 1157500"/>
              <a:gd name="connsiteX154" fmla="*/ 11112372 w 12192000"/>
              <a:gd name="connsiteY154" fmla="*/ 82247 h 1157500"/>
              <a:gd name="connsiteX155" fmla="*/ 11147719 w 12192000"/>
              <a:gd name="connsiteY155" fmla="*/ 80560 h 1157500"/>
              <a:gd name="connsiteX156" fmla="*/ 11172617 w 12192000"/>
              <a:gd name="connsiteY156" fmla="*/ 76265 h 1157500"/>
              <a:gd name="connsiteX157" fmla="*/ 11240397 w 12192000"/>
              <a:gd name="connsiteY157" fmla="*/ 81830 h 1157500"/>
              <a:gd name="connsiteX158" fmla="*/ 11270034 w 12192000"/>
              <a:gd name="connsiteY158" fmla="*/ 91947 h 1157500"/>
              <a:gd name="connsiteX159" fmla="*/ 11293091 w 12192000"/>
              <a:gd name="connsiteY159" fmla="*/ 92042 h 1157500"/>
              <a:gd name="connsiteX160" fmla="*/ 11310949 w 12192000"/>
              <a:gd name="connsiteY160" fmla="*/ 97842 h 1157500"/>
              <a:gd name="connsiteX161" fmla="*/ 11345279 w 12192000"/>
              <a:gd name="connsiteY161" fmla="*/ 95451 h 1157500"/>
              <a:gd name="connsiteX162" fmla="*/ 11354597 w 12192000"/>
              <a:gd name="connsiteY162" fmla="*/ 97953 h 1157500"/>
              <a:gd name="connsiteX163" fmla="*/ 11367725 w 12192000"/>
              <a:gd name="connsiteY163" fmla="*/ 97999 h 1157500"/>
              <a:gd name="connsiteX164" fmla="*/ 11399832 w 12192000"/>
              <a:gd name="connsiteY164" fmla="*/ 110616 h 1157500"/>
              <a:gd name="connsiteX165" fmla="*/ 11487595 w 12192000"/>
              <a:gd name="connsiteY165" fmla="*/ 152322 h 1157500"/>
              <a:gd name="connsiteX166" fmla="*/ 11590850 w 12192000"/>
              <a:gd name="connsiteY166" fmla="*/ 238552 h 1157500"/>
              <a:gd name="connsiteX167" fmla="*/ 11736204 w 12192000"/>
              <a:gd name="connsiteY167" fmla="*/ 277509 h 1157500"/>
              <a:gd name="connsiteX168" fmla="*/ 11760331 w 12192000"/>
              <a:gd name="connsiteY168" fmla="*/ 291936 h 1157500"/>
              <a:gd name="connsiteX169" fmla="*/ 11819139 w 12192000"/>
              <a:gd name="connsiteY169" fmla="*/ 304143 h 1157500"/>
              <a:gd name="connsiteX170" fmla="*/ 11821967 w 12192000"/>
              <a:gd name="connsiteY170" fmla="*/ 305790 h 1157500"/>
              <a:gd name="connsiteX171" fmla="*/ 11847125 w 12192000"/>
              <a:gd name="connsiteY171" fmla="*/ 297401 h 1157500"/>
              <a:gd name="connsiteX172" fmla="*/ 11980134 w 12192000"/>
              <a:gd name="connsiteY172" fmla="*/ 321911 h 1157500"/>
              <a:gd name="connsiteX173" fmla="*/ 12174576 w 12192000"/>
              <a:gd name="connsiteY173" fmla="*/ 376108 h 1157500"/>
              <a:gd name="connsiteX174" fmla="*/ 12192000 w 12192000"/>
              <a:gd name="connsiteY174" fmla="*/ 379233 h 1157500"/>
              <a:gd name="connsiteX175" fmla="*/ 12192000 w 12192000"/>
              <a:gd name="connsiteY175" fmla="*/ 1157500 h 1157500"/>
              <a:gd name="connsiteX176" fmla="*/ 0 w 12192000"/>
              <a:gd name="connsiteY176" fmla="*/ 1157500 h 1157500"/>
              <a:gd name="connsiteX177" fmla="*/ 0 w 12192000"/>
              <a:gd name="connsiteY177" fmla="*/ 483545 h 1157500"/>
              <a:gd name="connsiteX178" fmla="*/ 5331 w 12192000"/>
              <a:gd name="connsiteY178" fmla="*/ 482797 h 1157500"/>
              <a:gd name="connsiteX179" fmla="*/ 39902 w 12192000"/>
              <a:gd name="connsiteY179" fmla="*/ 472284 h 1157500"/>
              <a:gd name="connsiteX180" fmla="*/ 117880 w 12192000"/>
              <a:gd name="connsiteY180" fmla="*/ 420956 h 1157500"/>
              <a:gd name="connsiteX181" fmla="*/ 238140 w 12192000"/>
              <a:gd name="connsiteY181" fmla="*/ 379297 h 1157500"/>
              <a:gd name="connsiteX182" fmla="*/ 249589 w 12192000"/>
              <a:gd name="connsiteY182" fmla="*/ 379517 h 1157500"/>
              <a:gd name="connsiteX183" fmla="*/ 296963 w 12192000"/>
              <a:gd name="connsiteY183" fmla="*/ 356102 h 1157500"/>
              <a:gd name="connsiteX184" fmla="*/ 339235 w 12192000"/>
              <a:gd name="connsiteY184" fmla="*/ 324425 h 1157500"/>
              <a:gd name="connsiteX185" fmla="*/ 447152 w 12192000"/>
              <a:gd name="connsiteY185" fmla="*/ 327423 h 1157500"/>
              <a:gd name="connsiteX186" fmla="*/ 475247 w 12192000"/>
              <a:gd name="connsiteY186" fmla="*/ 336714 h 1157500"/>
              <a:gd name="connsiteX187" fmla="*/ 477967 w 12192000"/>
              <a:gd name="connsiteY187" fmla="*/ 337960 h 1157500"/>
              <a:gd name="connsiteX188" fmla="*/ 703732 w 12192000"/>
              <a:gd name="connsiteY188" fmla="*/ 316599 h 1157500"/>
              <a:gd name="connsiteX189" fmla="*/ 853391 w 12192000"/>
              <a:gd name="connsiteY189" fmla="*/ 303591 h 1157500"/>
              <a:gd name="connsiteX190" fmla="*/ 925332 w 12192000"/>
              <a:gd name="connsiteY190" fmla="*/ 298686 h 1157500"/>
              <a:gd name="connsiteX191" fmla="*/ 941286 w 12192000"/>
              <a:gd name="connsiteY191" fmla="*/ 288932 h 1157500"/>
              <a:gd name="connsiteX192" fmla="*/ 950845 w 12192000"/>
              <a:gd name="connsiteY192" fmla="*/ 286595 h 1157500"/>
              <a:gd name="connsiteX193" fmla="*/ 953292 w 12192000"/>
              <a:gd name="connsiteY193" fmla="*/ 280892 h 1157500"/>
              <a:gd name="connsiteX194" fmla="*/ 967499 w 12192000"/>
              <a:gd name="connsiteY194" fmla="*/ 273760 h 1157500"/>
              <a:gd name="connsiteX195" fmla="*/ 1069267 w 12192000"/>
              <a:gd name="connsiteY195" fmla="*/ 262766 h 1157500"/>
              <a:gd name="connsiteX196" fmla="*/ 1138407 w 12192000"/>
              <a:gd name="connsiteY196" fmla="*/ 246567 h 1157500"/>
              <a:gd name="connsiteX197" fmla="*/ 1164931 w 12192000"/>
              <a:gd name="connsiteY197" fmla="*/ 238622 h 1157500"/>
              <a:gd name="connsiteX198" fmla="*/ 1211622 w 12192000"/>
              <a:gd name="connsiteY198" fmla="*/ 220676 h 1157500"/>
              <a:gd name="connsiteX199" fmla="*/ 1274567 w 12192000"/>
              <a:gd name="connsiteY199" fmla="*/ 203380 h 1157500"/>
              <a:gd name="connsiteX200" fmla="*/ 1325029 w 12192000"/>
              <a:gd name="connsiteY200" fmla="*/ 207937 h 1157500"/>
              <a:gd name="connsiteX201" fmla="*/ 1356805 w 12192000"/>
              <a:gd name="connsiteY201" fmla="*/ 203622 h 1157500"/>
              <a:gd name="connsiteX202" fmla="*/ 1468752 w 12192000"/>
              <a:gd name="connsiteY202" fmla="*/ 214604 h 1157500"/>
              <a:gd name="connsiteX203" fmla="*/ 1650750 w 12192000"/>
              <a:gd name="connsiteY203" fmla="*/ 165090 h 1157500"/>
              <a:gd name="connsiteX204" fmla="*/ 1655056 w 12192000"/>
              <a:gd name="connsiteY204" fmla="*/ 172106 h 1157500"/>
              <a:gd name="connsiteX205" fmla="*/ 1683220 w 12192000"/>
              <a:gd name="connsiteY205" fmla="*/ 169652 h 1157500"/>
              <a:gd name="connsiteX206" fmla="*/ 1685599 w 12192000"/>
              <a:gd name="connsiteY206" fmla="*/ 165388 h 1157500"/>
              <a:gd name="connsiteX207" fmla="*/ 1735783 w 12192000"/>
              <a:gd name="connsiteY207" fmla="*/ 177400 h 1157500"/>
              <a:gd name="connsiteX208" fmla="*/ 1797102 w 12192000"/>
              <a:gd name="connsiteY208" fmla="*/ 182289 h 1157500"/>
              <a:gd name="connsiteX209" fmla="*/ 1845638 w 12192000"/>
              <a:gd name="connsiteY209" fmla="*/ 163774 h 1157500"/>
              <a:gd name="connsiteX210" fmla="*/ 1848980 w 12192000"/>
              <a:gd name="connsiteY210" fmla="*/ 167516 h 1157500"/>
              <a:gd name="connsiteX211" fmla="*/ 1880587 w 12192000"/>
              <a:gd name="connsiteY211" fmla="*/ 165506 h 1157500"/>
              <a:gd name="connsiteX212" fmla="*/ 1995803 w 12192000"/>
              <a:gd name="connsiteY212" fmla="*/ 131847 h 1157500"/>
              <a:gd name="connsiteX213" fmla="*/ 2057448 w 12192000"/>
              <a:gd name="connsiteY213" fmla="*/ 128650 h 1157500"/>
              <a:gd name="connsiteX214" fmla="*/ 2119088 w 12192000"/>
              <a:gd name="connsiteY214" fmla="*/ 113508 h 1157500"/>
              <a:gd name="connsiteX215" fmla="*/ 2138831 w 12192000"/>
              <a:gd name="connsiteY215" fmla="*/ 116194 h 1157500"/>
              <a:gd name="connsiteX216" fmla="*/ 2214259 w 12192000"/>
              <a:gd name="connsiteY216" fmla="*/ 110542 h 1157500"/>
              <a:gd name="connsiteX217" fmla="*/ 2264911 w 12192000"/>
              <a:gd name="connsiteY217" fmla="*/ 101639 h 1157500"/>
              <a:gd name="connsiteX218" fmla="*/ 2454058 w 12192000"/>
              <a:gd name="connsiteY218" fmla="*/ 67266 h 1157500"/>
              <a:gd name="connsiteX219" fmla="*/ 2534188 w 12192000"/>
              <a:gd name="connsiteY219" fmla="*/ 63730 h 1157500"/>
              <a:gd name="connsiteX220" fmla="*/ 2616912 w 12192000"/>
              <a:gd name="connsiteY220" fmla="*/ 44757 h 1157500"/>
              <a:gd name="connsiteX221" fmla="*/ 2698592 w 12192000"/>
              <a:gd name="connsiteY221" fmla="*/ 35873 h 1157500"/>
              <a:gd name="connsiteX222" fmla="*/ 2891953 w 12192000"/>
              <a:gd name="connsiteY22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49437 w 12192000"/>
              <a:gd name="connsiteY135" fmla="*/ 152166 h 1157500"/>
              <a:gd name="connsiteX136" fmla="*/ 10155104 w 12192000"/>
              <a:gd name="connsiteY136" fmla="*/ 151613 h 1157500"/>
              <a:gd name="connsiteX137" fmla="*/ 10250982 w 12192000"/>
              <a:gd name="connsiteY137" fmla="*/ 128642 h 1157500"/>
              <a:gd name="connsiteX138" fmla="*/ 10343301 w 12192000"/>
              <a:gd name="connsiteY138" fmla="*/ 90884 h 1157500"/>
              <a:gd name="connsiteX139" fmla="*/ 10366625 w 12192000"/>
              <a:gd name="connsiteY139" fmla="*/ 79428 h 1157500"/>
              <a:gd name="connsiteX140" fmla="*/ 10433505 w 12192000"/>
              <a:gd name="connsiteY140" fmla="*/ 65000 h 1157500"/>
              <a:gd name="connsiteX141" fmla="*/ 10547510 w 12192000"/>
              <a:gd name="connsiteY141" fmla="*/ 47246 h 1157500"/>
              <a:gd name="connsiteX142" fmla="*/ 10588150 w 12192000"/>
              <a:gd name="connsiteY142" fmla="*/ 32287 h 1157500"/>
              <a:gd name="connsiteX143" fmla="*/ 10589457 w 12192000"/>
              <a:gd name="connsiteY143" fmla="*/ 25296 h 1157500"/>
              <a:gd name="connsiteX144" fmla="*/ 10699976 w 12192000"/>
              <a:gd name="connsiteY144" fmla="*/ 43345 h 1157500"/>
              <a:gd name="connsiteX145" fmla="*/ 10812237 w 12192000"/>
              <a:gd name="connsiteY145" fmla="*/ 46327 h 1157500"/>
              <a:gd name="connsiteX146" fmla="*/ 10869837 w 12192000"/>
              <a:gd name="connsiteY146" fmla="*/ 65795 h 1157500"/>
              <a:gd name="connsiteX147" fmla="*/ 10881770 w 12192000"/>
              <a:gd name="connsiteY147" fmla="*/ 73672 h 1157500"/>
              <a:gd name="connsiteX148" fmla="*/ 10896899 w 12192000"/>
              <a:gd name="connsiteY148" fmla="*/ 70731 h 1157500"/>
              <a:gd name="connsiteX149" fmla="*/ 10901748 w 12192000"/>
              <a:gd name="connsiteY149" fmla="*/ 66352 h 1157500"/>
              <a:gd name="connsiteX150" fmla="*/ 10947419 w 12192000"/>
              <a:gd name="connsiteY150" fmla="*/ 83316 h 1157500"/>
              <a:gd name="connsiteX151" fmla="*/ 10953034 w 12192000"/>
              <a:gd name="connsiteY151" fmla="*/ 84438 h 1157500"/>
              <a:gd name="connsiteX152" fmla="*/ 10992070 w 12192000"/>
              <a:gd name="connsiteY152" fmla="*/ 88841 h 1157500"/>
              <a:gd name="connsiteX153" fmla="*/ 11112372 w 12192000"/>
              <a:gd name="connsiteY153" fmla="*/ 82247 h 1157500"/>
              <a:gd name="connsiteX154" fmla="*/ 11147719 w 12192000"/>
              <a:gd name="connsiteY154" fmla="*/ 80560 h 1157500"/>
              <a:gd name="connsiteX155" fmla="*/ 11172617 w 12192000"/>
              <a:gd name="connsiteY155" fmla="*/ 76265 h 1157500"/>
              <a:gd name="connsiteX156" fmla="*/ 11240397 w 12192000"/>
              <a:gd name="connsiteY156" fmla="*/ 81830 h 1157500"/>
              <a:gd name="connsiteX157" fmla="*/ 11270034 w 12192000"/>
              <a:gd name="connsiteY157" fmla="*/ 91947 h 1157500"/>
              <a:gd name="connsiteX158" fmla="*/ 11293091 w 12192000"/>
              <a:gd name="connsiteY158" fmla="*/ 92042 h 1157500"/>
              <a:gd name="connsiteX159" fmla="*/ 11310949 w 12192000"/>
              <a:gd name="connsiteY159" fmla="*/ 97842 h 1157500"/>
              <a:gd name="connsiteX160" fmla="*/ 11345279 w 12192000"/>
              <a:gd name="connsiteY160" fmla="*/ 95451 h 1157500"/>
              <a:gd name="connsiteX161" fmla="*/ 11354597 w 12192000"/>
              <a:gd name="connsiteY161" fmla="*/ 97953 h 1157500"/>
              <a:gd name="connsiteX162" fmla="*/ 11367725 w 12192000"/>
              <a:gd name="connsiteY162" fmla="*/ 97999 h 1157500"/>
              <a:gd name="connsiteX163" fmla="*/ 11399832 w 12192000"/>
              <a:gd name="connsiteY163" fmla="*/ 110616 h 1157500"/>
              <a:gd name="connsiteX164" fmla="*/ 11487595 w 12192000"/>
              <a:gd name="connsiteY164" fmla="*/ 152322 h 1157500"/>
              <a:gd name="connsiteX165" fmla="*/ 11590850 w 12192000"/>
              <a:gd name="connsiteY165" fmla="*/ 238552 h 1157500"/>
              <a:gd name="connsiteX166" fmla="*/ 11736204 w 12192000"/>
              <a:gd name="connsiteY166" fmla="*/ 277509 h 1157500"/>
              <a:gd name="connsiteX167" fmla="*/ 11760331 w 12192000"/>
              <a:gd name="connsiteY167" fmla="*/ 291936 h 1157500"/>
              <a:gd name="connsiteX168" fmla="*/ 11819139 w 12192000"/>
              <a:gd name="connsiteY168" fmla="*/ 304143 h 1157500"/>
              <a:gd name="connsiteX169" fmla="*/ 11821967 w 12192000"/>
              <a:gd name="connsiteY169" fmla="*/ 305790 h 1157500"/>
              <a:gd name="connsiteX170" fmla="*/ 11847125 w 12192000"/>
              <a:gd name="connsiteY170" fmla="*/ 297401 h 1157500"/>
              <a:gd name="connsiteX171" fmla="*/ 11980134 w 12192000"/>
              <a:gd name="connsiteY171" fmla="*/ 321911 h 1157500"/>
              <a:gd name="connsiteX172" fmla="*/ 12174576 w 12192000"/>
              <a:gd name="connsiteY172" fmla="*/ 376108 h 1157500"/>
              <a:gd name="connsiteX173" fmla="*/ 12192000 w 12192000"/>
              <a:gd name="connsiteY173" fmla="*/ 379233 h 1157500"/>
              <a:gd name="connsiteX174" fmla="*/ 12192000 w 12192000"/>
              <a:gd name="connsiteY174" fmla="*/ 1157500 h 1157500"/>
              <a:gd name="connsiteX175" fmla="*/ 0 w 12192000"/>
              <a:gd name="connsiteY175" fmla="*/ 1157500 h 1157500"/>
              <a:gd name="connsiteX176" fmla="*/ 0 w 12192000"/>
              <a:gd name="connsiteY176" fmla="*/ 483545 h 1157500"/>
              <a:gd name="connsiteX177" fmla="*/ 5331 w 12192000"/>
              <a:gd name="connsiteY177" fmla="*/ 482797 h 1157500"/>
              <a:gd name="connsiteX178" fmla="*/ 39902 w 12192000"/>
              <a:gd name="connsiteY178" fmla="*/ 472284 h 1157500"/>
              <a:gd name="connsiteX179" fmla="*/ 117880 w 12192000"/>
              <a:gd name="connsiteY179" fmla="*/ 420956 h 1157500"/>
              <a:gd name="connsiteX180" fmla="*/ 238140 w 12192000"/>
              <a:gd name="connsiteY180" fmla="*/ 379297 h 1157500"/>
              <a:gd name="connsiteX181" fmla="*/ 249589 w 12192000"/>
              <a:gd name="connsiteY181" fmla="*/ 379517 h 1157500"/>
              <a:gd name="connsiteX182" fmla="*/ 296963 w 12192000"/>
              <a:gd name="connsiteY182" fmla="*/ 356102 h 1157500"/>
              <a:gd name="connsiteX183" fmla="*/ 339235 w 12192000"/>
              <a:gd name="connsiteY183" fmla="*/ 324425 h 1157500"/>
              <a:gd name="connsiteX184" fmla="*/ 447152 w 12192000"/>
              <a:gd name="connsiteY184" fmla="*/ 327423 h 1157500"/>
              <a:gd name="connsiteX185" fmla="*/ 475247 w 12192000"/>
              <a:gd name="connsiteY185" fmla="*/ 336714 h 1157500"/>
              <a:gd name="connsiteX186" fmla="*/ 477967 w 12192000"/>
              <a:gd name="connsiteY186" fmla="*/ 337960 h 1157500"/>
              <a:gd name="connsiteX187" fmla="*/ 703732 w 12192000"/>
              <a:gd name="connsiteY187" fmla="*/ 316599 h 1157500"/>
              <a:gd name="connsiteX188" fmla="*/ 853391 w 12192000"/>
              <a:gd name="connsiteY188" fmla="*/ 303591 h 1157500"/>
              <a:gd name="connsiteX189" fmla="*/ 925332 w 12192000"/>
              <a:gd name="connsiteY189" fmla="*/ 298686 h 1157500"/>
              <a:gd name="connsiteX190" fmla="*/ 941286 w 12192000"/>
              <a:gd name="connsiteY190" fmla="*/ 288932 h 1157500"/>
              <a:gd name="connsiteX191" fmla="*/ 950845 w 12192000"/>
              <a:gd name="connsiteY191" fmla="*/ 286595 h 1157500"/>
              <a:gd name="connsiteX192" fmla="*/ 953292 w 12192000"/>
              <a:gd name="connsiteY192" fmla="*/ 280892 h 1157500"/>
              <a:gd name="connsiteX193" fmla="*/ 967499 w 12192000"/>
              <a:gd name="connsiteY193" fmla="*/ 273760 h 1157500"/>
              <a:gd name="connsiteX194" fmla="*/ 1069267 w 12192000"/>
              <a:gd name="connsiteY194" fmla="*/ 262766 h 1157500"/>
              <a:gd name="connsiteX195" fmla="*/ 1138407 w 12192000"/>
              <a:gd name="connsiteY195" fmla="*/ 246567 h 1157500"/>
              <a:gd name="connsiteX196" fmla="*/ 1164931 w 12192000"/>
              <a:gd name="connsiteY196" fmla="*/ 238622 h 1157500"/>
              <a:gd name="connsiteX197" fmla="*/ 1211622 w 12192000"/>
              <a:gd name="connsiteY197" fmla="*/ 220676 h 1157500"/>
              <a:gd name="connsiteX198" fmla="*/ 1274567 w 12192000"/>
              <a:gd name="connsiteY198" fmla="*/ 203380 h 1157500"/>
              <a:gd name="connsiteX199" fmla="*/ 1325029 w 12192000"/>
              <a:gd name="connsiteY199" fmla="*/ 207937 h 1157500"/>
              <a:gd name="connsiteX200" fmla="*/ 1356805 w 12192000"/>
              <a:gd name="connsiteY200" fmla="*/ 203622 h 1157500"/>
              <a:gd name="connsiteX201" fmla="*/ 1468752 w 12192000"/>
              <a:gd name="connsiteY201" fmla="*/ 214604 h 1157500"/>
              <a:gd name="connsiteX202" fmla="*/ 1650750 w 12192000"/>
              <a:gd name="connsiteY202" fmla="*/ 165090 h 1157500"/>
              <a:gd name="connsiteX203" fmla="*/ 1655056 w 12192000"/>
              <a:gd name="connsiteY203" fmla="*/ 172106 h 1157500"/>
              <a:gd name="connsiteX204" fmla="*/ 1683220 w 12192000"/>
              <a:gd name="connsiteY204" fmla="*/ 169652 h 1157500"/>
              <a:gd name="connsiteX205" fmla="*/ 1685599 w 12192000"/>
              <a:gd name="connsiteY205" fmla="*/ 165388 h 1157500"/>
              <a:gd name="connsiteX206" fmla="*/ 1735783 w 12192000"/>
              <a:gd name="connsiteY206" fmla="*/ 177400 h 1157500"/>
              <a:gd name="connsiteX207" fmla="*/ 1797102 w 12192000"/>
              <a:gd name="connsiteY207" fmla="*/ 182289 h 1157500"/>
              <a:gd name="connsiteX208" fmla="*/ 1845638 w 12192000"/>
              <a:gd name="connsiteY208" fmla="*/ 163774 h 1157500"/>
              <a:gd name="connsiteX209" fmla="*/ 1848980 w 12192000"/>
              <a:gd name="connsiteY209" fmla="*/ 167516 h 1157500"/>
              <a:gd name="connsiteX210" fmla="*/ 1880587 w 12192000"/>
              <a:gd name="connsiteY210" fmla="*/ 165506 h 1157500"/>
              <a:gd name="connsiteX211" fmla="*/ 1995803 w 12192000"/>
              <a:gd name="connsiteY211" fmla="*/ 131847 h 1157500"/>
              <a:gd name="connsiteX212" fmla="*/ 2057448 w 12192000"/>
              <a:gd name="connsiteY212" fmla="*/ 128650 h 1157500"/>
              <a:gd name="connsiteX213" fmla="*/ 2119088 w 12192000"/>
              <a:gd name="connsiteY213" fmla="*/ 113508 h 1157500"/>
              <a:gd name="connsiteX214" fmla="*/ 2138831 w 12192000"/>
              <a:gd name="connsiteY214" fmla="*/ 116194 h 1157500"/>
              <a:gd name="connsiteX215" fmla="*/ 2214259 w 12192000"/>
              <a:gd name="connsiteY215" fmla="*/ 110542 h 1157500"/>
              <a:gd name="connsiteX216" fmla="*/ 2264911 w 12192000"/>
              <a:gd name="connsiteY216" fmla="*/ 101639 h 1157500"/>
              <a:gd name="connsiteX217" fmla="*/ 2454058 w 12192000"/>
              <a:gd name="connsiteY217" fmla="*/ 67266 h 1157500"/>
              <a:gd name="connsiteX218" fmla="*/ 2534188 w 12192000"/>
              <a:gd name="connsiteY218" fmla="*/ 63730 h 1157500"/>
              <a:gd name="connsiteX219" fmla="*/ 2616912 w 12192000"/>
              <a:gd name="connsiteY219" fmla="*/ 44757 h 1157500"/>
              <a:gd name="connsiteX220" fmla="*/ 2698592 w 12192000"/>
              <a:gd name="connsiteY220" fmla="*/ 35873 h 1157500"/>
              <a:gd name="connsiteX221" fmla="*/ 2891953 w 12192000"/>
              <a:gd name="connsiteY22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01779 w 12192000"/>
              <a:gd name="connsiteY134" fmla="*/ 149056 h 1157500"/>
              <a:gd name="connsiteX135" fmla="*/ 10155104 w 12192000"/>
              <a:gd name="connsiteY135" fmla="*/ 151613 h 1157500"/>
              <a:gd name="connsiteX136" fmla="*/ 10250982 w 12192000"/>
              <a:gd name="connsiteY136" fmla="*/ 128642 h 1157500"/>
              <a:gd name="connsiteX137" fmla="*/ 10343301 w 12192000"/>
              <a:gd name="connsiteY137" fmla="*/ 90884 h 1157500"/>
              <a:gd name="connsiteX138" fmla="*/ 10366625 w 12192000"/>
              <a:gd name="connsiteY138" fmla="*/ 79428 h 1157500"/>
              <a:gd name="connsiteX139" fmla="*/ 10433505 w 12192000"/>
              <a:gd name="connsiteY139" fmla="*/ 65000 h 1157500"/>
              <a:gd name="connsiteX140" fmla="*/ 10547510 w 12192000"/>
              <a:gd name="connsiteY140" fmla="*/ 47246 h 1157500"/>
              <a:gd name="connsiteX141" fmla="*/ 10588150 w 12192000"/>
              <a:gd name="connsiteY141" fmla="*/ 32287 h 1157500"/>
              <a:gd name="connsiteX142" fmla="*/ 10589457 w 12192000"/>
              <a:gd name="connsiteY142" fmla="*/ 25296 h 1157500"/>
              <a:gd name="connsiteX143" fmla="*/ 10699976 w 12192000"/>
              <a:gd name="connsiteY143" fmla="*/ 43345 h 1157500"/>
              <a:gd name="connsiteX144" fmla="*/ 10812237 w 12192000"/>
              <a:gd name="connsiteY144" fmla="*/ 46327 h 1157500"/>
              <a:gd name="connsiteX145" fmla="*/ 10869837 w 12192000"/>
              <a:gd name="connsiteY145" fmla="*/ 65795 h 1157500"/>
              <a:gd name="connsiteX146" fmla="*/ 10881770 w 12192000"/>
              <a:gd name="connsiteY146" fmla="*/ 73672 h 1157500"/>
              <a:gd name="connsiteX147" fmla="*/ 10896899 w 12192000"/>
              <a:gd name="connsiteY147" fmla="*/ 70731 h 1157500"/>
              <a:gd name="connsiteX148" fmla="*/ 10901748 w 12192000"/>
              <a:gd name="connsiteY148" fmla="*/ 66352 h 1157500"/>
              <a:gd name="connsiteX149" fmla="*/ 10947419 w 12192000"/>
              <a:gd name="connsiteY149" fmla="*/ 83316 h 1157500"/>
              <a:gd name="connsiteX150" fmla="*/ 10953034 w 12192000"/>
              <a:gd name="connsiteY150" fmla="*/ 84438 h 1157500"/>
              <a:gd name="connsiteX151" fmla="*/ 10992070 w 12192000"/>
              <a:gd name="connsiteY151" fmla="*/ 88841 h 1157500"/>
              <a:gd name="connsiteX152" fmla="*/ 11112372 w 12192000"/>
              <a:gd name="connsiteY152" fmla="*/ 82247 h 1157500"/>
              <a:gd name="connsiteX153" fmla="*/ 11147719 w 12192000"/>
              <a:gd name="connsiteY153" fmla="*/ 80560 h 1157500"/>
              <a:gd name="connsiteX154" fmla="*/ 11172617 w 12192000"/>
              <a:gd name="connsiteY154" fmla="*/ 76265 h 1157500"/>
              <a:gd name="connsiteX155" fmla="*/ 11240397 w 12192000"/>
              <a:gd name="connsiteY155" fmla="*/ 81830 h 1157500"/>
              <a:gd name="connsiteX156" fmla="*/ 11270034 w 12192000"/>
              <a:gd name="connsiteY156" fmla="*/ 91947 h 1157500"/>
              <a:gd name="connsiteX157" fmla="*/ 11293091 w 12192000"/>
              <a:gd name="connsiteY157" fmla="*/ 92042 h 1157500"/>
              <a:gd name="connsiteX158" fmla="*/ 11310949 w 12192000"/>
              <a:gd name="connsiteY158" fmla="*/ 97842 h 1157500"/>
              <a:gd name="connsiteX159" fmla="*/ 11345279 w 12192000"/>
              <a:gd name="connsiteY159" fmla="*/ 95451 h 1157500"/>
              <a:gd name="connsiteX160" fmla="*/ 11354597 w 12192000"/>
              <a:gd name="connsiteY160" fmla="*/ 97953 h 1157500"/>
              <a:gd name="connsiteX161" fmla="*/ 11367725 w 12192000"/>
              <a:gd name="connsiteY161" fmla="*/ 97999 h 1157500"/>
              <a:gd name="connsiteX162" fmla="*/ 11399832 w 12192000"/>
              <a:gd name="connsiteY162" fmla="*/ 110616 h 1157500"/>
              <a:gd name="connsiteX163" fmla="*/ 11487595 w 12192000"/>
              <a:gd name="connsiteY163" fmla="*/ 152322 h 1157500"/>
              <a:gd name="connsiteX164" fmla="*/ 11590850 w 12192000"/>
              <a:gd name="connsiteY164" fmla="*/ 238552 h 1157500"/>
              <a:gd name="connsiteX165" fmla="*/ 11736204 w 12192000"/>
              <a:gd name="connsiteY165" fmla="*/ 277509 h 1157500"/>
              <a:gd name="connsiteX166" fmla="*/ 11760331 w 12192000"/>
              <a:gd name="connsiteY166" fmla="*/ 291936 h 1157500"/>
              <a:gd name="connsiteX167" fmla="*/ 11819139 w 12192000"/>
              <a:gd name="connsiteY167" fmla="*/ 304143 h 1157500"/>
              <a:gd name="connsiteX168" fmla="*/ 11821967 w 12192000"/>
              <a:gd name="connsiteY168" fmla="*/ 305790 h 1157500"/>
              <a:gd name="connsiteX169" fmla="*/ 11847125 w 12192000"/>
              <a:gd name="connsiteY169" fmla="*/ 297401 h 1157500"/>
              <a:gd name="connsiteX170" fmla="*/ 11980134 w 12192000"/>
              <a:gd name="connsiteY170" fmla="*/ 321911 h 1157500"/>
              <a:gd name="connsiteX171" fmla="*/ 12174576 w 12192000"/>
              <a:gd name="connsiteY171" fmla="*/ 376108 h 1157500"/>
              <a:gd name="connsiteX172" fmla="*/ 12192000 w 12192000"/>
              <a:gd name="connsiteY172" fmla="*/ 379233 h 1157500"/>
              <a:gd name="connsiteX173" fmla="*/ 12192000 w 12192000"/>
              <a:gd name="connsiteY173" fmla="*/ 1157500 h 1157500"/>
              <a:gd name="connsiteX174" fmla="*/ 0 w 12192000"/>
              <a:gd name="connsiteY174" fmla="*/ 1157500 h 1157500"/>
              <a:gd name="connsiteX175" fmla="*/ 0 w 12192000"/>
              <a:gd name="connsiteY175" fmla="*/ 483545 h 1157500"/>
              <a:gd name="connsiteX176" fmla="*/ 5331 w 12192000"/>
              <a:gd name="connsiteY176" fmla="*/ 482797 h 1157500"/>
              <a:gd name="connsiteX177" fmla="*/ 39902 w 12192000"/>
              <a:gd name="connsiteY177" fmla="*/ 472284 h 1157500"/>
              <a:gd name="connsiteX178" fmla="*/ 117880 w 12192000"/>
              <a:gd name="connsiteY178" fmla="*/ 420956 h 1157500"/>
              <a:gd name="connsiteX179" fmla="*/ 238140 w 12192000"/>
              <a:gd name="connsiteY179" fmla="*/ 379297 h 1157500"/>
              <a:gd name="connsiteX180" fmla="*/ 249589 w 12192000"/>
              <a:gd name="connsiteY180" fmla="*/ 379517 h 1157500"/>
              <a:gd name="connsiteX181" fmla="*/ 296963 w 12192000"/>
              <a:gd name="connsiteY181" fmla="*/ 356102 h 1157500"/>
              <a:gd name="connsiteX182" fmla="*/ 339235 w 12192000"/>
              <a:gd name="connsiteY182" fmla="*/ 324425 h 1157500"/>
              <a:gd name="connsiteX183" fmla="*/ 447152 w 12192000"/>
              <a:gd name="connsiteY183" fmla="*/ 327423 h 1157500"/>
              <a:gd name="connsiteX184" fmla="*/ 475247 w 12192000"/>
              <a:gd name="connsiteY184" fmla="*/ 336714 h 1157500"/>
              <a:gd name="connsiteX185" fmla="*/ 477967 w 12192000"/>
              <a:gd name="connsiteY185" fmla="*/ 337960 h 1157500"/>
              <a:gd name="connsiteX186" fmla="*/ 703732 w 12192000"/>
              <a:gd name="connsiteY186" fmla="*/ 316599 h 1157500"/>
              <a:gd name="connsiteX187" fmla="*/ 853391 w 12192000"/>
              <a:gd name="connsiteY187" fmla="*/ 303591 h 1157500"/>
              <a:gd name="connsiteX188" fmla="*/ 925332 w 12192000"/>
              <a:gd name="connsiteY188" fmla="*/ 298686 h 1157500"/>
              <a:gd name="connsiteX189" fmla="*/ 941286 w 12192000"/>
              <a:gd name="connsiteY189" fmla="*/ 288932 h 1157500"/>
              <a:gd name="connsiteX190" fmla="*/ 950845 w 12192000"/>
              <a:gd name="connsiteY190" fmla="*/ 286595 h 1157500"/>
              <a:gd name="connsiteX191" fmla="*/ 953292 w 12192000"/>
              <a:gd name="connsiteY191" fmla="*/ 280892 h 1157500"/>
              <a:gd name="connsiteX192" fmla="*/ 967499 w 12192000"/>
              <a:gd name="connsiteY192" fmla="*/ 273760 h 1157500"/>
              <a:gd name="connsiteX193" fmla="*/ 1069267 w 12192000"/>
              <a:gd name="connsiteY193" fmla="*/ 262766 h 1157500"/>
              <a:gd name="connsiteX194" fmla="*/ 1138407 w 12192000"/>
              <a:gd name="connsiteY194" fmla="*/ 246567 h 1157500"/>
              <a:gd name="connsiteX195" fmla="*/ 1164931 w 12192000"/>
              <a:gd name="connsiteY195" fmla="*/ 238622 h 1157500"/>
              <a:gd name="connsiteX196" fmla="*/ 1211622 w 12192000"/>
              <a:gd name="connsiteY196" fmla="*/ 220676 h 1157500"/>
              <a:gd name="connsiteX197" fmla="*/ 1274567 w 12192000"/>
              <a:gd name="connsiteY197" fmla="*/ 203380 h 1157500"/>
              <a:gd name="connsiteX198" fmla="*/ 1325029 w 12192000"/>
              <a:gd name="connsiteY198" fmla="*/ 207937 h 1157500"/>
              <a:gd name="connsiteX199" fmla="*/ 1356805 w 12192000"/>
              <a:gd name="connsiteY199" fmla="*/ 203622 h 1157500"/>
              <a:gd name="connsiteX200" fmla="*/ 1468752 w 12192000"/>
              <a:gd name="connsiteY200" fmla="*/ 214604 h 1157500"/>
              <a:gd name="connsiteX201" fmla="*/ 1650750 w 12192000"/>
              <a:gd name="connsiteY201" fmla="*/ 165090 h 1157500"/>
              <a:gd name="connsiteX202" fmla="*/ 1655056 w 12192000"/>
              <a:gd name="connsiteY202" fmla="*/ 172106 h 1157500"/>
              <a:gd name="connsiteX203" fmla="*/ 1683220 w 12192000"/>
              <a:gd name="connsiteY203" fmla="*/ 169652 h 1157500"/>
              <a:gd name="connsiteX204" fmla="*/ 1685599 w 12192000"/>
              <a:gd name="connsiteY204" fmla="*/ 165388 h 1157500"/>
              <a:gd name="connsiteX205" fmla="*/ 1735783 w 12192000"/>
              <a:gd name="connsiteY205" fmla="*/ 177400 h 1157500"/>
              <a:gd name="connsiteX206" fmla="*/ 1797102 w 12192000"/>
              <a:gd name="connsiteY206" fmla="*/ 182289 h 1157500"/>
              <a:gd name="connsiteX207" fmla="*/ 1845638 w 12192000"/>
              <a:gd name="connsiteY207" fmla="*/ 163774 h 1157500"/>
              <a:gd name="connsiteX208" fmla="*/ 1848980 w 12192000"/>
              <a:gd name="connsiteY208" fmla="*/ 167516 h 1157500"/>
              <a:gd name="connsiteX209" fmla="*/ 1880587 w 12192000"/>
              <a:gd name="connsiteY209" fmla="*/ 165506 h 1157500"/>
              <a:gd name="connsiteX210" fmla="*/ 1995803 w 12192000"/>
              <a:gd name="connsiteY210" fmla="*/ 131847 h 1157500"/>
              <a:gd name="connsiteX211" fmla="*/ 2057448 w 12192000"/>
              <a:gd name="connsiteY211" fmla="*/ 128650 h 1157500"/>
              <a:gd name="connsiteX212" fmla="*/ 2119088 w 12192000"/>
              <a:gd name="connsiteY212" fmla="*/ 113508 h 1157500"/>
              <a:gd name="connsiteX213" fmla="*/ 2138831 w 12192000"/>
              <a:gd name="connsiteY213" fmla="*/ 116194 h 1157500"/>
              <a:gd name="connsiteX214" fmla="*/ 2214259 w 12192000"/>
              <a:gd name="connsiteY214" fmla="*/ 110542 h 1157500"/>
              <a:gd name="connsiteX215" fmla="*/ 2264911 w 12192000"/>
              <a:gd name="connsiteY215" fmla="*/ 101639 h 1157500"/>
              <a:gd name="connsiteX216" fmla="*/ 2454058 w 12192000"/>
              <a:gd name="connsiteY216" fmla="*/ 67266 h 1157500"/>
              <a:gd name="connsiteX217" fmla="*/ 2534188 w 12192000"/>
              <a:gd name="connsiteY217" fmla="*/ 63730 h 1157500"/>
              <a:gd name="connsiteX218" fmla="*/ 2616912 w 12192000"/>
              <a:gd name="connsiteY218" fmla="*/ 44757 h 1157500"/>
              <a:gd name="connsiteX219" fmla="*/ 2698592 w 12192000"/>
              <a:gd name="connsiteY219" fmla="*/ 35873 h 1157500"/>
              <a:gd name="connsiteX220" fmla="*/ 2891953 w 12192000"/>
              <a:gd name="connsiteY22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097932 w 12192000"/>
              <a:gd name="connsiteY133" fmla="*/ 154728 h 1157500"/>
              <a:gd name="connsiteX134" fmla="*/ 10155104 w 12192000"/>
              <a:gd name="connsiteY134" fmla="*/ 151613 h 1157500"/>
              <a:gd name="connsiteX135" fmla="*/ 10250982 w 12192000"/>
              <a:gd name="connsiteY135" fmla="*/ 128642 h 1157500"/>
              <a:gd name="connsiteX136" fmla="*/ 10343301 w 12192000"/>
              <a:gd name="connsiteY136" fmla="*/ 90884 h 1157500"/>
              <a:gd name="connsiteX137" fmla="*/ 10366625 w 12192000"/>
              <a:gd name="connsiteY137" fmla="*/ 79428 h 1157500"/>
              <a:gd name="connsiteX138" fmla="*/ 10433505 w 12192000"/>
              <a:gd name="connsiteY138" fmla="*/ 65000 h 1157500"/>
              <a:gd name="connsiteX139" fmla="*/ 10547510 w 12192000"/>
              <a:gd name="connsiteY139" fmla="*/ 47246 h 1157500"/>
              <a:gd name="connsiteX140" fmla="*/ 10588150 w 12192000"/>
              <a:gd name="connsiteY140" fmla="*/ 32287 h 1157500"/>
              <a:gd name="connsiteX141" fmla="*/ 10589457 w 12192000"/>
              <a:gd name="connsiteY141" fmla="*/ 25296 h 1157500"/>
              <a:gd name="connsiteX142" fmla="*/ 10699976 w 12192000"/>
              <a:gd name="connsiteY142" fmla="*/ 43345 h 1157500"/>
              <a:gd name="connsiteX143" fmla="*/ 10812237 w 12192000"/>
              <a:gd name="connsiteY143" fmla="*/ 46327 h 1157500"/>
              <a:gd name="connsiteX144" fmla="*/ 10869837 w 12192000"/>
              <a:gd name="connsiteY144" fmla="*/ 65795 h 1157500"/>
              <a:gd name="connsiteX145" fmla="*/ 10881770 w 12192000"/>
              <a:gd name="connsiteY145" fmla="*/ 73672 h 1157500"/>
              <a:gd name="connsiteX146" fmla="*/ 10896899 w 12192000"/>
              <a:gd name="connsiteY146" fmla="*/ 70731 h 1157500"/>
              <a:gd name="connsiteX147" fmla="*/ 10901748 w 12192000"/>
              <a:gd name="connsiteY147" fmla="*/ 66352 h 1157500"/>
              <a:gd name="connsiteX148" fmla="*/ 10947419 w 12192000"/>
              <a:gd name="connsiteY148" fmla="*/ 83316 h 1157500"/>
              <a:gd name="connsiteX149" fmla="*/ 10953034 w 12192000"/>
              <a:gd name="connsiteY149" fmla="*/ 84438 h 1157500"/>
              <a:gd name="connsiteX150" fmla="*/ 10992070 w 12192000"/>
              <a:gd name="connsiteY150" fmla="*/ 88841 h 1157500"/>
              <a:gd name="connsiteX151" fmla="*/ 11112372 w 12192000"/>
              <a:gd name="connsiteY151" fmla="*/ 82247 h 1157500"/>
              <a:gd name="connsiteX152" fmla="*/ 11147719 w 12192000"/>
              <a:gd name="connsiteY152" fmla="*/ 80560 h 1157500"/>
              <a:gd name="connsiteX153" fmla="*/ 11172617 w 12192000"/>
              <a:gd name="connsiteY153" fmla="*/ 76265 h 1157500"/>
              <a:gd name="connsiteX154" fmla="*/ 11240397 w 12192000"/>
              <a:gd name="connsiteY154" fmla="*/ 81830 h 1157500"/>
              <a:gd name="connsiteX155" fmla="*/ 11270034 w 12192000"/>
              <a:gd name="connsiteY155" fmla="*/ 91947 h 1157500"/>
              <a:gd name="connsiteX156" fmla="*/ 11293091 w 12192000"/>
              <a:gd name="connsiteY156" fmla="*/ 92042 h 1157500"/>
              <a:gd name="connsiteX157" fmla="*/ 11310949 w 12192000"/>
              <a:gd name="connsiteY157" fmla="*/ 97842 h 1157500"/>
              <a:gd name="connsiteX158" fmla="*/ 11345279 w 12192000"/>
              <a:gd name="connsiteY158" fmla="*/ 95451 h 1157500"/>
              <a:gd name="connsiteX159" fmla="*/ 11354597 w 12192000"/>
              <a:gd name="connsiteY159" fmla="*/ 97953 h 1157500"/>
              <a:gd name="connsiteX160" fmla="*/ 11367725 w 12192000"/>
              <a:gd name="connsiteY160" fmla="*/ 97999 h 1157500"/>
              <a:gd name="connsiteX161" fmla="*/ 11399832 w 12192000"/>
              <a:gd name="connsiteY161" fmla="*/ 110616 h 1157500"/>
              <a:gd name="connsiteX162" fmla="*/ 11487595 w 12192000"/>
              <a:gd name="connsiteY162" fmla="*/ 152322 h 1157500"/>
              <a:gd name="connsiteX163" fmla="*/ 11590850 w 12192000"/>
              <a:gd name="connsiteY163" fmla="*/ 238552 h 1157500"/>
              <a:gd name="connsiteX164" fmla="*/ 11736204 w 12192000"/>
              <a:gd name="connsiteY164" fmla="*/ 277509 h 1157500"/>
              <a:gd name="connsiteX165" fmla="*/ 11760331 w 12192000"/>
              <a:gd name="connsiteY165" fmla="*/ 291936 h 1157500"/>
              <a:gd name="connsiteX166" fmla="*/ 11819139 w 12192000"/>
              <a:gd name="connsiteY166" fmla="*/ 304143 h 1157500"/>
              <a:gd name="connsiteX167" fmla="*/ 11821967 w 12192000"/>
              <a:gd name="connsiteY167" fmla="*/ 305790 h 1157500"/>
              <a:gd name="connsiteX168" fmla="*/ 11847125 w 12192000"/>
              <a:gd name="connsiteY168" fmla="*/ 297401 h 1157500"/>
              <a:gd name="connsiteX169" fmla="*/ 11980134 w 12192000"/>
              <a:gd name="connsiteY169" fmla="*/ 321911 h 1157500"/>
              <a:gd name="connsiteX170" fmla="*/ 12174576 w 12192000"/>
              <a:gd name="connsiteY170" fmla="*/ 376108 h 1157500"/>
              <a:gd name="connsiteX171" fmla="*/ 12192000 w 12192000"/>
              <a:gd name="connsiteY171" fmla="*/ 379233 h 1157500"/>
              <a:gd name="connsiteX172" fmla="*/ 12192000 w 12192000"/>
              <a:gd name="connsiteY172" fmla="*/ 1157500 h 1157500"/>
              <a:gd name="connsiteX173" fmla="*/ 0 w 12192000"/>
              <a:gd name="connsiteY173" fmla="*/ 1157500 h 1157500"/>
              <a:gd name="connsiteX174" fmla="*/ 0 w 12192000"/>
              <a:gd name="connsiteY174" fmla="*/ 483545 h 1157500"/>
              <a:gd name="connsiteX175" fmla="*/ 5331 w 12192000"/>
              <a:gd name="connsiteY175" fmla="*/ 482797 h 1157500"/>
              <a:gd name="connsiteX176" fmla="*/ 39902 w 12192000"/>
              <a:gd name="connsiteY176" fmla="*/ 472284 h 1157500"/>
              <a:gd name="connsiteX177" fmla="*/ 117880 w 12192000"/>
              <a:gd name="connsiteY177" fmla="*/ 420956 h 1157500"/>
              <a:gd name="connsiteX178" fmla="*/ 238140 w 12192000"/>
              <a:gd name="connsiteY178" fmla="*/ 379297 h 1157500"/>
              <a:gd name="connsiteX179" fmla="*/ 249589 w 12192000"/>
              <a:gd name="connsiteY179" fmla="*/ 379517 h 1157500"/>
              <a:gd name="connsiteX180" fmla="*/ 296963 w 12192000"/>
              <a:gd name="connsiteY180" fmla="*/ 356102 h 1157500"/>
              <a:gd name="connsiteX181" fmla="*/ 339235 w 12192000"/>
              <a:gd name="connsiteY181" fmla="*/ 324425 h 1157500"/>
              <a:gd name="connsiteX182" fmla="*/ 447152 w 12192000"/>
              <a:gd name="connsiteY182" fmla="*/ 327423 h 1157500"/>
              <a:gd name="connsiteX183" fmla="*/ 475247 w 12192000"/>
              <a:gd name="connsiteY183" fmla="*/ 336714 h 1157500"/>
              <a:gd name="connsiteX184" fmla="*/ 477967 w 12192000"/>
              <a:gd name="connsiteY184" fmla="*/ 337960 h 1157500"/>
              <a:gd name="connsiteX185" fmla="*/ 703732 w 12192000"/>
              <a:gd name="connsiteY185" fmla="*/ 316599 h 1157500"/>
              <a:gd name="connsiteX186" fmla="*/ 853391 w 12192000"/>
              <a:gd name="connsiteY186" fmla="*/ 303591 h 1157500"/>
              <a:gd name="connsiteX187" fmla="*/ 925332 w 12192000"/>
              <a:gd name="connsiteY187" fmla="*/ 298686 h 1157500"/>
              <a:gd name="connsiteX188" fmla="*/ 941286 w 12192000"/>
              <a:gd name="connsiteY188" fmla="*/ 288932 h 1157500"/>
              <a:gd name="connsiteX189" fmla="*/ 950845 w 12192000"/>
              <a:gd name="connsiteY189" fmla="*/ 286595 h 1157500"/>
              <a:gd name="connsiteX190" fmla="*/ 953292 w 12192000"/>
              <a:gd name="connsiteY190" fmla="*/ 280892 h 1157500"/>
              <a:gd name="connsiteX191" fmla="*/ 967499 w 12192000"/>
              <a:gd name="connsiteY191" fmla="*/ 273760 h 1157500"/>
              <a:gd name="connsiteX192" fmla="*/ 1069267 w 12192000"/>
              <a:gd name="connsiteY192" fmla="*/ 262766 h 1157500"/>
              <a:gd name="connsiteX193" fmla="*/ 1138407 w 12192000"/>
              <a:gd name="connsiteY193" fmla="*/ 246567 h 1157500"/>
              <a:gd name="connsiteX194" fmla="*/ 1164931 w 12192000"/>
              <a:gd name="connsiteY194" fmla="*/ 238622 h 1157500"/>
              <a:gd name="connsiteX195" fmla="*/ 1211622 w 12192000"/>
              <a:gd name="connsiteY195" fmla="*/ 220676 h 1157500"/>
              <a:gd name="connsiteX196" fmla="*/ 1274567 w 12192000"/>
              <a:gd name="connsiteY196" fmla="*/ 203380 h 1157500"/>
              <a:gd name="connsiteX197" fmla="*/ 1325029 w 12192000"/>
              <a:gd name="connsiteY197" fmla="*/ 207937 h 1157500"/>
              <a:gd name="connsiteX198" fmla="*/ 1356805 w 12192000"/>
              <a:gd name="connsiteY198" fmla="*/ 203622 h 1157500"/>
              <a:gd name="connsiteX199" fmla="*/ 1468752 w 12192000"/>
              <a:gd name="connsiteY199" fmla="*/ 214604 h 1157500"/>
              <a:gd name="connsiteX200" fmla="*/ 1650750 w 12192000"/>
              <a:gd name="connsiteY200" fmla="*/ 165090 h 1157500"/>
              <a:gd name="connsiteX201" fmla="*/ 1655056 w 12192000"/>
              <a:gd name="connsiteY201" fmla="*/ 172106 h 1157500"/>
              <a:gd name="connsiteX202" fmla="*/ 1683220 w 12192000"/>
              <a:gd name="connsiteY202" fmla="*/ 169652 h 1157500"/>
              <a:gd name="connsiteX203" fmla="*/ 1685599 w 12192000"/>
              <a:gd name="connsiteY203" fmla="*/ 165388 h 1157500"/>
              <a:gd name="connsiteX204" fmla="*/ 1735783 w 12192000"/>
              <a:gd name="connsiteY204" fmla="*/ 177400 h 1157500"/>
              <a:gd name="connsiteX205" fmla="*/ 1797102 w 12192000"/>
              <a:gd name="connsiteY205" fmla="*/ 182289 h 1157500"/>
              <a:gd name="connsiteX206" fmla="*/ 1845638 w 12192000"/>
              <a:gd name="connsiteY206" fmla="*/ 163774 h 1157500"/>
              <a:gd name="connsiteX207" fmla="*/ 1848980 w 12192000"/>
              <a:gd name="connsiteY207" fmla="*/ 167516 h 1157500"/>
              <a:gd name="connsiteX208" fmla="*/ 1880587 w 12192000"/>
              <a:gd name="connsiteY208" fmla="*/ 165506 h 1157500"/>
              <a:gd name="connsiteX209" fmla="*/ 1995803 w 12192000"/>
              <a:gd name="connsiteY209" fmla="*/ 131847 h 1157500"/>
              <a:gd name="connsiteX210" fmla="*/ 2057448 w 12192000"/>
              <a:gd name="connsiteY210" fmla="*/ 128650 h 1157500"/>
              <a:gd name="connsiteX211" fmla="*/ 2119088 w 12192000"/>
              <a:gd name="connsiteY211" fmla="*/ 113508 h 1157500"/>
              <a:gd name="connsiteX212" fmla="*/ 2138831 w 12192000"/>
              <a:gd name="connsiteY212" fmla="*/ 116194 h 1157500"/>
              <a:gd name="connsiteX213" fmla="*/ 2214259 w 12192000"/>
              <a:gd name="connsiteY213" fmla="*/ 110542 h 1157500"/>
              <a:gd name="connsiteX214" fmla="*/ 2264911 w 12192000"/>
              <a:gd name="connsiteY214" fmla="*/ 101639 h 1157500"/>
              <a:gd name="connsiteX215" fmla="*/ 2454058 w 12192000"/>
              <a:gd name="connsiteY215" fmla="*/ 67266 h 1157500"/>
              <a:gd name="connsiteX216" fmla="*/ 2534188 w 12192000"/>
              <a:gd name="connsiteY216" fmla="*/ 63730 h 1157500"/>
              <a:gd name="connsiteX217" fmla="*/ 2616912 w 12192000"/>
              <a:gd name="connsiteY217" fmla="*/ 44757 h 1157500"/>
              <a:gd name="connsiteX218" fmla="*/ 2698592 w 12192000"/>
              <a:gd name="connsiteY218" fmla="*/ 35873 h 1157500"/>
              <a:gd name="connsiteX219" fmla="*/ 2891953 w 12192000"/>
              <a:gd name="connsiteY21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083825 w 12192000"/>
              <a:gd name="connsiteY132" fmla="*/ 162012 h 1157500"/>
              <a:gd name="connsiteX133" fmla="*/ 10155104 w 12192000"/>
              <a:gd name="connsiteY133" fmla="*/ 151613 h 1157500"/>
              <a:gd name="connsiteX134" fmla="*/ 10250982 w 12192000"/>
              <a:gd name="connsiteY134" fmla="*/ 128642 h 1157500"/>
              <a:gd name="connsiteX135" fmla="*/ 10343301 w 12192000"/>
              <a:gd name="connsiteY135" fmla="*/ 90884 h 1157500"/>
              <a:gd name="connsiteX136" fmla="*/ 10366625 w 12192000"/>
              <a:gd name="connsiteY136" fmla="*/ 79428 h 1157500"/>
              <a:gd name="connsiteX137" fmla="*/ 10433505 w 12192000"/>
              <a:gd name="connsiteY137" fmla="*/ 65000 h 1157500"/>
              <a:gd name="connsiteX138" fmla="*/ 10547510 w 12192000"/>
              <a:gd name="connsiteY138" fmla="*/ 47246 h 1157500"/>
              <a:gd name="connsiteX139" fmla="*/ 10588150 w 12192000"/>
              <a:gd name="connsiteY139" fmla="*/ 32287 h 1157500"/>
              <a:gd name="connsiteX140" fmla="*/ 10589457 w 12192000"/>
              <a:gd name="connsiteY140" fmla="*/ 25296 h 1157500"/>
              <a:gd name="connsiteX141" fmla="*/ 10699976 w 12192000"/>
              <a:gd name="connsiteY141" fmla="*/ 43345 h 1157500"/>
              <a:gd name="connsiteX142" fmla="*/ 10812237 w 12192000"/>
              <a:gd name="connsiteY142" fmla="*/ 46327 h 1157500"/>
              <a:gd name="connsiteX143" fmla="*/ 10869837 w 12192000"/>
              <a:gd name="connsiteY143" fmla="*/ 65795 h 1157500"/>
              <a:gd name="connsiteX144" fmla="*/ 10881770 w 12192000"/>
              <a:gd name="connsiteY144" fmla="*/ 73672 h 1157500"/>
              <a:gd name="connsiteX145" fmla="*/ 10896899 w 12192000"/>
              <a:gd name="connsiteY145" fmla="*/ 70731 h 1157500"/>
              <a:gd name="connsiteX146" fmla="*/ 10901748 w 12192000"/>
              <a:gd name="connsiteY146" fmla="*/ 66352 h 1157500"/>
              <a:gd name="connsiteX147" fmla="*/ 10947419 w 12192000"/>
              <a:gd name="connsiteY147" fmla="*/ 83316 h 1157500"/>
              <a:gd name="connsiteX148" fmla="*/ 10953034 w 12192000"/>
              <a:gd name="connsiteY148" fmla="*/ 84438 h 1157500"/>
              <a:gd name="connsiteX149" fmla="*/ 10992070 w 12192000"/>
              <a:gd name="connsiteY149" fmla="*/ 88841 h 1157500"/>
              <a:gd name="connsiteX150" fmla="*/ 11112372 w 12192000"/>
              <a:gd name="connsiteY150" fmla="*/ 82247 h 1157500"/>
              <a:gd name="connsiteX151" fmla="*/ 11147719 w 12192000"/>
              <a:gd name="connsiteY151" fmla="*/ 80560 h 1157500"/>
              <a:gd name="connsiteX152" fmla="*/ 11172617 w 12192000"/>
              <a:gd name="connsiteY152" fmla="*/ 76265 h 1157500"/>
              <a:gd name="connsiteX153" fmla="*/ 11240397 w 12192000"/>
              <a:gd name="connsiteY153" fmla="*/ 81830 h 1157500"/>
              <a:gd name="connsiteX154" fmla="*/ 11270034 w 12192000"/>
              <a:gd name="connsiteY154" fmla="*/ 91947 h 1157500"/>
              <a:gd name="connsiteX155" fmla="*/ 11293091 w 12192000"/>
              <a:gd name="connsiteY155" fmla="*/ 92042 h 1157500"/>
              <a:gd name="connsiteX156" fmla="*/ 11310949 w 12192000"/>
              <a:gd name="connsiteY156" fmla="*/ 97842 h 1157500"/>
              <a:gd name="connsiteX157" fmla="*/ 11345279 w 12192000"/>
              <a:gd name="connsiteY157" fmla="*/ 95451 h 1157500"/>
              <a:gd name="connsiteX158" fmla="*/ 11354597 w 12192000"/>
              <a:gd name="connsiteY158" fmla="*/ 97953 h 1157500"/>
              <a:gd name="connsiteX159" fmla="*/ 11367725 w 12192000"/>
              <a:gd name="connsiteY159" fmla="*/ 97999 h 1157500"/>
              <a:gd name="connsiteX160" fmla="*/ 11399832 w 12192000"/>
              <a:gd name="connsiteY160" fmla="*/ 110616 h 1157500"/>
              <a:gd name="connsiteX161" fmla="*/ 11487595 w 12192000"/>
              <a:gd name="connsiteY161" fmla="*/ 152322 h 1157500"/>
              <a:gd name="connsiteX162" fmla="*/ 11590850 w 12192000"/>
              <a:gd name="connsiteY162" fmla="*/ 238552 h 1157500"/>
              <a:gd name="connsiteX163" fmla="*/ 11736204 w 12192000"/>
              <a:gd name="connsiteY163" fmla="*/ 277509 h 1157500"/>
              <a:gd name="connsiteX164" fmla="*/ 11760331 w 12192000"/>
              <a:gd name="connsiteY164" fmla="*/ 291936 h 1157500"/>
              <a:gd name="connsiteX165" fmla="*/ 11819139 w 12192000"/>
              <a:gd name="connsiteY165" fmla="*/ 304143 h 1157500"/>
              <a:gd name="connsiteX166" fmla="*/ 11821967 w 12192000"/>
              <a:gd name="connsiteY166" fmla="*/ 305790 h 1157500"/>
              <a:gd name="connsiteX167" fmla="*/ 11847125 w 12192000"/>
              <a:gd name="connsiteY167" fmla="*/ 297401 h 1157500"/>
              <a:gd name="connsiteX168" fmla="*/ 11980134 w 12192000"/>
              <a:gd name="connsiteY168" fmla="*/ 321911 h 1157500"/>
              <a:gd name="connsiteX169" fmla="*/ 12174576 w 12192000"/>
              <a:gd name="connsiteY169" fmla="*/ 376108 h 1157500"/>
              <a:gd name="connsiteX170" fmla="*/ 12192000 w 12192000"/>
              <a:gd name="connsiteY170" fmla="*/ 379233 h 1157500"/>
              <a:gd name="connsiteX171" fmla="*/ 12192000 w 12192000"/>
              <a:gd name="connsiteY171" fmla="*/ 1157500 h 1157500"/>
              <a:gd name="connsiteX172" fmla="*/ 0 w 12192000"/>
              <a:gd name="connsiteY172" fmla="*/ 1157500 h 1157500"/>
              <a:gd name="connsiteX173" fmla="*/ 0 w 12192000"/>
              <a:gd name="connsiteY173" fmla="*/ 483545 h 1157500"/>
              <a:gd name="connsiteX174" fmla="*/ 5331 w 12192000"/>
              <a:gd name="connsiteY174" fmla="*/ 482797 h 1157500"/>
              <a:gd name="connsiteX175" fmla="*/ 39902 w 12192000"/>
              <a:gd name="connsiteY175" fmla="*/ 472284 h 1157500"/>
              <a:gd name="connsiteX176" fmla="*/ 117880 w 12192000"/>
              <a:gd name="connsiteY176" fmla="*/ 420956 h 1157500"/>
              <a:gd name="connsiteX177" fmla="*/ 238140 w 12192000"/>
              <a:gd name="connsiteY177" fmla="*/ 379297 h 1157500"/>
              <a:gd name="connsiteX178" fmla="*/ 249589 w 12192000"/>
              <a:gd name="connsiteY178" fmla="*/ 379517 h 1157500"/>
              <a:gd name="connsiteX179" fmla="*/ 296963 w 12192000"/>
              <a:gd name="connsiteY179" fmla="*/ 356102 h 1157500"/>
              <a:gd name="connsiteX180" fmla="*/ 339235 w 12192000"/>
              <a:gd name="connsiteY180" fmla="*/ 324425 h 1157500"/>
              <a:gd name="connsiteX181" fmla="*/ 447152 w 12192000"/>
              <a:gd name="connsiteY181" fmla="*/ 327423 h 1157500"/>
              <a:gd name="connsiteX182" fmla="*/ 475247 w 12192000"/>
              <a:gd name="connsiteY182" fmla="*/ 336714 h 1157500"/>
              <a:gd name="connsiteX183" fmla="*/ 477967 w 12192000"/>
              <a:gd name="connsiteY183" fmla="*/ 337960 h 1157500"/>
              <a:gd name="connsiteX184" fmla="*/ 703732 w 12192000"/>
              <a:gd name="connsiteY184" fmla="*/ 316599 h 1157500"/>
              <a:gd name="connsiteX185" fmla="*/ 853391 w 12192000"/>
              <a:gd name="connsiteY185" fmla="*/ 303591 h 1157500"/>
              <a:gd name="connsiteX186" fmla="*/ 925332 w 12192000"/>
              <a:gd name="connsiteY186" fmla="*/ 298686 h 1157500"/>
              <a:gd name="connsiteX187" fmla="*/ 941286 w 12192000"/>
              <a:gd name="connsiteY187" fmla="*/ 288932 h 1157500"/>
              <a:gd name="connsiteX188" fmla="*/ 950845 w 12192000"/>
              <a:gd name="connsiteY188" fmla="*/ 286595 h 1157500"/>
              <a:gd name="connsiteX189" fmla="*/ 953292 w 12192000"/>
              <a:gd name="connsiteY189" fmla="*/ 280892 h 1157500"/>
              <a:gd name="connsiteX190" fmla="*/ 967499 w 12192000"/>
              <a:gd name="connsiteY190" fmla="*/ 273760 h 1157500"/>
              <a:gd name="connsiteX191" fmla="*/ 1069267 w 12192000"/>
              <a:gd name="connsiteY191" fmla="*/ 262766 h 1157500"/>
              <a:gd name="connsiteX192" fmla="*/ 1138407 w 12192000"/>
              <a:gd name="connsiteY192" fmla="*/ 246567 h 1157500"/>
              <a:gd name="connsiteX193" fmla="*/ 1164931 w 12192000"/>
              <a:gd name="connsiteY193" fmla="*/ 238622 h 1157500"/>
              <a:gd name="connsiteX194" fmla="*/ 1211622 w 12192000"/>
              <a:gd name="connsiteY194" fmla="*/ 220676 h 1157500"/>
              <a:gd name="connsiteX195" fmla="*/ 1274567 w 12192000"/>
              <a:gd name="connsiteY195" fmla="*/ 203380 h 1157500"/>
              <a:gd name="connsiteX196" fmla="*/ 1325029 w 12192000"/>
              <a:gd name="connsiteY196" fmla="*/ 207937 h 1157500"/>
              <a:gd name="connsiteX197" fmla="*/ 1356805 w 12192000"/>
              <a:gd name="connsiteY197" fmla="*/ 203622 h 1157500"/>
              <a:gd name="connsiteX198" fmla="*/ 1468752 w 12192000"/>
              <a:gd name="connsiteY198" fmla="*/ 214604 h 1157500"/>
              <a:gd name="connsiteX199" fmla="*/ 1650750 w 12192000"/>
              <a:gd name="connsiteY199" fmla="*/ 165090 h 1157500"/>
              <a:gd name="connsiteX200" fmla="*/ 1655056 w 12192000"/>
              <a:gd name="connsiteY200" fmla="*/ 172106 h 1157500"/>
              <a:gd name="connsiteX201" fmla="*/ 1683220 w 12192000"/>
              <a:gd name="connsiteY201" fmla="*/ 169652 h 1157500"/>
              <a:gd name="connsiteX202" fmla="*/ 1685599 w 12192000"/>
              <a:gd name="connsiteY202" fmla="*/ 165388 h 1157500"/>
              <a:gd name="connsiteX203" fmla="*/ 1735783 w 12192000"/>
              <a:gd name="connsiteY203" fmla="*/ 177400 h 1157500"/>
              <a:gd name="connsiteX204" fmla="*/ 1797102 w 12192000"/>
              <a:gd name="connsiteY204" fmla="*/ 182289 h 1157500"/>
              <a:gd name="connsiteX205" fmla="*/ 1845638 w 12192000"/>
              <a:gd name="connsiteY205" fmla="*/ 163774 h 1157500"/>
              <a:gd name="connsiteX206" fmla="*/ 1848980 w 12192000"/>
              <a:gd name="connsiteY206" fmla="*/ 167516 h 1157500"/>
              <a:gd name="connsiteX207" fmla="*/ 1880587 w 12192000"/>
              <a:gd name="connsiteY207" fmla="*/ 165506 h 1157500"/>
              <a:gd name="connsiteX208" fmla="*/ 1995803 w 12192000"/>
              <a:gd name="connsiteY208" fmla="*/ 131847 h 1157500"/>
              <a:gd name="connsiteX209" fmla="*/ 2057448 w 12192000"/>
              <a:gd name="connsiteY209" fmla="*/ 128650 h 1157500"/>
              <a:gd name="connsiteX210" fmla="*/ 2119088 w 12192000"/>
              <a:gd name="connsiteY210" fmla="*/ 113508 h 1157500"/>
              <a:gd name="connsiteX211" fmla="*/ 2138831 w 12192000"/>
              <a:gd name="connsiteY211" fmla="*/ 116194 h 1157500"/>
              <a:gd name="connsiteX212" fmla="*/ 2214259 w 12192000"/>
              <a:gd name="connsiteY212" fmla="*/ 110542 h 1157500"/>
              <a:gd name="connsiteX213" fmla="*/ 2264911 w 12192000"/>
              <a:gd name="connsiteY213" fmla="*/ 101639 h 1157500"/>
              <a:gd name="connsiteX214" fmla="*/ 2454058 w 12192000"/>
              <a:gd name="connsiteY214" fmla="*/ 67266 h 1157500"/>
              <a:gd name="connsiteX215" fmla="*/ 2534188 w 12192000"/>
              <a:gd name="connsiteY215" fmla="*/ 63730 h 1157500"/>
              <a:gd name="connsiteX216" fmla="*/ 2616912 w 12192000"/>
              <a:gd name="connsiteY216" fmla="*/ 44757 h 1157500"/>
              <a:gd name="connsiteX217" fmla="*/ 2698592 w 12192000"/>
              <a:gd name="connsiteY217" fmla="*/ 35873 h 1157500"/>
              <a:gd name="connsiteX218" fmla="*/ 2891953 w 12192000"/>
              <a:gd name="connsiteY21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292491 w 12192000"/>
              <a:gd name="connsiteY97" fmla="*/ 97503 h 1157500"/>
              <a:gd name="connsiteX98" fmla="*/ 8307239 w 12192000"/>
              <a:gd name="connsiteY98" fmla="*/ 94591 h 1157500"/>
              <a:gd name="connsiteX99" fmla="*/ 8339282 w 12192000"/>
              <a:gd name="connsiteY99" fmla="*/ 108942 h 1157500"/>
              <a:gd name="connsiteX100" fmla="*/ 8346156 w 12192000"/>
              <a:gd name="connsiteY100" fmla="*/ 111227 h 1157500"/>
              <a:gd name="connsiteX101" fmla="*/ 8346467 w 12192000"/>
              <a:gd name="connsiteY101" fmla="*/ 111024 h 1157500"/>
              <a:gd name="connsiteX102" fmla="*/ 8354069 w 12192000"/>
              <a:gd name="connsiteY102" fmla="*/ 112942 h 1157500"/>
              <a:gd name="connsiteX103" fmla="*/ 8358687 w 12192000"/>
              <a:gd name="connsiteY103" fmla="*/ 115393 h 1157500"/>
              <a:gd name="connsiteX104" fmla="*/ 8433385 w 12192000"/>
              <a:gd name="connsiteY104" fmla="*/ 99669 h 1157500"/>
              <a:gd name="connsiteX105" fmla="*/ 8533779 w 12192000"/>
              <a:gd name="connsiteY105" fmla="*/ 98374 h 1157500"/>
              <a:gd name="connsiteX106" fmla="*/ 8632833 w 12192000"/>
              <a:gd name="connsiteY106" fmla="*/ 100532 h 1157500"/>
              <a:gd name="connsiteX107" fmla="*/ 8668523 w 12192000"/>
              <a:gd name="connsiteY107" fmla="*/ 102979 h 1157500"/>
              <a:gd name="connsiteX108" fmla="*/ 8732893 w 12192000"/>
              <a:gd name="connsiteY108" fmla="*/ 99991 h 1157500"/>
              <a:gd name="connsiteX109" fmla="*/ 8764071 w 12192000"/>
              <a:gd name="connsiteY109" fmla="*/ 94587 h 1157500"/>
              <a:gd name="connsiteX110" fmla="*/ 8767004 w 12192000"/>
              <a:gd name="connsiteY110" fmla="*/ 91519 h 1157500"/>
              <a:gd name="connsiteX111" fmla="*/ 8772553 w 12192000"/>
              <a:gd name="connsiteY111" fmla="*/ 90314 h 1157500"/>
              <a:gd name="connsiteX112" fmla="*/ 8787201 w 12192000"/>
              <a:gd name="connsiteY112" fmla="*/ 92033 h 1157500"/>
              <a:gd name="connsiteX113" fmla="*/ 8792624 w 12192000"/>
              <a:gd name="connsiteY113" fmla="*/ 93503 h 1157500"/>
              <a:gd name="connsiteX114" fmla="*/ 8800741 w 12192000"/>
              <a:gd name="connsiteY114" fmla="*/ 93897 h 1157500"/>
              <a:gd name="connsiteX115" fmla="*/ 8800966 w 12192000"/>
              <a:gd name="connsiteY115" fmla="*/ 93645 h 1157500"/>
              <a:gd name="connsiteX116" fmla="*/ 8808513 w 12192000"/>
              <a:gd name="connsiteY116" fmla="*/ 94530 h 1157500"/>
              <a:gd name="connsiteX117" fmla="*/ 8845110 w 12192000"/>
              <a:gd name="connsiteY117" fmla="*/ 102179 h 1157500"/>
              <a:gd name="connsiteX118" fmla="*/ 8917529 w 12192000"/>
              <a:gd name="connsiteY118" fmla="*/ 76373 h 1157500"/>
              <a:gd name="connsiteX119" fmla="*/ 9026654 w 12192000"/>
              <a:gd name="connsiteY119" fmla="*/ 93420 h 1157500"/>
              <a:gd name="connsiteX120" fmla="*/ 9088505 w 12192000"/>
              <a:gd name="connsiteY120" fmla="*/ 113002 h 1157500"/>
              <a:gd name="connsiteX121" fmla="*/ 9203241 w 12192000"/>
              <a:gd name="connsiteY121" fmla="*/ 111713 h 1157500"/>
              <a:gd name="connsiteX122" fmla="*/ 9415584 w 12192000"/>
              <a:gd name="connsiteY122" fmla="*/ 157156 h 1157500"/>
              <a:gd name="connsiteX123" fmla="*/ 9505102 w 12192000"/>
              <a:gd name="connsiteY123" fmla="*/ 141042 h 1157500"/>
              <a:gd name="connsiteX124" fmla="*/ 9643040 w 12192000"/>
              <a:gd name="connsiteY124" fmla="*/ 158233 h 1157500"/>
              <a:gd name="connsiteX125" fmla="*/ 9762999 w 12192000"/>
              <a:gd name="connsiteY125" fmla="*/ 162623 h 1157500"/>
              <a:gd name="connsiteX126" fmla="*/ 9776183 w 12192000"/>
              <a:gd name="connsiteY126" fmla="*/ 162191 h 1157500"/>
              <a:gd name="connsiteX127" fmla="*/ 9780532 w 12192000"/>
              <a:gd name="connsiteY127" fmla="*/ 155823 h 1157500"/>
              <a:gd name="connsiteX128" fmla="*/ 9910588 w 12192000"/>
              <a:gd name="connsiteY128" fmla="*/ 154327 h 1157500"/>
              <a:gd name="connsiteX129" fmla="*/ 9924173 w 12192000"/>
              <a:gd name="connsiteY129" fmla="*/ 158591 h 1157500"/>
              <a:gd name="connsiteX130" fmla="*/ 10010969 w 12192000"/>
              <a:gd name="connsiteY130" fmla="*/ 155802 h 1157500"/>
              <a:gd name="connsiteX131" fmla="*/ 10070699 w 12192000"/>
              <a:gd name="connsiteY131" fmla="*/ 157854 h 1157500"/>
              <a:gd name="connsiteX132" fmla="*/ 10155104 w 12192000"/>
              <a:gd name="connsiteY132" fmla="*/ 151613 h 1157500"/>
              <a:gd name="connsiteX133" fmla="*/ 10250982 w 12192000"/>
              <a:gd name="connsiteY133" fmla="*/ 128642 h 1157500"/>
              <a:gd name="connsiteX134" fmla="*/ 10343301 w 12192000"/>
              <a:gd name="connsiteY134" fmla="*/ 90884 h 1157500"/>
              <a:gd name="connsiteX135" fmla="*/ 10366625 w 12192000"/>
              <a:gd name="connsiteY135" fmla="*/ 79428 h 1157500"/>
              <a:gd name="connsiteX136" fmla="*/ 10433505 w 12192000"/>
              <a:gd name="connsiteY136" fmla="*/ 65000 h 1157500"/>
              <a:gd name="connsiteX137" fmla="*/ 10547510 w 12192000"/>
              <a:gd name="connsiteY137" fmla="*/ 47246 h 1157500"/>
              <a:gd name="connsiteX138" fmla="*/ 10588150 w 12192000"/>
              <a:gd name="connsiteY138" fmla="*/ 32287 h 1157500"/>
              <a:gd name="connsiteX139" fmla="*/ 10589457 w 12192000"/>
              <a:gd name="connsiteY139" fmla="*/ 25296 h 1157500"/>
              <a:gd name="connsiteX140" fmla="*/ 10699976 w 12192000"/>
              <a:gd name="connsiteY140" fmla="*/ 43345 h 1157500"/>
              <a:gd name="connsiteX141" fmla="*/ 10812237 w 12192000"/>
              <a:gd name="connsiteY141" fmla="*/ 46327 h 1157500"/>
              <a:gd name="connsiteX142" fmla="*/ 10869837 w 12192000"/>
              <a:gd name="connsiteY142" fmla="*/ 65795 h 1157500"/>
              <a:gd name="connsiteX143" fmla="*/ 10881770 w 12192000"/>
              <a:gd name="connsiteY143" fmla="*/ 73672 h 1157500"/>
              <a:gd name="connsiteX144" fmla="*/ 10896899 w 12192000"/>
              <a:gd name="connsiteY144" fmla="*/ 70731 h 1157500"/>
              <a:gd name="connsiteX145" fmla="*/ 10901748 w 12192000"/>
              <a:gd name="connsiteY145" fmla="*/ 66352 h 1157500"/>
              <a:gd name="connsiteX146" fmla="*/ 10947419 w 12192000"/>
              <a:gd name="connsiteY146" fmla="*/ 83316 h 1157500"/>
              <a:gd name="connsiteX147" fmla="*/ 10953034 w 12192000"/>
              <a:gd name="connsiteY147" fmla="*/ 84438 h 1157500"/>
              <a:gd name="connsiteX148" fmla="*/ 10992070 w 12192000"/>
              <a:gd name="connsiteY148" fmla="*/ 88841 h 1157500"/>
              <a:gd name="connsiteX149" fmla="*/ 11112372 w 12192000"/>
              <a:gd name="connsiteY149" fmla="*/ 82247 h 1157500"/>
              <a:gd name="connsiteX150" fmla="*/ 11147719 w 12192000"/>
              <a:gd name="connsiteY150" fmla="*/ 80560 h 1157500"/>
              <a:gd name="connsiteX151" fmla="*/ 11172617 w 12192000"/>
              <a:gd name="connsiteY151" fmla="*/ 76265 h 1157500"/>
              <a:gd name="connsiteX152" fmla="*/ 11240397 w 12192000"/>
              <a:gd name="connsiteY152" fmla="*/ 81830 h 1157500"/>
              <a:gd name="connsiteX153" fmla="*/ 11270034 w 12192000"/>
              <a:gd name="connsiteY153" fmla="*/ 91947 h 1157500"/>
              <a:gd name="connsiteX154" fmla="*/ 11293091 w 12192000"/>
              <a:gd name="connsiteY154" fmla="*/ 92042 h 1157500"/>
              <a:gd name="connsiteX155" fmla="*/ 11310949 w 12192000"/>
              <a:gd name="connsiteY155" fmla="*/ 97842 h 1157500"/>
              <a:gd name="connsiteX156" fmla="*/ 11345279 w 12192000"/>
              <a:gd name="connsiteY156" fmla="*/ 95451 h 1157500"/>
              <a:gd name="connsiteX157" fmla="*/ 11354597 w 12192000"/>
              <a:gd name="connsiteY157" fmla="*/ 97953 h 1157500"/>
              <a:gd name="connsiteX158" fmla="*/ 11367725 w 12192000"/>
              <a:gd name="connsiteY158" fmla="*/ 97999 h 1157500"/>
              <a:gd name="connsiteX159" fmla="*/ 11399832 w 12192000"/>
              <a:gd name="connsiteY159" fmla="*/ 110616 h 1157500"/>
              <a:gd name="connsiteX160" fmla="*/ 11487595 w 12192000"/>
              <a:gd name="connsiteY160" fmla="*/ 152322 h 1157500"/>
              <a:gd name="connsiteX161" fmla="*/ 11590850 w 12192000"/>
              <a:gd name="connsiteY161" fmla="*/ 238552 h 1157500"/>
              <a:gd name="connsiteX162" fmla="*/ 11736204 w 12192000"/>
              <a:gd name="connsiteY162" fmla="*/ 277509 h 1157500"/>
              <a:gd name="connsiteX163" fmla="*/ 11760331 w 12192000"/>
              <a:gd name="connsiteY163" fmla="*/ 291936 h 1157500"/>
              <a:gd name="connsiteX164" fmla="*/ 11819139 w 12192000"/>
              <a:gd name="connsiteY164" fmla="*/ 304143 h 1157500"/>
              <a:gd name="connsiteX165" fmla="*/ 11821967 w 12192000"/>
              <a:gd name="connsiteY165" fmla="*/ 305790 h 1157500"/>
              <a:gd name="connsiteX166" fmla="*/ 11847125 w 12192000"/>
              <a:gd name="connsiteY166" fmla="*/ 297401 h 1157500"/>
              <a:gd name="connsiteX167" fmla="*/ 11980134 w 12192000"/>
              <a:gd name="connsiteY167" fmla="*/ 321911 h 1157500"/>
              <a:gd name="connsiteX168" fmla="*/ 12174576 w 12192000"/>
              <a:gd name="connsiteY168" fmla="*/ 376108 h 1157500"/>
              <a:gd name="connsiteX169" fmla="*/ 12192000 w 12192000"/>
              <a:gd name="connsiteY169" fmla="*/ 379233 h 1157500"/>
              <a:gd name="connsiteX170" fmla="*/ 12192000 w 12192000"/>
              <a:gd name="connsiteY170" fmla="*/ 1157500 h 1157500"/>
              <a:gd name="connsiteX171" fmla="*/ 0 w 12192000"/>
              <a:gd name="connsiteY171" fmla="*/ 1157500 h 1157500"/>
              <a:gd name="connsiteX172" fmla="*/ 0 w 12192000"/>
              <a:gd name="connsiteY172" fmla="*/ 483545 h 1157500"/>
              <a:gd name="connsiteX173" fmla="*/ 5331 w 12192000"/>
              <a:gd name="connsiteY173" fmla="*/ 482797 h 1157500"/>
              <a:gd name="connsiteX174" fmla="*/ 39902 w 12192000"/>
              <a:gd name="connsiteY174" fmla="*/ 472284 h 1157500"/>
              <a:gd name="connsiteX175" fmla="*/ 117880 w 12192000"/>
              <a:gd name="connsiteY175" fmla="*/ 420956 h 1157500"/>
              <a:gd name="connsiteX176" fmla="*/ 238140 w 12192000"/>
              <a:gd name="connsiteY176" fmla="*/ 379297 h 1157500"/>
              <a:gd name="connsiteX177" fmla="*/ 249589 w 12192000"/>
              <a:gd name="connsiteY177" fmla="*/ 379517 h 1157500"/>
              <a:gd name="connsiteX178" fmla="*/ 296963 w 12192000"/>
              <a:gd name="connsiteY178" fmla="*/ 356102 h 1157500"/>
              <a:gd name="connsiteX179" fmla="*/ 339235 w 12192000"/>
              <a:gd name="connsiteY179" fmla="*/ 324425 h 1157500"/>
              <a:gd name="connsiteX180" fmla="*/ 447152 w 12192000"/>
              <a:gd name="connsiteY180" fmla="*/ 327423 h 1157500"/>
              <a:gd name="connsiteX181" fmla="*/ 475247 w 12192000"/>
              <a:gd name="connsiteY181" fmla="*/ 336714 h 1157500"/>
              <a:gd name="connsiteX182" fmla="*/ 477967 w 12192000"/>
              <a:gd name="connsiteY182" fmla="*/ 337960 h 1157500"/>
              <a:gd name="connsiteX183" fmla="*/ 703732 w 12192000"/>
              <a:gd name="connsiteY183" fmla="*/ 316599 h 1157500"/>
              <a:gd name="connsiteX184" fmla="*/ 853391 w 12192000"/>
              <a:gd name="connsiteY184" fmla="*/ 303591 h 1157500"/>
              <a:gd name="connsiteX185" fmla="*/ 925332 w 12192000"/>
              <a:gd name="connsiteY185" fmla="*/ 298686 h 1157500"/>
              <a:gd name="connsiteX186" fmla="*/ 941286 w 12192000"/>
              <a:gd name="connsiteY186" fmla="*/ 288932 h 1157500"/>
              <a:gd name="connsiteX187" fmla="*/ 950845 w 12192000"/>
              <a:gd name="connsiteY187" fmla="*/ 286595 h 1157500"/>
              <a:gd name="connsiteX188" fmla="*/ 953292 w 12192000"/>
              <a:gd name="connsiteY188" fmla="*/ 280892 h 1157500"/>
              <a:gd name="connsiteX189" fmla="*/ 967499 w 12192000"/>
              <a:gd name="connsiteY189" fmla="*/ 273760 h 1157500"/>
              <a:gd name="connsiteX190" fmla="*/ 1069267 w 12192000"/>
              <a:gd name="connsiteY190" fmla="*/ 262766 h 1157500"/>
              <a:gd name="connsiteX191" fmla="*/ 1138407 w 12192000"/>
              <a:gd name="connsiteY191" fmla="*/ 246567 h 1157500"/>
              <a:gd name="connsiteX192" fmla="*/ 1164931 w 12192000"/>
              <a:gd name="connsiteY192" fmla="*/ 238622 h 1157500"/>
              <a:gd name="connsiteX193" fmla="*/ 1211622 w 12192000"/>
              <a:gd name="connsiteY193" fmla="*/ 220676 h 1157500"/>
              <a:gd name="connsiteX194" fmla="*/ 1274567 w 12192000"/>
              <a:gd name="connsiteY194" fmla="*/ 203380 h 1157500"/>
              <a:gd name="connsiteX195" fmla="*/ 1325029 w 12192000"/>
              <a:gd name="connsiteY195" fmla="*/ 207937 h 1157500"/>
              <a:gd name="connsiteX196" fmla="*/ 1356805 w 12192000"/>
              <a:gd name="connsiteY196" fmla="*/ 203622 h 1157500"/>
              <a:gd name="connsiteX197" fmla="*/ 1468752 w 12192000"/>
              <a:gd name="connsiteY197" fmla="*/ 214604 h 1157500"/>
              <a:gd name="connsiteX198" fmla="*/ 1650750 w 12192000"/>
              <a:gd name="connsiteY198" fmla="*/ 165090 h 1157500"/>
              <a:gd name="connsiteX199" fmla="*/ 1655056 w 12192000"/>
              <a:gd name="connsiteY199" fmla="*/ 172106 h 1157500"/>
              <a:gd name="connsiteX200" fmla="*/ 1683220 w 12192000"/>
              <a:gd name="connsiteY200" fmla="*/ 169652 h 1157500"/>
              <a:gd name="connsiteX201" fmla="*/ 1685599 w 12192000"/>
              <a:gd name="connsiteY201" fmla="*/ 165388 h 1157500"/>
              <a:gd name="connsiteX202" fmla="*/ 1735783 w 12192000"/>
              <a:gd name="connsiteY202" fmla="*/ 177400 h 1157500"/>
              <a:gd name="connsiteX203" fmla="*/ 1797102 w 12192000"/>
              <a:gd name="connsiteY203" fmla="*/ 182289 h 1157500"/>
              <a:gd name="connsiteX204" fmla="*/ 1845638 w 12192000"/>
              <a:gd name="connsiteY204" fmla="*/ 163774 h 1157500"/>
              <a:gd name="connsiteX205" fmla="*/ 1848980 w 12192000"/>
              <a:gd name="connsiteY205" fmla="*/ 167516 h 1157500"/>
              <a:gd name="connsiteX206" fmla="*/ 1880587 w 12192000"/>
              <a:gd name="connsiteY206" fmla="*/ 165506 h 1157500"/>
              <a:gd name="connsiteX207" fmla="*/ 1995803 w 12192000"/>
              <a:gd name="connsiteY207" fmla="*/ 131847 h 1157500"/>
              <a:gd name="connsiteX208" fmla="*/ 2057448 w 12192000"/>
              <a:gd name="connsiteY208" fmla="*/ 128650 h 1157500"/>
              <a:gd name="connsiteX209" fmla="*/ 2119088 w 12192000"/>
              <a:gd name="connsiteY209" fmla="*/ 113508 h 1157500"/>
              <a:gd name="connsiteX210" fmla="*/ 2138831 w 12192000"/>
              <a:gd name="connsiteY210" fmla="*/ 116194 h 1157500"/>
              <a:gd name="connsiteX211" fmla="*/ 2214259 w 12192000"/>
              <a:gd name="connsiteY211" fmla="*/ 110542 h 1157500"/>
              <a:gd name="connsiteX212" fmla="*/ 2264911 w 12192000"/>
              <a:gd name="connsiteY212" fmla="*/ 101639 h 1157500"/>
              <a:gd name="connsiteX213" fmla="*/ 2454058 w 12192000"/>
              <a:gd name="connsiteY213" fmla="*/ 67266 h 1157500"/>
              <a:gd name="connsiteX214" fmla="*/ 2534188 w 12192000"/>
              <a:gd name="connsiteY214" fmla="*/ 63730 h 1157500"/>
              <a:gd name="connsiteX215" fmla="*/ 2616912 w 12192000"/>
              <a:gd name="connsiteY215" fmla="*/ 44757 h 1157500"/>
              <a:gd name="connsiteX216" fmla="*/ 2698592 w 12192000"/>
              <a:gd name="connsiteY216" fmla="*/ 35873 h 1157500"/>
              <a:gd name="connsiteX217" fmla="*/ 2891953 w 12192000"/>
              <a:gd name="connsiteY21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89133 w 12192000"/>
              <a:gd name="connsiteY68" fmla="*/ 181060 h 1157500"/>
              <a:gd name="connsiteX69" fmla="*/ 6894439 w 12192000"/>
              <a:gd name="connsiteY69" fmla="*/ 177642 h 1157500"/>
              <a:gd name="connsiteX70" fmla="*/ 6900419 w 12192000"/>
              <a:gd name="connsiteY70" fmla="*/ 178910 h 1157500"/>
              <a:gd name="connsiteX71" fmla="*/ 6963220 w 12192000"/>
              <a:gd name="connsiteY71" fmla="*/ 167304 h 1157500"/>
              <a:gd name="connsiteX72" fmla="*/ 6976706 w 12192000"/>
              <a:gd name="connsiteY72" fmla="*/ 170894 h 1157500"/>
              <a:gd name="connsiteX73" fmla="*/ 6987064 w 12192000"/>
              <a:gd name="connsiteY73" fmla="*/ 160402 h 1157500"/>
              <a:gd name="connsiteX74" fmla="*/ 7030230 w 12192000"/>
              <a:gd name="connsiteY74" fmla="*/ 159715 h 1157500"/>
              <a:gd name="connsiteX75" fmla="*/ 7045014 w 12192000"/>
              <a:gd name="connsiteY75" fmla="*/ 169101 h 1157500"/>
              <a:gd name="connsiteX76" fmla="*/ 7058714 w 12192000"/>
              <a:gd name="connsiteY76" fmla="*/ 175992 h 1157500"/>
              <a:gd name="connsiteX77" fmla="*/ 7060499 w 12192000"/>
              <a:gd name="connsiteY77" fmla="*/ 176063 h 1157500"/>
              <a:gd name="connsiteX78" fmla="*/ 7078430 w 12192000"/>
              <a:gd name="connsiteY78" fmla="*/ 176793 h 1157500"/>
              <a:gd name="connsiteX79" fmla="*/ 7176563 w 12192000"/>
              <a:gd name="connsiteY79" fmla="*/ 173244 h 1157500"/>
              <a:gd name="connsiteX80" fmla="*/ 7205529 w 12192000"/>
              <a:gd name="connsiteY80" fmla="*/ 181011 h 1157500"/>
              <a:gd name="connsiteX81" fmla="*/ 7310118 w 12192000"/>
              <a:gd name="connsiteY81" fmla="*/ 162605 h 1157500"/>
              <a:gd name="connsiteX82" fmla="*/ 7673859 w 12192000"/>
              <a:gd name="connsiteY82" fmla="*/ 150336 h 1157500"/>
              <a:gd name="connsiteX83" fmla="*/ 7692748 w 12192000"/>
              <a:gd name="connsiteY83" fmla="*/ 161537 h 1157500"/>
              <a:gd name="connsiteX84" fmla="*/ 7756672 w 12192000"/>
              <a:gd name="connsiteY84" fmla="*/ 157372 h 1157500"/>
              <a:gd name="connsiteX85" fmla="*/ 7974189 w 12192000"/>
              <a:gd name="connsiteY85" fmla="*/ 154819 h 1157500"/>
              <a:gd name="connsiteX86" fmla="*/ 8101969 w 12192000"/>
              <a:gd name="connsiteY86" fmla="*/ 144495 h 1157500"/>
              <a:gd name="connsiteX87" fmla="*/ 8106826 w 12192000"/>
              <a:gd name="connsiteY87" fmla="*/ 139853 h 1157500"/>
              <a:gd name="connsiteX88" fmla="*/ 8162058 w 12192000"/>
              <a:gd name="connsiteY88" fmla="*/ 96704 h 1157500"/>
              <a:gd name="connsiteX89" fmla="*/ 8184568 w 12192000"/>
              <a:gd name="connsiteY89" fmla="*/ 93990 h 1157500"/>
              <a:gd name="connsiteX90" fmla="*/ 8228227 w 12192000"/>
              <a:gd name="connsiteY90" fmla="*/ 105972 h 1157500"/>
              <a:gd name="connsiteX91" fmla="*/ 8237963 w 12192000"/>
              <a:gd name="connsiteY91" fmla="*/ 106996 h 1157500"/>
              <a:gd name="connsiteX92" fmla="*/ 8248358 w 12192000"/>
              <a:gd name="connsiteY92" fmla="*/ 106062 h 1157500"/>
              <a:gd name="connsiteX93" fmla="*/ 8249309 w 12192000"/>
              <a:gd name="connsiteY93" fmla="*/ 106698 h 1157500"/>
              <a:gd name="connsiteX94" fmla="*/ 8249997 w 12192000"/>
              <a:gd name="connsiteY94" fmla="*/ 105915 h 1157500"/>
              <a:gd name="connsiteX95" fmla="*/ 8272162 w 12192000"/>
              <a:gd name="connsiteY95" fmla="*/ 103924 h 1157500"/>
              <a:gd name="connsiteX96" fmla="*/ 8292349 w 12192000"/>
              <a:gd name="connsiteY96" fmla="*/ 97480 h 1157500"/>
              <a:gd name="connsiteX97" fmla="*/ 8307239 w 12192000"/>
              <a:gd name="connsiteY97" fmla="*/ 94591 h 1157500"/>
              <a:gd name="connsiteX98" fmla="*/ 8339282 w 12192000"/>
              <a:gd name="connsiteY98" fmla="*/ 108942 h 1157500"/>
              <a:gd name="connsiteX99" fmla="*/ 8346156 w 12192000"/>
              <a:gd name="connsiteY99" fmla="*/ 111227 h 1157500"/>
              <a:gd name="connsiteX100" fmla="*/ 8346467 w 12192000"/>
              <a:gd name="connsiteY100" fmla="*/ 111024 h 1157500"/>
              <a:gd name="connsiteX101" fmla="*/ 8354069 w 12192000"/>
              <a:gd name="connsiteY101" fmla="*/ 112942 h 1157500"/>
              <a:gd name="connsiteX102" fmla="*/ 8358687 w 12192000"/>
              <a:gd name="connsiteY102" fmla="*/ 115393 h 1157500"/>
              <a:gd name="connsiteX103" fmla="*/ 8433385 w 12192000"/>
              <a:gd name="connsiteY103" fmla="*/ 99669 h 1157500"/>
              <a:gd name="connsiteX104" fmla="*/ 8533779 w 12192000"/>
              <a:gd name="connsiteY104" fmla="*/ 98374 h 1157500"/>
              <a:gd name="connsiteX105" fmla="*/ 8632833 w 12192000"/>
              <a:gd name="connsiteY105" fmla="*/ 100532 h 1157500"/>
              <a:gd name="connsiteX106" fmla="*/ 8668523 w 12192000"/>
              <a:gd name="connsiteY106" fmla="*/ 102979 h 1157500"/>
              <a:gd name="connsiteX107" fmla="*/ 8732893 w 12192000"/>
              <a:gd name="connsiteY107" fmla="*/ 99991 h 1157500"/>
              <a:gd name="connsiteX108" fmla="*/ 8764071 w 12192000"/>
              <a:gd name="connsiteY108" fmla="*/ 94587 h 1157500"/>
              <a:gd name="connsiteX109" fmla="*/ 8767004 w 12192000"/>
              <a:gd name="connsiteY109" fmla="*/ 91519 h 1157500"/>
              <a:gd name="connsiteX110" fmla="*/ 8772553 w 12192000"/>
              <a:gd name="connsiteY110" fmla="*/ 90314 h 1157500"/>
              <a:gd name="connsiteX111" fmla="*/ 8787201 w 12192000"/>
              <a:gd name="connsiteY111" fmla="*/ 92033 h 1157500"/>
              <a:gd name="connsiteX112" fmla="*/ 8792624 w 12192000"/>
              <a:gd name="connsiteY112" fmla="*/ 93503 h 1157500"/>
              <a:gd name="connsiteX113" fmla="*/ 8800741 w 12192000"/>
              <a:gd name="connsiteY113" fmla="*/ 93897 h 1157500"/>
              <a:gd name="connsiteX114" fmla="*/ 8800966 w 12192000"/>
              <a:gd name="connsiteY114" fmla="*/ 93645 h 1157500"/>
              <a:gd name="connsiteX115" fmla="*/ 8808513 w 12192000"/>
              <a:gd name="connsiteY115" fmla="*/ 94530 h 1157500"/>
              <a:gd name="connsiteX116" fmla="*/ 8845110 w 12192000"/>
              <a:gd name="connsiteY116" fmla="*/ 102179 h 1157500"/>
              <a:gd name="connsiteX117" fmla="*/ 8917529 w 12192000"/>
              <a:gd name="connsiteY117" fmla="*/ 76373 h 1157500"/>
              <a:gd name="connsiteX118" fmla="*/ 9026654 w 12192000"/>
              <a:gd name="connsiteY118" fmla="*/ 93420 h 1157500"/>
              <a:gd name="connsiteX119" fmla="*/ 9088505 w 12192000"/>
              <a:gd name="connsiteY119" fmla="*/ 113002 h 1157500"/>
              <a:gd name="connsiteX120" fmla="*/ 9203241 w 12192000"/>
              <a:gd name="connsiteY120" fmla="*/ 111713 h 1157500"/>
              <a:gd name="connsiteX121" fmla="*/ 9415584 w 12192000"/>
              <a:gd name="connsiteY121" fmla="*/ 157156 h 1157500"/>
              <a:gd name="connsiteX122" fmla="*/ 9505102 w 12192000"/>
              <a:gd name="connsiteY122" fmla="*/ 141042 h 1157500"/>
              <a:gd name="connsiteX123" fmla="*/ 9643040 w 12192000"/>
              <a:gd name="connsiteY123" fmla="*/ 158233 h 1157500"/>
              <a:gd name="connsiteX124" fmla="*/ 9762999 w 12192000"/>
              <a:gd name="connsiteY124" fmla="*/ 162623 h 1157500"/>
              <a:gd name="connsiteX125" fmla="*/ 9776183 w 12192000"/>
              <a:gd name="connsiteY125" fmla="*/ 162191 h 1157500"/>
              <a:gd name="connsiteX126" fmla="*/ 9780532 w 12192000"/>
              <a:gd name="connsiteY126" fmla="*/ 155823 h 1157500"/>
              <a:gd name="connsiteX127" fmla="*/ 9910588 w 12192000"/>
              <a:gd name="connsiteY127" fmla="*/ 154327 h 1157500"/>
              <a:gd name="connsiteX128" fmla="*/ 9924173 w 12192000"/>
              <a:gd name="connsiteY128" fmla="*/ 158591 h 1157500"/>
              <a:gd name="connsiteX129" fmla="*/ 10010969 w 12192000"/>
              <a:gd name="connsiteY129" fmla="*/ 155802 h 1157500"/>
              <a:gd name="connsiteX130" fmla="*/ 10070699 w 12192000"/>
              <a:gd name="connsiteY130" fmla="*/ 157854 h 1157500"/>
              <a:gd name="connsiteX131" fmla="*/ 10155104 w 12192000"/>
              <a:gd name="connsiteY131" fmla="*/ 151613 h 1157500"/>
              <a:gd name="connsiteX132" fmla="*/ 10250982 w 12192000"/>
              <a:gd name="connsiteY132" fmla="*/ 128642 h 1157500"/>
              <a:gd name="connsiteX133" fmla="*/ 10343301 w 12192000"/>
              <a:gd name="connsiteY133" fmla="*/ 90884 h 1157500"/>
              <a:gd name="connsiteX134" fmla="*/ 10366625 w 12192000"/>
              <a:gd name="connsiteY134" fmla="*/ 79428 h 1157500"/>
              <a:gd name="connsiteX135" fmla="*/ 10433505 w 12192000"/>
              <a:gd name="connsiteY135" fmla="*/ 65000 h 1157500"/>
              <a:gd name="connsiteX136" fmla="*/ 10547510 w 12192000"/>
              <a:gd name="connsiteY136" fmla="*/ 47246 h 1157500"/>
              <a:gd name="connsiteX137" fmla="*/ 10588150 w 12192000"/>
              <a:gd name="connsiteY137" fmla="*/ 32287 h 1157500"/>
              <a:gd name="connsiteX138" fmla="*/ 10589457 w 12192000"/>
              <a:gd name="connsiteY138" fmla="*/ 25296 h 1157500"/>
              <a:gd name="connsiteX139" fmla="*/ 10699976 w 12192000"/>
              <a:gd name="connsiteY139" fmla="*/ 43345 h 1157500"/>
              <a:gd name="connsiteX140" fmla="*/ 10812237 w 12192000"/>
              <a:gd name="connsiteY140" fmla="*/ 46327 h 1157500"/>
              <a:gd name="connsiteX141" fmla="*/ 10869837 w 12192000"/>
              <a:gd name="connsiteY141" fmla="*/ 65795 h 1157500"/>
              <a:gd name="connsiteX142" fmla="*/ 10881770 w 12192000"/>
              <a:gd name="connsiteY142" fmla="*/ 73672 h 1157500"/>
              <a:gd name="connsiteX143" fmla="*/ 10896899 w 12192000"/>
              <a:gd name="connsiteY143" fmla="*/ 70731 h 1157500"/>
              <a:gd name="connsiteX144" fmla="*/ 10901748 w 12192000"/>
              <a:gd name="connsiteY144" fmla="*/ 66352 h 1157500"/>
              <a:gd name="connsiteX145" fmla="*/ 10947419 w 12192000"/>
              <a:gd name="connsiteY145" fmla="*/ 83316 h 1157500"/>
              <a:gd name="connsiteX146" fmla="*/ 10953034 w 12192000"/>
              <a:gd name="connsiteY146" fmla="*/ 84438 h 1157500"/>
              <a:gd name="connsiteX147" fmla="*/ 10992070 w 12192000"/>
              <a:gd name="connsiteY147" fmla="*/ 88841 h 1157500"/>
              <a:gd name="connsiteX148" fmla="*/ 11112372 w 12192000"/>
              <a:gd name="connsiteY148" fmla="*/ 82247 h 1157500"/>
              <a:gd name="connsiteX149" fmla="*/ 11147719 w 12192000"/>
              <a:gd name="connsiteY149" fmla="*/ 80560 h 1157500"/>
              <a:gd name="connsiteX150" fmla="*/ 11172617 w 12192000"/>
              <a:gd name="connsiteY150" fmla="*/ 76265 h 1157500"/>
              <a:gd name="connsiteX151" fmla="*/ 11240397 w 12192000"/>
              <a:gd name="connsiteY151" fmla="*/ 81830 h 1157500"/>
              <a:gd name="connsiteX152" fmla="*/ 11270034 w 12192000"/>
              <a:gd name="connsiteY152" fmla="*/ 91947 h 1157500"/>
              <a:gd name="connsiteX153" fmla="*/ 11293091 w 12192000"/>
              <a:gd name="connsiteY153" fmla="*/ 92042 h 1157500"/>
              <a:gd name="connsiteX154" fmla="*/ 11310949 w 12192000"/>
              <a:gd name="connsiteY154" fmla="*/ 97842 h 1157500"/>
              <a:gd name="connsiteX155" fmla="*/ 11345279 w 12192000"/>
              <a:gd name="connsiteY155" fmla="*/ 95451 h 1157500"/>
              <a:gd name="connsiteX156" fmla="*/ 11354597 w 12192000"/>
              <a:gd name="connsiteY156" fmla="*/ 97953 h 1157500"/>
              <a:gd name="connsiteX157" fmla="*/ 11367725 w 12192000"/>
              <a:gd name="connsiteY157" fmla="*/ 97999 h 1157500"/>
              <a:gd name="connsiteX158" fmla="*/ 11399832 w 12192000"/>
              <a:gd name="connsiteY158" fmla="*/ 110616 h 1157500"/>
              <a:gd name="connsiteX159" fmla="*/ 11487595 w 12192000"/>
              <a:gd name="connsiteY159" fmla="*/ 152322 h 1157500"/>
              <a:gd name="connsiteX160" fmla="*/ 11590850 w 12192000"/>
              <a:gd name="connsiteY160" fmla="*/ 238552 h 1157500"/>
              <a:gd name="connsiteX161" fmla="*/ 11736204 w 12192000"/>
              <a:gd name="connsiteY161" fmla="*/ 277509 h 1157500"/>
              <a:gd name="connsiteX162" fmla="*/ 11760331 w 12192000"/>
              <a:gd name="connsiteY162" fmla="*/ 291936 h 1157500"/>
              <a:gd name="connsiteX163" fmla="*/ 11819139 w 12192000"/>
              <a:gd name="connsiteY163" fmla="*/ 304143 h 1157500"/>
              <a:gd name="connsiteX164" fmla="*/ 11821967 w 12192000"/>
              <a:gd name="connsiteY164" fmla="*/ 305790 h 1157500"/>
              <a:gd name="connsiteX165" fmla="*/ 11847125 w 12192000"/>
              <a:gd name="connsiteY165" fmla="*/ 297401 h 1157500"/>
              <a:gd name="connsiteX166" fmla="*/ 11980134 w 12192000"/>
              <a:gd name="connsiteY166" fmla="*/ 321911 h 1157500"/>
              <a:gd name="connsiteX167" fmla="*/ 12174576 w 12192000"/>
              <a:gd name="connsiteY167" fmla="*/ 376108 h 1157500"/>
              <a:gd name="connsiteX168" fmla="*/ 12192000 w 12192000"/>
              <a:gd name="connsiteY168" fmla="*/ 379233 h 1157500"/>
              <a:gd name="connsiteX169" fmla="*/ 12192000 w 12192000"/>
              <a:gd name="connsiteY169" fmla="*/ 1157500 h 1157500"/>
              <a:gd name="connsiteX170" fmla="*/ 0 w 12192000"/>
              <a:gd name="connsiteY170" fmla="*/ 1157500 h 1157500"/>
              <a:gd name="connsiteX171" fmla="*/ 0 w 12192000"/>
              <a:gd name="connsiteY171" fmla="*/ 483545 h 1157500"/>
              <a:gd name="connsiteX172" fmla="*/ 5331 w 12192000"/>
              <a:gd name="connsiteY172" fmla="*/ 482797 h 1157500"/>
              <a:gd name="connsiteX173" fmla="*/ 39902 w 12192000"/>
              <a:gd name="connsiteY173" fmla="*/ 472284 h 1157500"/>
              <a:gd name="connsiteX174" fmla="*/ 117880 w 12192000"/>
              <a:gd name="connsiteY174" fmla="*/ 420956 h 1157500"/>
              <a:gd name="connsiteX175" fmla="*/ 238140 w 12192000"/>
              <a:gd name="connsiteY175" fmla="*/ 379297 h 1157500"/>
              <a:gd name="connsiteX176" fmla="*/ 249589 w 12192000"/>
              <a:gd name="connsiteY176" fmla="*/ 379517 h 1157500"/>
              <a:gd name="connsiteX177" fmla="*/ 296963 w 12192000"/>
              <a:gd name="connsiteY177" fmla="*/ 356102 h 1157500"/>
              <a:gd name="connsiteX178" fmla="*/ 339235 w 12192000"/>
              <a:gd name="connsiteY178" fmla="*/ 324425 h 1157500"/>
              <a:gd name="connsiteX179" fmla="*/ 447152 w 12192000"/>
              <a:gd name="connsiteY179" fmla="*/ 327423 h 1157500"/>
              <a:gd name="connsiteX180" fmla="*/ 475247 w 12192000"/>
              <a:gd name="connsiteY180" fmla="*/ 336714 h 1157500"/>
              <a:gd name="connsiteX181" fmla="*/ 477967 w 12192000"/>
              <a:gd name="connsiteY181" fmla="*/ 337960 h 1157500"/>
              <a:gd name="connsiteX182" fmla="*/ 703732 w 12192000"/>
              <a:gd name="connsiteY182" fmla="*/ 316599 h 1157500"/>
              <a:gd name="connsiteX183" fmla="*/ 853391 w 12192000"/>
              <a:gd name="connsiteY183" fmla="*/ 303591 h 1157500"/>
              <a:gd name="connsiteX184" fmla="*/ 925332 w 12192000"/>
              <a:gd name="connsiteY184" fmla="*/ 298686 h 1157500"/>
              <a:gd name="connsiteX185" fmla="*/ 941286 w 12192000"/>
              <a:gd name="connsiteY185" fmla="*/ 288932 h 1157500"/>
              <a:gd name="connsiteX186" fmla="*/ 950845 w 12192000"/>
              <a:gd name="connsiteY186" fmla="*/ 286595 h 1157500"/>
              <a:gd name="connsiteX187" fmla="*/ 953292 w 12192000"/>
              <a:gd name="connsiteY187" fmla="*/ 280892 h 1157500"/>
              <a:gd name="connsiteX188" fmla="*/ 967499 w 12192000"/>
              <a:gd name="connsiteY188" fmla="*/ 273760 h 1157500"/>
              <a:gd name="connsiteX189" fmla="*/ 1069267 w 12192000"/>
              <a:gd name="connsiteY189" fmla="*/ 262766 h 1157500"/>
              <a:gd name="connsiteX190" fmla="*/ 1138407 w 12192000"/>
              <a:gd name="connsiteY190" fmla="*/ 246567 h 1157500"/>
              <a:gd name="connsiteX191" fmla="*/ 1164931 w 12192000"/>
              <a:gd name="connsiteY191" fmla="*/ 238622 h 1157500"/>
              <a:gd name="connsiteX192" fmla="*/ 1211622 w 12192000"/>
              <a:gd name="connsiteY192" fmla="*/ 220676 h 1157500"/>
              <a:gd name="connsiteX193" fmla="*/ 1274567 w 12192000"/>
              <a:gd name="connsiteY193" fmla="*/ 203380 h 1157500"/>
              <a:gd name="connsiteX194" fmla="*/ 1325029 w 12192000"/>
              <a:gd name="connsiteY194" fmla="*/ 207937 h 1157500"/>
              <a:gd name="connsiteX195" fmla="*/ 1356805 w 12192000"/>
              <a:gd name="connsiteY195" fmla="*/ 203622 h 1157500"/>
              <a:gd name="connsiteX196" fmla="*/ 1468752 w 12192000"/>
              <a:gd name="connsiteY196" fmla="*/ 214604 h 1157500"/>
              <a:gd name="connsiteX197" fmla="*/ 1650750 w 12192000"/>
              <a:gd name="connsiteY197" fmla="*/ 165090 h 1157500"/>
              <a:gd name="connsiteX198" fmla="*/ 1655056 w 12192000"/>
              <a:gd name="connsiteY198" fmla="*/ 172106 h 1157500"/>
              <a:gd name="connsiteX199" fmla="*/ 1683220 w 12192000"/>
              <a:gd name="connsiteY199" fmla="*/ 169652 h 1157500"/>
              <a:gd name="connsiteX200" fmla="*/ 1685599 w 12192000"/>
              <a:gd name="connsiteY200" fmla="*/ 165388 h 1157500"/>
              <a:gd name="connsiteX201" fmla="*/ 1735783 w 12192000"/>
              <a:gd name="connsiteY201" fmla="*/ 177400 h 1157500"/>
              <a:gd name="connsiteX202" fmla="*/ 1797102 w 12192000"/>
              <a:gd name="connsiteY202" fmla="*/ 182289 h 1157500"/>
              <a:gd name="connsiteX203" fmla="*/ 1845638 w 12192000"/>
              <a:gd name="connsiteY203" fmla="*/ 163774 h 1157500"/>
              <a:gd name="connsiteX204" fmla="*/ 1848980 w 12192000"/>
              <a:gd name="connsiteY204" fmla="*/ 167516 h 1157500"/>
              <a:gd name="connsiteX205" fmla="*/ 1880587 w 12192000"/>
              <a:gd name="connsiteY205" fmla="*/ 165506 h 1157500"/>
              <a:gd name="connsiteX206" fmla="*/ 1995803 w 12192000"/>
              <a:gd name="connsiteY206" fmla="*/ 131847 h 1157500"/>
              <a:gd name="connsiteX207" fmla="*/ 2057448 w 12192000"/>
              <a:gd name="connsiteY207" fmla="*/ 128650 h 1157500"/>
              <a:gd name="connsiteX208" fmla="*/ 2119088 w 12192000"/>
              <a:gd name="connsiteY208" fmla="*/ 113508 h 1157500"/>
              <a:gd name="connsiteX209" fmla="*/ 2138831 w 12192000"/>
              <a:gd name="connsiteY209" fmla="*/ 116194 h 1157500"/>
              <a:gd name="connsiteX210" fmla="*/ 2214259 w 12192000"/>
              <a:gd name="connsiteY210" fmla="*/ 110542 h 1157500"/>
              <a:gd name="connsiteX211" fmla="*/ 2264911 w 12192000"/>
              <a:gd name="connsiteY211" fmla="*/ 101639 h 1157500"/>
              <a:gd name="connsiteX212" fmla="*/ 2454058 w 12192000"/>
              <a:gd name="connsiteY212" fmla="*/ 67266 h 1157500"/>
              <a:gd name="connsiteX213" fmla="*/ 2534188 w 12192000"/>
              <a:gd name="connsiteY213" fmla="*/ 63730 h 1157500"/>
              <a:gd name="connsiteX214" fmla="*/ 2616912 w 12192000"/>
              <a:gd name="connsiteY214" fmla="*/ 44757 h 1157500"/>
              <a:gd name="connsiteX215" fmla="*/ 2698592 w 12192000"/>
              <a:gd name="connsiteY215" fmla="*/ 35873 h 1157500"/>
              <a:gd name="connsiteX216" fmla="*/ 2891953 w 12192000"/>
              <a:gd name="connsiteY21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00419 w 12192000"/>
              <a:gd name="connsiteY69" fmla="*/ 178910 h 1157500"/>
              <a:gd name="connsiteX70" fmla="*/ 6963220 w 12192000"/>
              <a:gd name="connsiteY70" fmla="*/ 167304 h 1157500"/>
              <a:gd name="connsiteX71" fmla="*/ 6976706 w 12192000"/>
              <a:gd name="connsiteY71" fmla="*/ 170894 h 1157500"/>
              <a:gd name="connsiteX72" fmla="*/ 6987064 w 12192000"/>
              <a:gd name="connsiteY72" fmla="*/ 160402 h 1157500"/>
              <a:gd name="connsiteX73" fmla="*/ 7030230 w 12192000"/>
              <a:gd name="connsiteY73" fmla="*/ 159715 h 1157500"/>
              <a:gd name="connsiteX74" fmla="*/ 7045014 w 12192000"/>
              <a:gd name="connsiteY74" fmla="*/ 169101 h 1157500"/>
              <a:gd name="connsiteX75" fmla="*/ 7058714 w 12192000"/>
              <a:gd name="connsiteY75" fmla="*/ 175992 h 1157500"/>
              <a:gd name="connsiteX76" fmla="*/ 7060499 w 12192000"/>
              <a:gd name="connsiteY76" fmla="*/ 176063 h 1157500"/>
              <a:gd name="connsiteX77" fmla="*/ 7078430 w 12192000"/>
              <a:gd name="connsiteY77" fmla="*/ 176793 h 1157500"/>
              <a:gd name="connsiteX78" fmla="*/ 7176563 w 12192000"/>
              <a:gd name="connsiteY78" fmla="*/ 173244 h 1157500"/>
              <a:gd name="connsiteX79" fmla="*/ 7205529 w 12192000"/>
              <a:gd name="connsiteY79" fmla="*/ 181011 h 1157500"/>
              <a:gd name="connsiteX80" fmla="*/ 7310118 w 12192000"/>
              <a:gd name="connsiteY80" fmla="*/ 162605 h 1157500"/>
              <a:gd name="connsiteX81" fmla="*/ 7673859 w 12192000"/>
              <a:gd name="connsiteY81" fmla="*/ 150336 h 1157500"/>
              <a:gd name="connsiteX82" fmla="*/ 7692748 w 12192000"/>
              <a:gd name="connsiteY82" fmla="*/ 161537 h 1157500"/>
              <a:gd name="connsiteX83" fmla="*/ 7756672 w 12192000"/>
              <a:gd name="connsiteY83" fmla="*/ 157372 h 1157500"/>
              <a:gd name="connsiteX84" fmla="*/ 7974189 w 12192000"/>
              <a:gd name="connsiteY84" fmla="*/ 154819 h 1157500"/>
              <a:gd name="connsiteX85" fmla="*/ 8101969 w 12192000"/>
              <a:gd name="connsiteY85" fmla="*/ 144495 h 1157500"/>
              <a:gd name="connsiteX86" fmla="*/ 8106826 w 12192000"/>
              <a:gd name="connsiteY86" fmla="*/ 139853 h 1157500"/>
              <a:gd name="connsiteX87" fmla="*/ 8162058 w 12192000"/>
              <a:gd name="connsiteY87" fmla="*/ 96704 h 1157500"/>
              <a:gd name="connsiteX88" fmla="*/ 8184568 w 12192000"/>
              <a:gd name="connsiteY88" fmla="*/ 93990 h 1157500"/>
              <a:gd name="connsiteX89" fmla="*/ 8228227 w 12192000"/>
              <a:gd name="connsiteY89" fmla="*/ 105972 h 1157500"/>
              <a:gd name="connsiteX90" fmla="*/ 8237963 w 12192000"/>
              <a:gd name="connsiteY90" fmla="*/ 106996 h 1157500"/>
              <a:gd name="connsiteX91" fmla="*/ 8248358 w 12192000"/>
              <a:gd name="connsiteY91" fmla="*/ 106062 h 1157500"/>
              <a:gd name="connsiteX92" fmla="*/ 8249309 w 12192000"/>
              <a:gd name="connsiteY92" fmla="*/ 106698 h 1157500"/>
              <a:gd name="connsiteX93" fmla="*/ 8249997 w 12192000"/>
              <a:gd name="connsiteY93" fmla="*/ 105915 h 1157500"/>
              <a:gd name="connsiteX94" fmla="*/ 8272162 w 12192000"/>
              <a:gd name="connsiteY94" fmla="*/ 103924 h 1157500"/>
              <a:gd name="connsiteX95" fmla="*/ 8292349 w 12192000"/>
              <a:gd name="connsiteY95" fmla="*/ 97480 h 1157500"/>
              <a:gd name="connsiteX96" fmla="*/ 8307239 w 12192000"/>
              <a:gd name="connsiteY96" fmla="*/ 94591 h 1157500"/>
              <a:gd name="connsiteX97" fmla="*/ 8339282 w 12192000"/>
              <a:gd name="connsiteY97" fmla="*/ 108942 h 1157500"/>
              <a:gd name="connsiteX98" fmla="*/ 8346156 w 12192000"/>
              <a:gd name="connsiteY98" fmla="*/ 111227 h 1157500"/>
              <a:gd name="connsiteX99" fmla="*/ 8346467 w 12192000"/>
              <a:gd name="connsiteY99" fmla="*/ 111024 h 1157500"/>
              <a:gd name="connsiteX100" fmla="*/ 8354069 w 12192000"/>
              <a:gd name="connsiteY100" fmla="*/ 112942 h 1157500"/>
              <a:gd name="connsiteX101" fmla="*/ 8358687 w 12192000"/>
              <a:gd name="connsiteY101" fmla="*/ 115393 h 1157500"/>
              <a:gd name="connsiteX102" fmla="*/ 8433385 w 12192000"/>
              <a:gd name="connsiteY102" fmla="*/ 99669 h 1157500"/>
              <a:gd name="connsiteX103" fmla="*/ 8533779 w 12192000"/>
              <a:gd name="connsiteY103" fmla="*/ 98374 h 1157500"/>
              <a:gd name="connsiteX104" fmla="*/ 8632833 w 12192000"/>
              <a:gd name="connsiteY104" fmla="*/ 100532 h 1157500"/>
              <a:gd name="connsiteX105" fmla="*/ 8668523 w 12192000"/>
              <a:gd name="connsiteY105" fmla="*/ 102979 h 1157500"/>
              <a:gd name="connsiteX106" fmla="*/ 8732893 w 12192000"/>
              <a:gd name="connsiteY106" fmla="*/ 99991 h 1157500"/>
              <a:gd name="connsiteX107" fmla="*/ 8764071 w 12192000"/>
              <a:gd name="connsiteY107" fmla="*/ 94587 h 1157500"/>
              <a:gd name="connsiteX108" fmla="*/ 8767004 w 12192000"/>
              <a:gd name="connsiteY108" fmla="*/ 91519 h 1157500"/>
              <a:gd name="connsiteX109" fmla="*/ 8772553 w 12192000"/>
              <a:gd name="connsiteY109" fmla="*/ 90314 h 1157500"/>
              <a:gd name="connsiteX110" fmla="*/ 8787201 w 12192000"/>
              <a:gd name="connsiteY110" fmla="*/ 92033 h 1157500"/>
              <a:gd name="connsiteX111" fmla="*/ 8792624 w 12192000"/>
              <a:gd name="connsiteY111" fmla="*/ 93503 h 1157500"/>
              <a:gd name="connsiteX112" fmla="*/ 8800741 w 12192000"/>
              <a:gd name="connsiteY112" fmla="*/ 93897 h 1157500"/>
              <a:gd name="connsiteX113" fmla="*/ 8800966 w 12192000"/>
              <a:gd name="connsiteY113" fmla="*/ 93645 h 1157500"/>
              <a:gd name="connsiteX114" fmla="*/ 8808513 w 12192000"/>
              <a:gd name="connsiteY114" fmla="*/ 94530 h 1157500"/>
              <a:gd name="connsiteX115" fmla="*/ 8845110 w 12192000"/>
              <a:gd name="connsiteY115" fmla="*/ 102179 h 1157500"/>
              <a:gd name="connsiteX116" fmla="*/ 8917529 w 12192000"/>
              <a:gd name="connsiteY116" fmla="*/ 76373 h 1157500"/>
              <a:gd name="connsiteX117" fmla="*/ 9026654 w 12192000"/>
              <a:gd name="connsiteY117" fmla="*/ 93420 h 1157500"/>
              <a:gd name="connsiteX118" fmla="*/ 9088505 w 12192000"/>
              <a:gd name="connsiteY118" fmla="*/ 113002 h 1157500"/>
              <a:gd name="connsiteX119" fmla="*/ 9203241 w 12192000"/>
              <a:gd name="connsiteY119" fmla="*/ 111713 h 1157500"/>
              <a:gd name="connsiteX120" fmla="*/ 9415584 w 12192000"/>
              <a:gd name="connsiteY120" fmla="*/ 157156 h 1157500"/>
              <a:gd name="connsiteX121" fmla="*/ 9505102 w 12192000"/>
              <a:gd name="connsiteY121" fmla="*/ 141042 h 1157500"/>
              <a:gd name="connsiteX122" fmla="*/ 9643040 w 12192000"/>
              <a:gd name="connsiteY122" fmla="*/ 158233 h 1157500"/>
              <a:gd name="connsiteX123" fmla="*/ 9762999 w 12192000"/>
              <a:gd name="connsiteY123" fmla="*/ 162623 h 1157500"/>
              <a:gd name="connsiteX124" fmla="*/ 9776183 w 12192000"/>
              <a:gd name="connsiteY124" fmla="*/ 162191 h 1157500"/>
              <a:gd name="connsiteX125" fmla="*/ 9780532 w 12192000"/>
              <a:gd name="connsiteY125" fmla="*/ 155823 h 1157500"/>
              <a:gd name="connsiteX126" fmla="*/ 9910588 w 12192000"/>
              <a:gd name="connsiteY126" fmla="*/ 154327 h 1157500"/>
              <a:gd name="connsiteX127" fmla="*/ 9924173 w 12192000"/>
              <a:gd name="connsiteY127" fmla="*/ 158591 h 1157500"/>
              <a:gd name="connsiteX128" fmla="*/ 10010969 w 12192000"/>
              <a:gd name="connsiteY128" fmla="*/ 155802 h 1157500"/>
              <a:gd name="connsiteX129" fmla="*/ 10070699 w 12192000"/>
              <a:gd name="connsiteY129" fmla="*/ 157854 h 1157500"/>
              <a:gd name="connsiteX130" fmla="*/ 10155104 w 12192000"/>
              <a:gd name="connsiteY130" fmla="*/ 151613 h 1157500"/>
              <a:gd name="connsiteX131" fmla="*/ 10250982 w 12192000"/>
              <a:gd name="connsiteY131" fmla="*/ 128642 h 1157500"/>
              <a:gd name="connsiteX132" fmla="*/ 10343301 w 12192000"/>
              <a:gd name="connsiteY132" fmla="*/ 90884 h 1157500"/>
              <a:gd name="connsiteX133" fmla="*/ 10366625 w 12192000"/>
              <a:gd name="connsiteY133" fmla="*/ 79428 h 1157500"/>
              <a:gd name="connsiteX134" fmla="*/ 10433505 w 12192000"/>
              <a:gd name="connsiteY134" fmla="*/ 65000 h 1157500"/>
              <a:gd name="connsiteX135" fmla="*/ 10547510 w 12192000"/>
              <a:gd name="connsiteY135" fmla="*/ 47246 h 1157500"/>
              <a:gd name="connsiteX136" fmla="*/ 10588150 w 12192000"/>
              <a:gd name="connsiteY136" fmla="*/ 32287 h 1157500"/>
              <a:gd name="connsiteX137" fmla="*/ 10589457 w 12192000"/>
              <a:gd name="connsiteY137" fmla="*/ 25296 h 1157500"/>
              <a:gd name="connsiteX138" fmla="*/ 10699976 w 12192000"/>
              <a:gd name="connsiteY138" fmla="*/ 43345 h 1157500"/>
              <a:gd name="connsiteX139" fmla="*/ 10812237 w 12192000"/>
              <a:gd name="connsiteY139" fmla="*/ 46327 h 1157500"/>
              <a:gd name="connsiteX140" fmla="*/ 10869837 w 12192000"/>
              <a:gd name="connsiteY140" fmla="*/ 65795 h 1157500"/>
              <a:gd name="connsiteX141" fmla="*/ 10881770 w 12192000"/>
              <a:gd name="connsiteY141" fmla="*/ 73672 h 1157500"/>
              <a:gd name="connsiteX142" fmla="*/ 10896899 w 12192000"/>
              <a:gd name="connsiteY142" fmla="*/ 70731 h 1157500"/>
              <a:gd name="connsiteX143" fmla="*/ 10901748 w 12192000"/>
              <a:gd name="connsiteY143" fmla="*/ 66352 h 1157500"/>
              <a:gd name="connsiteX144" fmla="*/ 10947419 w 12192000"/>
              <a:gd name="connsiteY144" fmla="*/ 83316 h 1157500"/>
              <a:gd name="connsiteX145" fmla="*/ 10953034 w 12192000"/>
              <a:gd name="connsiteY145" fmla="*/ 84438 h 1157500"/>
              <a:gd name="connsiteX146" fmla="*/ 10992070 w 12192000"/>
              <a:gd name="connsiteY146" fmla="*/ 88841 h 1157500"/>
              <a:gd name="connsiteX147" fmla="*/ 11112372 w 12192000"/>
              <a:gd name="connsiteY147" fmla="*/ 82247 h 1157500"/>
              <a:gd name="connsiteX148" fmla="*/ 11147719 w 12192000"/>
              <a:gd name="connsiteY148" fmla="*/ 80560 h 1157500"/>
              <a:gd name="connsiteX149" fmla="*/ 11172617 w 12192000"/>
              <a:gd name="connsiteY149" fmla="*/ 76265 h 1157500"/>
              <a:gd name="connsiteX150" fmla="*/ 11240397 w 12192000"/>
              <a:gd name="connsiteY150" fmla="*/ 81830 h 1157500"/>
              <a:gd name="connsiteX151" fmla="*/ 11270034 w 12192000"/>
              <a:gd name="connsiteY151" fmla="*/ 91947 h 1157500"/>
              <a:gd name="connsiteX152" fmla="*/ 11293091 w 12192000"/>
              <a:gd name="connsiteY152" fmla="*/ 92042 h 1157500"/>
              <a:gd name="connsiteX153" fmla="*/ 11310949 w 12192000"/>
              <a:gd name="connsiteY153" fmla="*/ 97842 h 1157500"/>
              <a:gd name="connsiteX154" fmla="*/ 11345279 w 12192000"/>
              <a:gd name="connsiteY154" fmla="*/ 95451 h 1157500"/>
              <a:gd name="connsiteX155" fmla="*/ 11354597 w 12192000"/>
              <a:gd name="connsiteY155" fmla="*/ 97953 h 1157500"/>
              <a:gd name="connsiteX156" fmla="*/ 11367725 w 12192000"/>
              <a:gd name="connsiteY156" fmla="*/ 97999 h 1157500"/>
              <a:gd name="connsiteX157" fmla="*/ 11399832 w 12192000"/>
              <a:gd name="connsiteY157" fmla="*/ 110616 h 1157500"/>
              <a:gd name="connsiteX158" fmla="*/ 11487595 w 12192000"/>
              <a:gd name="connsiteY158" fmla="*/ 152322 h 1157500"/>
              <a:gd name="connsiteX159" fmla="*/ 11590850 w 12192000"/>
              <a:gd name="connsiteY159" fmla="*/ 238552 h 1157500"/>
              <a:gd name="connsiteX160" fmla="*/ 11736204 w 12192000"/>
              <a:gd name="connsiteY160" fmla="*/ 277509 h 1157500"/>
              <a:gd name="connsiteX161" fmla="*/ 11760331 w 12192000"/>
              <a:gd name="connsiteY161" fmla="*/ 291936 h 1157500"/>
              <a:gd name="connsiteX162" fmla="*/ 11819139 w 12192000"/>
              <a:gd name="connsiteY162" fmla="*/ 304143 h 1157500"/>
              <a:gd name="connsiteX163" fmla="*/ 11821967 w 12192000"/>
              <a:gd name="connsiteY163" fmla="*/ 305790 h 1157500"/>
              <a:gd name="connsiteX164" fmla="*/ 11847125 w 12192000"/>
              <a:gd name="connsiteY164" fmla="*/ 297401 h 1157500"/>
              <a:gd name="connsiteX165" fmla="*/ 11980134 w 12192000"/>
              <a:gd name="connsiteY165" fmla="*/ 321911 h 1157500"/>
              <a:gd name="connsiteX166" fmla="*/ 12174576 w 12192000"/>
              <a:gd name="connsiteY166" fmla="*/ 376108 h 1157500"/>
              <a:gd name="connsiteX167" fmla="*/ 12192000 w 12192000"/>
              <a:gd name="connsiteY167" fmla="*/ 379233 h 1157500"/>
              <a:gd name="connsiteX168" fmla="*/ 12192000 w 12192000"/>
              <a:gd name="connsiteY168" fmla="*/ 1157500 h 1157500"/>
              <a:gd name="connsiteX169" fmla="*/ 0 w 12192000"/>
              <a:gd name="connsiteY169" fmla="*/ 1157500 h 1157500"/>
              <a:gd name="connsiteX170" fmla="*/ 0 w 12192000"/>
              <a:gd name="connsiteY170" fmla="*/ 483545 h 1157500"/>
              <a:gd name="connsiteX171" fmla="*/ 5331 w 12192000"/>
              <a:gd name="connsiteY171" fmla="*/ 482797 h 1157500"/>
              <a:gd name="connsiteX172" fmla="*/ 39902 w 12192000"/>
              <a:gd name="connsiteY172" fmla="*/ 472284 h 1157500"/>
              <a:gd name="connsiteX173" fmla="*/ 117880 w 12192000"/>
              <a:gd name="connsiteY173" fmla="*/ 420956 h 1157500"/>
              <a:gd name="connsiteX174" fmla="*/ 238140 w 12192000"/>
              <a:gd name="connsiteY174" fmla="*/ 379297 h 1157500"/>
              <a:gd name="connsiteX175" fmla="*/ 249589 w 12192000"/>
              <a:gd name="connsiteY175" fmla="*/ 379517 h 1157500"/>
              <a:gd name="connsiteX176" fmla="*/ 296963 w 12192000"/>
              <a:gd name="connsiteY176" fmla="*/ 356102 h 1157500"/>
              <a:gd name="connsiteX177" fmla="*/ 339235 w 12192000"/>
              <a:gd name="connsiteY177" fmla="*/ 324425 h 1157500"/>
              <a:gd name="connsiteX178" fmla="*/ 447152 w 12192000"/>
              <a:gd name="connsiteY178" fmla="*/ 327423 h 1157500"/>
              <a:gd name="connsiteX179" fmla="*/ 475247 w 12192000"/>
              <a:gd name="connsiteY179" fmla="*/ 336714 h 1157500"/>
              <a:gd name="connsiteX180" fmla="*/ 477967 w 12192000"/>
              <a:gd name="connsiteY180" fmla="*/ 337960 h 1157500"/>
              <a:gd name="connsiteX181" fmla="*/ 703732 w 12192000"/>
              <a:gd name="connsiteY181" fmla="*/ 316599 h 1157500"/>
              <a:gd name="connsiteX182" fmla="*/ 853391 w 12192000"/>
              <a:gd name="connsiteY182" fmla="*/ 303591 h 1157500"/>
              <a:gd name="connsiteX183" fmla="*/ 925332 w 12192000"/>
              <a:gd name="connsiteY183" fmla="*/ 298686 h 1157500"/>
              <a:gd name="connsiteX184" fmla="*/ 941286 w 12192000"/>
              <a:gd name="connsiteY184" fmla="*/ 288932 h 1157500"/>
              <a:gd name="connsiteX185" fmla="*/ 950845 w 12192000"/>
              <a:gd name="connsiteY185" fmla="*/ 286595 h 1157500"/>
              <a:gd name="connsiteX186" fmla="*/ 953292 w 12192000"/>
              <a:gd name="connsiteY186" fmla="*/ 280892 h 1157500"/>
              <a:gd name="connsiteX187" fmla="*/ 967499 w 12192000"/>
              <a:gd name="connsiteY187" fmla="*/ 273760 h 1157500"/>
              <a:gd name="connsiteX188" fmla="*/ 1069267 w 12192000"/>
              <a:gd name="connsiteY188" fmla="*/ 262766 h 1157500"/>
              <a:gd name="connsiteX189" fmla="*/ 1138407 w 12192000"/>
              <a:gd name="connsiteY189" fmla="*/ 246567 h 1157500"/>
              <a:gd name="connsiteX190" fmla="*/ 1164931 w 12192000"/>
              <a:gd name="connsiteY190" fmla="*/ 238622 h 1157500"/>
              <a:gd name="connsiteX191" fmla="*/ 1211622 w 12192000"/>
              <a:gd name="connsiteY191" fmla="*/ 220676 h 1157500"/>
              <a:gd name="connsiteX192" fmla="*/ 1274567 w 12192000"/>
              <a:gd name="connsiteY192" fmla="*/ 203380 h 1157500"/>
              <a:gd name="connsiteX193" fmla="*/ 1325029 w 12192000"/>
              <a:gd name="connsiteY193" fmla="*/ 207937 h 1157500"/>
              <a:gd name="connsiteX194" fmla="*/ 1356805 w 12192000"/>
              <a:gd name="connsiteY194" fmla="*/ 203622 h 1157500"/>
              <a:gd name="connsiteX195" fmla="*/ 1468752 w 12192000"/>
              <a:gd name="connsiteY195" fmla="*/ 214604 h 1157500"/>
              <a:gd name="connsiteX196" fmla="*/ 1650750 w 12192000"/>
              <a:gd name="connsiteY196" fmla="*/ 165090 h 1157500"/>
              <a:gd name="connsiteX197" fmla="*/ 1655056 w 12192000"/>
              <a:gd name="connsiteY197" fmla="*/ 172106 h 1157500"/>
              <a:gd name="connsiteX198" fmla="*/ 1683220 w 12192000"/>
              <a:gd name="connsiteY198" fmla="*/ 169652 h 1157500"/>
              <a:gd name="connsiteX199" fmla="*/ 1685599 w 12192000"/>
              <a:gd name="connsiteY199" fmla="*/ 165388 h 1157500"/>
              <a:gd name="connsiteX200" fmla="*/ 1735783 w 12192000"/>
              <a:gd name="connsiteY200" fmla="*/ 177400 h 1157500"/>
              <a:gd name="connsiteX201" fmla="*/ 1797102 w 12192000"/>
              <a:gd name="connsiteY201" fmla="*/ 182289 h 1157500"/>
              <a:gd name="connsiteX202" fmla="*/ 1845638 w 12192000"/>
              <a:gd name="connsiteY202" fmla="*/ 163774 h 1157500"/>
              <a:gd name="connsiteX203" fmla="*/ 1848980 w 12192000"/>
              <a:gd name="connsiteY203" fmla="*/ 167516 h 1157500"/>
              <a:gd name="connsiteX204" fmla="*/ 1880587 w 12192000"/>
              <a:gd name="connsiteY204" fmla="*/ 165506 h 1157500"/>
              <a:gd name="connsiteX205" fmla="*/ 1995803 w 12192000"/>
              <a:gd name="connsiteY205" fmla="*/ 131847 h 1157500"/>
              <a:gd name="connsiteX206" fmla="*/ 2057448 w 12192000"/>
              <a:gd name="connsiteY206" fmla="*/ 128650 h 1157500"/>
              <a:gd name="connsiteX207" fmla="*/ 2119088 w 12192000"/>
              <a:gd name="connsiteY207" fmla="*/ 113508 h 1157500"/>
              <a:gd name="connsiteX208" fmla="*/ 2138831 w 12192000"/>
              <a:gd name="connsiteY208" fmla="*/ 116194 h 1157500"/>
              <a:gd name="connsiteX209" fmla="*/ 2214259 w 12192000"/>
              <a:gd name="connsiteY209" fmla="*/ 110542 h 1157500"/>
              <a:gd name="connsiteX210" fmla="*/ 2264911 w 12192000"/>
              <a:gd name="connsiteY210" fmla="*/ 101639 h 1157500"/>
              <a:gd name="connsiteX211" fmla="*/ 2454058 w 12192000"/>
              <a:gd name="connsiteY211" fmla="*/ 67266 h 1157500"/>
              <a:gd name="connsiteX212" fmla="*/ 2534188 w 12192000"/>
              <a:gd name="connsiteY212" fmla="*/ 63730 h 1157500"/>
              <a:gd name="connsiteX213" fmla="*/ 2616912 w 12192000"/>
              <a:gd name="connsiteY213" fmla="*/ 44757 h 1157500"/>
              <a:gd name="connsiteX214" fmla="*/ 2698592 w 12192000"/>
              <a:gd name="connsiteY214" fmla="*/ 35873 h 1157500"/>
              <a:gd name="connsiteX215" fmla="*/ 2891953 w 12192000"/>
              <a:gd name="connsiteY21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81972 w 12192000"/>
              <a:gd name="connsiteY67" fmla="*/ 177845 h 1157500"/>
              <a:gd name="connsiteX68" fmla="*/ 6894439 w 12192000"/>
              <a:gd name="connsiteY68" fmla="*/ 177642 h 1157500"/>
              <a:gd name="connsiteX69" fmla="*/ 6963220 w 12192000"/>
              <a:gd name="connsiteY69" fmla="*/ 167304 h 1157500"/>
              <a:gd name="connsiteX70" fmla="*/ 6976706 w 12192000"/>
              <a:gd name="connsiteY70" fmla="*/ 170894 h 1157500"/>
              <a:gd name="connsiteX71" fmla="*/ 6987064 w 12192000"/>
              <a:gd name="connsiteY71" fmla="*/ 160402 h 1157500"/>
              <a:gd name="connsiteX72" fmla="*/ 7030230 w 12192000"/>
              <a:gd name="connsiteY72" fmla="*/ 159715 h 1157500"/>
              <a:gd name="connsiteX73" fmla="*/ 7045014 w 12192000"/>
              <a:gd name="connsiteY73" fmla="*/ 169101 h 1157500"/>
              <a:gd name="connsiteX74" fmla="*/ 7058714 w 12192000"/>
              <a:gd name="connsiteY74" fmla="*/ 175992 h 1157500"/>
              <a:gd name="connsiteX75" fmla="*/ 7060499 w 12192000"/>
              <a:gd name="connsiteY75" fmla="*/ 176063 h 1157500"/>
              <a:gd name="connsiteX76" fmla="*/ 7078430 w 12192000"/>
              <a:gd name="connsiteY76" fmla="*/ 176793 h 1157500"/>
              <a:gd name="connsiteX77" fmla="*/ 7176563 w 12192000"/>
              <a:gd name="connsiteY77" fmla="*/ 173244 h 1157500"/>
              <a:gd name="connsiteX78" fmla="*/ 7205529 w 12192000"/>
              <a:gd name="connsiteY78" fmla="*/ 181011 h 1157500"/>
              <a:gd name="connsiteX79" fmla="*/ 7310118 w 12192000"/>
              <a:gd name="connsiteY79" fmla="*/ 162605 h 1157500"/>
              <a:gd name="connsiteX80" fmla="*/ 7673859 w 12192000"/>
              <a:gd name="connsiteY80" fmla="*/ 150336 h 1157500"/>
              <a:gd name="connsiteX81" fmla="*/ 7692748 w 12192000"/>
              <a:gd name="connsiteY81" fmla="*/ 161537 h 1157500"/>
              <a:gd name="connsiteX82" fmla="*/ 7756672 w 12192000"/>
              <a:gd name="connsiteY82" fmla="*/ 157372 h 1157500"/>
              <a:gd name="connsiteX83" fmla="*/ 7974189 w 12192000"/>
              <a:gd name="connsiteY83" fmla="*/ 154819 h 1157500"/>
              <a:gd name="connsiteX84" fmla="*/ 8101969 w 12192000"/>
              <a:gd name="connsiteY84" fmla="*/ 144495 h 1157500"/>
              <a:gd name="connsiteX85" fmla="*/ 8106826 w 12192000"/>
              <a:gd name="connsiteY85" fmla="*/ 139853 h 1157500"/>
              <a:gd name="connsiteX86" fmla="*/ 8162058 w 12192000"/>
              <a:gd name="connsiteY86" fmla="*/ 96704 h 1157500"/>
              <a:gd name="connsiteX87" fmla="*/ 8184568 w 12192000"/>
              <a:gd name="connsiteY87" fmla="*/ 93990 h 1157500"/>
              <a:gd name="connsiteX88" fmla="*/ 8228227 w 12192000"/>
              <a:gd name="connsiteY88" fmla="*/ 105972 h 1157500"/>
              <a:gd name="connsiteX89" fmla="*/ 8237963 w 12192000"/>
              <a:gd name="connsiteY89" fmla="*/ 106996 h 1157500"/>
              <a:gd name="connsiteX90" fmla="*/ 8248358 w 12192000"/>
              <a:gd name="connsiteY90" fmla="*/ 106062 h 1157500"/>
              <a:gd name="connsiteX91" fmla="*/ 8249309 w 12192000"/>
              <a:gd name="connsiteY91" fmla="*/ 106698 h 1157500"/>
              <a:gd name="connsiteX92" fmla="*/ 8249997 w 12192000"/>
              <a:gd name="connsiteY92" fmla="*/ 105915 h 1157500"/>
              <a:gd name="connsiteX93" fmla="*/ 8272162 w 12192000"/>
              <a:gd name="connsiteY93" fmla="*/ 103924 h 1157500"/>
              <a:gd name="connsiteX94" fmla="*/ 8292349 w 12192000"/>
              <a:gd name="connsiteY94" fmla="*/ 97480 h 1157500"/>
              <a:gd name="connsiteX95" fmla="*/ 8307239 w 12192000"/>
              <a:gd name="connsiteY95" fmla="*/ 94591 h 1157500"/>
              <a:gd name="connsiteX96" fmla="*/ 8339282 w 12192000"/>
              <a:gd name="connsiteY96" fmla="*/ 108942 h 1157500"/>
              <a:gd name="connsiteX97" fmla="*/ 8346156 w 12192000"/>
              <a:gd name="connsiteY97" fmla="*/ 111227 h 1157500"/>
              <a:gd name="connsiteX98" fmla="*/ 8346467 w 12192000"/>
              <a:gd name="connsiteY98" fmla="*/ 111024 h 1157500"/>
              <a:gd name="connsiteX99" fmla="*/ 8354069 w 12192000"/>
              <a:gd name="connsiteY99" fmla="*/ 112942 h 1157500"/>
              <a:gd name="connsiteX100" fmla="*/ 8358687 w 12192000"/>
              <a:gd name="connsiteY100" fmla="*/ 115393 h 1157500"/>
              <a:gd name="connsiteX101" fmla="*/ 8433385 w 12192000"/>
              <a:gd name="connsiteY101" fmla="*/ 99669 h 1157500"/>
              <a:gd name="connsiteX102" fmla="*/ 8533779 w 12192000"/>
              <a:gd name="connsiteY102" fmla="*/ 98374 h 1157500"/>
              <a:gd name="connsiteX103" fmla="*/ 8632833 w 12192000"/>
              <a:gd name="connsiteY103" fmla="*/ 100532 h 1157500"/>
              <a:gd name="connsiteX104" fmla="*/ 8668523 w 12192000"/>
              <a:gd name="connsiteY104" fmla="*/ 102979 h 1157500"/>
              <a:gd name="connsiteX105" fmla="*/ 8732893 w 12192000"/>
              <a:gd name="connsiteY105" fmla="*/ 99991 h 1157500"/>
              <a:gd name="connsiteX106" fmla="*/ 8764071 w 12192000"/>
              <a:gd name="connsiteY106" fmla="*/ 94587 h 1157500"/>
              <a:gd name="connsiteX107" fmla="*/ 8767004 w 12192000"/>
              <a:gd name="connsiteY107" fmla="*/ 91519 h 1157500"/>
              <a:gd name="connsiteX108" fmla="*/ 8772553 w 12192000"/>
              <a:gd name="connsiteY108" fmla="*/ 90314 h 1157500"/>
              <a:gd name="connsiteX109" fmla="*/ 8787201 w 12192000"/>
              <a:gd name="connsiteY109" fmla="*/ 92033 h 1157500"/>
              <a:gd name="connsiteX110" fmla="*/ 8792624 w 12192000"/>
              <a:gd name="connsiteY110" fmla="*/ 93503 h 1157500"/>
              <a:gd name="connsiteX111" fmla="*/ 8800741 w 12192000"/>
              <a:gd name="connsiteY111" fmla="*/ 93897 h 1157500"/>
              <a:gd name="connsiteX112" fmla="*/ 8800966 w 12192000"/>
              <a:gd name="connsiteY112" fmla="*/ 93645 h 1157500"/>
              <a:gd name="connsiteX113" fmla="*/ 8808513 w 12192000"/>
              <a:gd name="connsiteY113" fmla="*/ 94530 h 1157500"/>
              <a:gd name="connsiteX114" fmla="*/ 8845110 w 12192000"/>
              <a:gd name="connsiteY114" fmla="*/ 102179 h 1157500"/>
              <a:gd name="connsiteX115" fmla="*/ 8917529 w 12192000"/>
              <a:gd name="connsiteY115" fmla="*/ 76373 h 1157500"/>
              <a:gd name="connsiteX116" fmla="*/ 9026654 w 12192000"/>
              <a:gd name="connsiteY116" fmla="*/ 93420 h 1157500"/>
              <a:gd name="connsiteX117" fmla="*/ 9088505 w 12192000"/>
              <a:gd name="connsiteY117" fmla="*/ 113002 h 1157500"/>
              <a:gd name="connsiteX118" fmla="*/ 9203241 w 12192000"/>
              <a:gd name="connsiteY118" fmla="*/ 111713 h 1157500"/>
              <a:gd name="connsiteX119" fmla="*/ 9415584 w 12192000"/>
              <a:gd name="connsiteY119" fmla="*/ 157156 h 1157500"/>
              <a:gd name="connsiteX120" fmla="*/ 9505102 w 12192000"/>
              <a:gd name="connsiteY120" fmla="*/ 141042 h 1157500"/>
              <a:gd name="connsiteX121" fmla="*/ 9643040 w 12192000"/>
              <a:gd name="connsiteY121" fmla="*/ 158233 h 1157500"/>
              <a:gd name="connsiteX122" fmla="*/ 9762999 w 12192000"/>
              <a:gd name="connsiteY122" fmla="*/ 162623 h 1157500"/>
              <a:gd name="connsiteX123" fmla="*/ 9776183 w 12192000"/>
              <a:gd name="connsiteY123" fmla="*/ 162191 h 1157500"/>
              <a:gd name="connsiteX124" fmla="*/ 9780532 w 12192000"/>
              <a:gd name="connsiteY124" fmla="*/ 155823 h 1157500"/>
              <a:gd name="connsiteX125" fmla="*/ 9910588 w 12192000"/>
              <a:gd name="connsiteY125" fmla="*/ 154327 h 1157500"/>
              <a:gd name="connsiteX126" fmla="*/ 9924173 w 12192000"/>
              <a:gd name="connsiteY126" fmla="*/ 158591 h 1157500"/>
              <a:gd name="connsiteX127" fmla="*/ 10010969 w 12192000"/>
              <a:gd name="connsiteY127" fmla="*/ 155802 h 1157500"/>
              <a:gd name="connsiteX128" fmla="*/ 10070699 w 12192000"/>
              <a:gd name="connsiteY128" fmla="*/ 157854 h 1157500"/>
              <a:gd name="connsiteX129" fmla="*/ 10155104 w 12192000"/>
              <a:gd name="connsiteY129" fmla="*/ 151613 h 1157500"/>
              <a:gd name="connsiteX130" fmla="*/ 10250982 w 12192000"/>
              <a:gd name="connsiteY130" fmla="*/ 128642 h 1157500"/>
              <a:gd name="connsiteX131" fmla="*/ 10343301 w 12192000"/>
              <a:gd name="connsiteY131" fmla="*/ 90884 h 1157500"/>
              <a:gd name="connsiteX132" fmla="*/ 10366625 w 12192000"/>
              <a:gd name="connsiteY132" fmla="*/ 79428 h 1157500"/>
              <a:gd name="connsiteX133" fmla="*/ 10433505 w 12192000"/>
              <a:gd name="connsiteY133" fmla="*/ 65000 h 1157500"/>
              <a:gd name="connsiteX134" fmla="*/ 10547510 w 12192000"/>
              <a:gd name="connsiteY134" fmla="*/ 47246 h 1157500"/>
              <a:gd name="connsiteX135" fmla="*/ 10588150 w 12192000"/>
              <a:gd name="connsiteY135" fmla="*/ 32287 h 1157500"/>
              <a:gd name="connsiteX136" fmla="*/ 10589457 w 12192000"/>
              <a:gd name="connsiteY136" fmla="*/ 25296 h 1157500"/>
              <a:gd name="connsiteX137" fmla="*/ 10699976 w 12192000"/>
              <a:gd name="connsiteY137" fmla="*/ 43345 h 1157500"/>
              <a:gd name="connsiteX138" fmla="*/ 10812237 w 12192000"/>
              <a:gd name="connsiteY138" fmla="*/ 46327 h 1157500"/>
              <a:gd name="connsiteX139" fmla="*/ 10869837 w 12192000"/>
              <a:gd name="connsiteY139" fmla="*/ 65795 h 1157500"/>
              <a:gd name="connsiteX140" fmla="*/ 10881770 w 12192000"/>
              <a:gd name="connsiteY140" fmla="*/ 73672 h 1157500"/>
              <a:gd name="connsiteX141" fmla="*/ 10896899 w 12192000"/>
              <a:gd name="connsiteY141" fmla="*/ 70731 h 1157500"/>
              <a:gd name="connsiteX142" fmla="*/ 10901748 w 12192000"/>
              <a:gd name="connsiteY142" fmla="*/ 66352 h 1157500"/>
              <a:gd name="connsiteX143" fmla="*/ 10947419 w 12192000"/>
              <a:gd name="connsiteY143" fmla="*/ 83316 h 1157500"/>
              <a:gd name="connsiteX144" fmla="*/ 10953034 w 12192000"/>
              <a:gd name="connsiteY144" fmla="*/ 84438 h 1157500"/>
              <a:gd name="connsiteX145" fmla="*/ 10992070 w 12192000"/>
              <a:gd name="connsiteY145" fmla="*/ 88841 h 1157500"/>
              <a:gd name="connsiteX146" fmla="*/ 11112372 w 12192000"/>
              <a:gd name="connsiteY146" fmla="*/ 82247 h 1157500"/>
              <a:gd name="connsiteX147" fmla="*/ 11147719 w 12192000"/>
              <a:gd name="connsiteY147" fmla="*/ 80560 h 1157500"/>
              <a:gd name="connsiteX148" fmla="*/ 11172617 w 12192000"/>
              <a:gd name="connsiteY148" fmla="*/ 76265 h 1157500"/>
              <a:gd name="connsiteX149" fmla="*/ 11240397 w 12192000"/>
              <a:gd name="connsiteY149" fmla="*/ 81830 h 1157500"/>
              <a:gd name="connsiteX150" fmla="*/ 11270034 w 12192000"/>
              <a:gd name="connsiteY150" fmla="*/ 91947 h 1157500"/>
              <a:gd name="connsiteX151" fmla="*/ 11293091 w 12192000"/>
              <a:gd name="connsiteY151" fmla="*/ 92042 h 1157500"/>
              <a:gd name="connsiteX152" fmla="*/ 11310949 w 12192000"/>
              <a:gd name="connsiteY152" fmla="*/ 97842 h 1157500"/>
              <a:gd name="connsiteX153" fmla="*/ 11345279 w 12192000"/>
              <a:gd name="connsiteY153" fmla="*/ 95451 h 1157500"/>
              <a:gd name="connsiteX154" fmla="*/ 11354597 w 12192000"/>
              <a:gd name="connsiteY154" fmla="*/ 97953 h 1157500"/>
              <a:gd name="connsiteX155" fmla="*/ 11367725 w 12192000"/>
              <a:gd name="connsiteY155" fmla="*/ 97999 h 1157500"/>
              <a:gd name="connsiteX156" fmla="*/ 11399832 w 12192000"/>
              <a:gd name="connsiteY156" fmla="*/ 110616 h 1157500"/>
              <a:gd name="connsiteX157" fmla="*/ 11487595 w 12192000"/>
              <a:gd name="connsiteY157" fmla="*/ 152322 h 1157500"/>
              <a:gd name="connsiteX158" fmla="*/ 11590850 w 12192000"/>
              <a:gd name="connsiteY158" fmla="*/ 238552 h 1157500"/>
              <a:gd name="connsiteX159" fmla="*/ 11736204 w 12192000"/>
              <a:gd name="connsiteY159" fmla="*/ 277509 h 1157500"/>
              <a:gd name="connsiteX160" fmla="*/ 11760331 w 12192000"/>
              <a:gd name="connsiteY160" fmla="*/ 291936 h 1157500"/>
              <a:gd name="connsiteX161" fmla="*/ 11819139 w 12192000"/>
              <a:gd name="connsiteY161" fmla="*/ 304143 h 1157500"/>
              <a:gd name="connsiteX162" fmla="*/ 11821967 w 12192000"/>
              <a:gd name="connsiteY162" fmla="*/ 305790 h 1157500"/>
              <a:gd name="connsiteX163" fmla="*/ 11847125 w 12192000"/>
              <a:gd name="connsiteY163" fmla="*/ 297401 h 1157500"/>
              <a:gd name="connsiteX164" fmla="*/ 11980134 w 12192000"/>
              <a:gd name="connsiteY164" fmla="*/ 321911 h 1157500"/>
              <a:gd name="connsiteX165" fmla="*/ 12174576 w 12192000"/>
              <a:gd name="connsiteY165" fmla="*/ 376108 h 1157500"/>
              <a:gd name="connsiteX166" fmla="*/ 12192000 w 12192000"/>
              <a:gd name="connsiteY166" fmla="*/ 379233 h 1157500"/>
              <a:gd name="connsiteX167" fmla="*/ 12192000 w 12192000"/>
              <a:gd name="connsiteY167" fmla="*/ 1157500 h 1157500"/>
              <a:gd name="connsiteX168" fmla="*/ 0 w 12192000"/>
              <a:gd name="connsiteY168" fmla="*/ 1157500 h 1157500"/>
              <a:gd name="connsiteX169" fmla="*/ 0 w 12192000"/>
              <a:gd name="connsiteY169" fmla="*/ 483545 h 1157500"/>
              <a:gd name="connsiteX170" fmla="*/ 5331 w 12192000"/>
              <a:gd name="connsiteY170" fmla="*/ 482797 h 1157500"/>
              <a:gd name="connsiteX171" fmla="*/ 39902 w 12192000"/>
              <a:gd name="connsiteY171" fmla="*/ 472284 h 1157500"/>
              <a:gd name="connsiteX172" fmla="*/ 117880 w 12192000"/>
              <a:gd name="connsiteY172" fmla="*/ 420956 h 1157500"/>
              <a:gd name="connsiteX173" fmla="*/ 238140 w 12192000"/>
              <a:gd name="connsiteY173" fmla="*/ 379297 h 1157500"/>
              <a:gd name="connsiteX174" fmla="*/ 249589 w 12192000"/>
              <a:gd name="connsiteY174" fmla="*/ 379517 h 1157500"/>
              <a:gd name="connsiteX175" fmla="*/ 296963 w 12192000"/>
              <a:gd name="connsiteY175" fmla="*/ 356102 h 1157500"/>
              <a:gd name="connsiteX176" fmla="*/ 339235 w 12192000"/>
              <a:gd name="connsiteY176" fmla="*/ 324425 h 1157500"/>
              <a:gd name="connsiteX177" fmla="*/ 447152 w 12192000"/>
              <a:gd name="connsiteY177" fmla="*/ 327423 h 1157500"/>
              <a:gd name="connsiteX178" fmla="*/ 475247 w 12192000"/>
              <a:gd name="connsiteY178" fmla="*/ 336714 h 1157500"/>
              <a:gd name="connsiteX179" fmla="*/ 477967 w 12192000"/>
              <a:gd name="connsiteY179" fmla="*/ 337960 h 1157500"/>
              <a:gd name="connsiteX180" fmla="*/ 703732 w 12192000"/>
              <a:gd name="connsiteY180" fmla="*/ 316599 h 1157500"/>
              <a:gd name="connsiteX181" fmla="*/ 853391 w 12192000"/>
              <a:gd name="connsiteY181" fmla="*/ 303591 h 1157500"/>
              <a:gd name="connsiteX182" fmla="*/ 925332 w 12192000"/>
              <a:gd name="connsiteY182" fmla="*/ 298686 h 1157500"/>
              <a:gd name="connsiteX183" fmla="*/ 941286 w 12192000"/>
              <a:gd name="connsiteY183" fmla="*/ 288932 h 1157500"/>
              <a:gd name="connsiteX184" fmla="*/ 950845 w 12192000"/>
              <a:gd name="connsiteY184" fmla="*/ 286595 h 1157500"/>
              <a:gd name="connsiteX185" fmla="*/ 953292 w 12192000"/>
              <a:gd name="connsiteY185" fmla="*/ 280892 h 1157500"/>
              <a:gd name="connsiteX186" fmla="*/ 967499 w 12192000"/>
              <a:gd name="connsiteY186" fmla="*/ 273760 h 1157500"/>
              <a:gd name="connsiteX187" fmla="*/ 1069267 w 12192000"/>
              <a:gd name="connsiteY187" fmla="*/ 262766 h 1157500"/>
              <a:gd name="connsiteX188" fmla="*/ 1138407 w 12192000"/>
              <a:gd name="connsiteY188" fmla="*/ 246567 h 1157500"/>
              <a:gd name="connsiteX189" fmla="*/ 1164931 w 12192000"/>
              <a:gd name="connsiteY189" fmla="*/ 238622 h 1157500"/>
              <a:gd name="connsiteX190" fmla="*/ 1211622 w 12192000"/>
              <a:gd name="connsiteY190" fmla="*/ 220676 h 1157500"/>
              <a:gd name="connsiteX191" fmla="*/ 1274567 w 12192000"/>
              <a:gd name="connsiteY191" fmla="*/ 203380 h 1157500"/>
              <a:gd name="connsiteX192" fmla="*/ 1325029 w 12192000"/>
              <a:gd name="connsiteY192" fmla="*/ 207937 h 1157500"/>
              <a:gd name="connsiteX193" fmla="*/ 1356805 w 12192000"/>
              <a:gd name="connsiteY193" fmla="*/ 203622 h 1157500"/>
              <a:gd name="connsiteX194" fmla="*/ 1468752 w 12192000"/>
              <a:gd name="connsiteY194" fmla="*/ 214604 h 1157500"/>
              <a:gd name="connsiteX195" fmla="*/ 1650750 w 12192000"/>
              <a:gd name="connsiteY195" fmla="*/ 165090 h 1157500"/>
              <a:gd name="connsiteX196" fmla="*/ 1655056 w 12192000"/>
              <a:gd name="connsiteY196" fmla="*/ 172106 h 1157500"/>
              <a:gd name="connsiteX197" fmla="*/ 1683220 w 12192000"/>
              <a:gd name="connsiteY197" fmla="*/ 169652 h 1157500"/>
              <a:gd name="connsiteX198" fmla="*/ 1685599 w 12192000"/>
              <a:gd name="connsiteY198" fmla="*/ 165388 h 1157500"/>
              <a:gd name="connsiteX199" fmla="*/ 1735783 w 12192000"/>
              <a:gd name="connsiteY199" fmla="*/ 177400 h 1157500"/>
              <a:gd name="connsiteX200" fmla="*/ 1797102 w 12192000"/>
              <a:gd name="connsiteY200" fmla="*/ 182289 h 1157500"/>
              <a:gd name="connsiteX201" fmla="*/ 1845638 w 12192000"/>
              <a:gd name="connsiteY201" fmla="*/ 163774 h 1157500"/>
              <a:gd name="connsiteX202" fmla="*/ 1848980 w 12192000"/>
              <a:gd name="connsiteY202" fmla="*/ 167516 h 1157500"/>
              <a:gd name="connsiteX203" fmla="*/ 1880587 w 12192000"/>
              <a:gd name="connsiteY203" fmla="*/ 165506 h 1157500"/>
              <a:gd name="connsiteX204" fmla="*/ 1995803 w 12192000"/>
              <a:gd name="connsiteY204" fmla="*/ 131847 h 1157500"/>
              <a:gd name="connsiteX205" fmla="*/ 2057448 w 12192000"/>
              <a:gd name="connsiteY205" fmla="*/ 128650 h 1157500"/>
              <a:gd name="connsiteX206" fmla="*/ 2119088 w 12192000"/>
              <a:gd name="connsiteY206" fmla="*/ 113508 h 1157500"/>
              <a:gd name="connsiteX207" fmla="*/ 2138831 w 12192000"/>
              <a:gd name="connsiteY207" fmla="*/ 116194 h 1157500"/>
              <a:gd name="connsiteX208" fmla="*/ 2214259 w 12192000"/>
              <a:gd name="connsiteY208" fmla="*/ 110542 h 1157500"/>
              <a:gd name="connsiteX209" fmla="*/ 2264911 w 12192000"/>
              <a:gd name="connsiteY209" fmla="*/ 101639 h 1157500"/>
              <a:gd name="connsiteX210" fmla="*/ 2454058 w 12192000"/>
              <a:gd name="connsiteY210" fmla="*/ 67266 h 1157500"/>
              <a:gd name="connsiteX211" fmla="*/ 2534188 w 12192000"/>
              <a:gd name="connsiteY211" fmla="*/ 63730 h 1157500"/>
              <a:gd name="connsiteX212" fmla="*/ 2616912 w 12192000"/>
              <a:gd name="connsiteY212" fmla="*/ 44757 h 1157500"/>
              <a:gd name="connsiteX213" fmla="*/ 2698592 w 12192000"/>
              <a:gd name="connsiteY213" fmla="*/ 35873 h 1157500"/>
              <a:gd name="connsiteX214" fmla="*/ 2891953 w 12192000"/>
              <a:gd name="connsiteY21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078430 w 12192000"/>
              <a:gd name="connsiteY75" fmla="*/ 176793 h 1157500"/>
              <a:gd name="connsiteX76" fmla="*/ 7176563 w 12192000"/>
              <a:gd name="connsiteY76" fmla="*/ 173244 h 1157500"/>
              <a:gd name="connsiteX77" fmla="*/ 7205529 w 12192000"/>
              <a:gd name="connsiteY77" fmla="*/ 181011 h 1157500"/>
              <a:gd name="connsiteX78" fmla="*/ 7310118 w 12192000"/>
              <a:gd name="connsiteY78" fmla="*/ 162605 h 1157500"/>
              <a:gd name="connsiteX79" fmla="*/ 7673859 w 12192000"/>
              <a:gd name="connsiteY79" fmla="*/ 150336 h 1157500"/>
              <a:gd name="connsiteX80" fmla="*/ 7692748 w 12192000"/>
              <a:gd name="connsiteY80" fmla="*/ 161537 h 1157500"/>
              <a:gd name="connsiteX81" fmla="*/ 7756672 w 12192000"/>
              <a:gd name="connsiteY81" fmla="*/ 157372 h 1157500"/>
              <a:gd name="connsiteX82" fmla="*/ 7974189 w 12192000"/>
              <a:gd name="connsiteY82" fmla="*/ 154819 h 1157500"/>
              <a:gd name="connsiteX83" fmla="*/ 8101969 w 12192000"/>
              <a:gd name="connsiteY83" fmla="*/ 144495 h 1157500"/>
              <a:gd name="connsiteX84" fmla="*/ 8106826 w 12192000"/>
              <a:gd name="connsiteY84" fmla="*/ 139853 h 1157500"/>
              <a:gd name="connsiteX85" fmla="*/ 8162058 w 12192000"/>
              <a:gd name="connsiteY85" fmla="*/ 96704 h 1157500"/>
              <a:gd name="connsiteX86" fmla="*/ 8184568 w 12192000"/>
              <a:gd name="connsiteY86" fmla="*/ 93990 h 1157500"/>
              <a:gd name="connsiteX87" fmla="*/ 8228227 w 12192000"/>
              <a:gd name="connsiteY87" fmla="*/ 105972 h 1157500"/>
              <a:gd name="connsiteX88" fmla="*/ 8237963 w 12192000"/>
              <a:gd name="connsiteY88" fmla="*/ 106996 h 1157500"/>
              <a:gd name="connsiteX89" fmla="*/ 8248358 w 12192000"/>
              <a:gd name="connsiteY89" fmla="*/ 106062 h 1157500"/>
              <a:gd name="connsiteX90" fmla="*/ 8249309 w 12192000"/>
              <a:gd name="connsiteY90" fmla="*/ 106698 h 1157500"/>
              <a:gd name="connsiteX91" fmla="*/ 8249997 w 12192000"/>
              <a:gd name="connsiteY91" fmla="*/ 105915 h 1157500"/>
              <a:gd name="connsiteX92" fmla="*/ 8272162 w 12192000"/>
              <a:gd name="connsiteY92" fmla="*/ 103924 h 1157500"/>
              <a:gd name="connsiteX93" fmla="*/ 8292349 w 12192000"/>
              <a:gd name="connsiteY93" fmla="*/ 97480 h 1157500"/>
              <a:gd name="connsiteX94" fmla="*/ 8307239 w 12192000"/>
              <a:gd name="connsiteY94" fmla="*/ 94591 h 1157500"/>
              <a:gd name="connsiteX95" fmla="*/ 8339282 w 12192000"/>
              <a:gd name="connsiteY95" fmla="*/ 108942 h 1157500"/>
              <a:gd name="connsiteX96" fmla="*/ 8346156 w 12192000"/>
              <a:gd name="connsiteY96" fmla="*/ 111227 h 1157500"/>
              <a:gd name="connsiteX97" fmla="*/ 8346467 w 12192000"/>
              <a:gd name="connsiteY97" fmla="*/ 111024 h 1157500"/>
              <a:gd name="connsiteX98" fmla="*/ 8354069 w 12192000"/>
              <a:gd name="connsiteY98" fmla="*/ 112942 h 1157500"/>
              <a:gd name="connsiteX99" fmla="*/ 8358687 w 12192000"/>
              <a:gd name="connsiteY99" fmla="*/ 115393 h 1157500"/>
              <a:gd name="connsiteX100" fmla="*/ 8433385 w 12192000"/>
              <a:gd name="connsiteY100" fmla="*/ 99669 h 1157500"/>
              <a:gd name="connsiteX101" fmla="*/ 8533779 w 12192000"/>
              <a:gd name="connsiteY101" fmla="*/ 98374 h 1157500"/>
              <a:gd name="connsiteX102" fmla="*/ 8632833 w 12192000"/>
              <a:gd name="connsiteY102" fmla="*/ 100532 h 1157500"/>
              <a:gd name="connsiteX103" fmla="*/ 8668523 w 12192000"/>
              <a:gd name="connsiteY103" fmla="*/ 102979 h 1157500"/>
              <a:gd name="connsiteX104" fmla="*/ 8732893 w 12192000"/>
              <a:gd name="connsiteY104" fmla="*/ 99991 h 1157500"/>
              <a:gd name="connsiteX105" fmla="*/ 8764071 w 12192000"/>
              <a:gd name="connsiteY105" fmla="*/ 94587 h 1157500"/>
              <a:gd name="connsiteX106" fmla="*/ 8767004 w 12192000"/>
              <a:gd name="connsiteY106" fmla="*/ 91519 h 1157500"/>
              <a:gd name="connsiteX107" fmla="*/ 8772553 w 12192000"/>
              <a:gd name="connsiteY107" fmla="*/ 90314 h 1157500"/>
              <a:gd name="connsiteX108" fmla="*/ 8787201 w 12192000"/>
              <a:gd name="connsiteY108" fmla="*/ 92033 h 1157500"/>
              <a:gd name="connsiteX109" fmla="*/ 8792624 w 12192000"/>
              <a:gd name="connsiteY109" fmla="*/ 93503 h 1157500"/>
              <a:gd name="connsiteX110" fmla="*/ 8800741 w 12192000"/>
              <a:gd name="connsiteY110" fmla="*/ 93897 h 1157500"/>
              <a:gd name="connsiteX111" fmla="*/ 8800966 w 12192000"/>
              <a:gd name="connsiteY111" fmla="*/ 93645 h 1157500"/>
              <a:gd name="connsiteX112" fmla="*/ 8808513 w 12192000"/>
              <a:gd name="connsiteY112" fmla="*/ 94530 h 1157500"/>
              <a:gd name="connsiteX113" fmla="*/ 8845110 w 12192000"/>
              <a:gd name="connsiteY113" fmla="*/ 102179 h 1157500"/>
              <a:gd name="connsiteX114" fmla="*/ 8917529 w 12192000"/>
              <a:gd name="connsiteY114" fmla="*/ 76373 h 1157500"/>
              <a:gd name="connsiteX115" fmla="*/ 9026654 w 12192000"/>
              <a:gd name="connsiteY115" fmla="*/ 93420 h 1157500"/>
              <a:gd name="connsiteX116" fmla="*/ 9088505 w 12192000"/>
              <a:gd name="connsiteY116" fmla="*/ 113002 h 1157500"/>
              <a:gd name="connsiteX117" fmla="*/ 9203241 w 12192000"/>
              <a:gd name="connsiteY117" fmla="*/ 111713 h 1157500"/>
              <a:gd name="connsiteX118" fmla="*/ 9415584 w 12192000"/>
              <a:gd name="connsiteY118" fmla="*/ 157156 h 1157500"/>
              <a:gd name="connsiteX119" fmla="*/ 9505102 w 12192000"/>
              <a:gd name="connsiteY119" fmla="*/ 141042 h 1157500"/>
              <a:gd name="connsiteX120" fmla="*/ 9643040 w 12192000"/>
              <a:gd name="connsiteY120" fmla="*/ 158233 h 1157500"/>
              <a:gd name="connsiteX121" fmla="*/ 9762999 w 12192000"/>
              <a:gd name="connsiteY121" fmla="*/ 162623 h 1157500"/>
              <a:gd name="connsiteX122" fmla="*/ 9776183 w 12192000"/>
              <a:gd name="connsiteY122" fmla="*/ 162191 h 1157500"/>
              <a:gd name="connsiteX123" fmla="*/ 9780532 w 12192000"/>
              <a:gd name="connsiteY123" fmla="*/ 155823 h 1157500"/>
              <a:gd name="connsiteX124" fmla="*/ 9910588 w 12192000"/>
              <a:gd name="connsiteY124" fmla="*/ 154327 h 1157500"/>
              <a:gd name="connsiteX125" fmla="*/ 9924173 w 12192000"/>
              <a:gd name="connsiteY125" fmla="*/ 158591 h 1157500"/>
              <a:gd name="connsiteX126" fmla="*/ 10010969 w 12192000"/>
              <a:gd name="connsiteY126" fmla="*/ 155802 h 1157500"/>
              <a:gd name="connsiteX127" fmla="*/ 10070699 w 12192000"/>
              <a:gd name="connsiteY127" fmla="*/ 157854 h 1157500"/>
              <a:gd name="connsiteX128" fmla="*/ 10155104 w 12192000"/>
              <a:gd name="connsiteY128" fmla="*/ 151613 h 1157500"/>
              <a:gd name="connsiteX129" fmla="*/ 10250982 w 12192000"/>
              <a:gd name="connsiteY129" fmla="*/ 128642 h 1157500"/>
              <a:gd name="connsiteX130" fmla="*/ 10343301 w 12192000"/>
              <a:gd name="connsiteY130" fmla="*/ 90884 h 1157500"/>
              <a:gd name="connsiteX131" fmla="*/ 10366625 w 12192000"/>
              <a:gd name="connsiteY131" fmla="*/ 79428 h 1157500"/>
              <a:gd name="connsiteX132" fmla="*/ 10433505 w 12192000"/>
              <a:gd name="connsiteY132" fmla="*/ 65000 h 1157500"/>
              <a:gd name="connsiteX133" fmla="*/ 10547510 w 12192000"/>
              <a:gd name="connsiteY133" fmla="*/ 47246 h 1157500"/>
              <a:gd name="connsiteX134" fmla="*/ 10588150 w 12192000"/>
              <a:gd name="connsiteY134" fmla="*/ 32287 h 1157500"/>
              <a:gd name="connsiteX135" fmla="*/ 10589457 w 12192000"/>
              <a:gd name="connsiteY135" fmla="*/ 25296 h 1157500"/>
              <a:gd name="connsiteX136" fmla="*/ 10699976 w 12192000"/>
              <a:gd name="connsiteY136" fmla="*/ 43345 h 1157500"/>
              <a:gd name="connsiteX137" fmla="*/ 10812237 w 12192000"/>
              <a:gd name="connsiteY137" fmla="*/ 46327 h 1157500"/>
              <a:gd name="connsiteX138" fmla="*/ 10869837 w 12192000"/>
              <a:gd name="connsiteY138" fmla="*/ 65795 h 1157500"/>
              <a:gd name="connsiteX139" fmla="*/ 10881770 w 12192000"/>
              <a:gd name="connsiteY139" fmla="*/ 73672 h 1157500"/>
              <a:gd name="connsiteX140" fmla="*/ 10896899 w 12192000"/>
              <a:gd name="connsiteY140" fmla="*/ 70731 h 1157500"/>
              <a:gd name="connsiteX141" fmla="*/ 10901748 w 12192000"/>
              <a:gd name="connsiteY141" fmla="*/ 66352 h 1157500"/>
              <a:gd name="connsiteX142" fmla="*/ 10947419 w 12192000"/>
              <a:gd name="connsiteY142" fmla="*/ 83316 h 1157500"/>
              <a:gd name="connsiteX143" fmla="*/ 10953034 w 12192000"/>
              <a:gd name="connsiteY143" fmla="*/ 84438 h 1157500"/>
              <a:gd name="connsiteX144" fmla="*/ 10992070 w 12192000"/>
              <a:gd name="connsiteY144" fmla="*/ 88841 h 1157500"/>
              <a:gd name="connsiteX145" fmla="*/ 11112372 w 12192000"/>
              <a:gd name="connsiteY145" fmla="*/ 82247 h 1157500"/>
              <a:gd name="connsiteX146" fmla="*/ 11147719 w 12192000"/>
              <a:gd name="connsiteY146" fmla="*/ 80560 h 1157500"/>
              <a:gd name="connsiteX147" fmla="*/ 11172617 w 12192000"/>
              <a:gd name="connsiteY147" fmla="*/ 76265 h 1157500"/>
              <a:gd name="connsiteX148" fmla="*/ 11240397 w 12192000"/>
              <a:gd name="connsiteY148" fmla="*/ 81830 h 1157500"/>
              <a:gd name="connsiteX149" fmla="*/ 11270034 w 12192000"/>
              <a:gd name="connsiteY149" fmla="*/ 91947 h 1157500"/>
              <a:gd name="connsiteX150" fmla="*/ 11293091 w 12192000"/>
              <a:gd name="connsiteY150" fmla="*/ 92042 h 1157500"/>
              <a:gd name="connsiteX151" fmla="*/ 11310949 w 12192000"/>
              <a:gd name="connsiteY151" fmla="*/ 97842 h 1157500"/>
              <a:gd name="connsiteX152" fmla="*/ 11345279 w 12192000"/>
              <a:gd name="connsiteY152" fmla="*/ 95451 h 1157500"/>
              <a:gd name="connsiteX153" fmla="*/ 11354597 w 12192000"/>
              <a:gd name="connsiteY153" fmla="*/ 97953 h 1157500"/>
              <a:gd name="connsiteX154" fmla="*/ 11367725 w 12192000"/>
              <a:gd name="connsiteY154" fmla="*/ 97999 h 1157500"/>
              <a:gd name="connsiteX155" fmla="*/ 11399832 w 12192000"/>
              <a:gd name="connsiteY155" fmla="*/ 110616 h 1157500"/>
              <a:gd name="connsiteX156" fmla="*/ 11487595 w 12192000"/>
              <a:gd name="connsiteY156" fmla="*/ 152322 h 1157500"/>
              <a:gd name="connsiteX157" fmla="*/ 11590850 w 12192000"/>
              <a:gd name="connsiteY157" fmla="*/ 238552 h 1157500"/>
              <a:gd name="connsiteX158" fmla="*/ 11736204 w 12192000"/>
              <a:gd name="connsiteY158" fmla="*/ 277509 h 1157500"/>
              <a:gd name="connsiteX159" fmla="*/ 11760331 w 12192000"/>
              <a:gd name="connsiteY159" fmla="*/ 291936 h 1157500"/>
              <a:gd name="connsiteX160" fmla="*/ 11819139 w 12192000"/>
              <a:gd name="connsiteY160" fmla="*/ 304143 h 1157500"/>
              <a:gd name="connsiteX161" fmla="*/ 11821967 w 12192000"/>
              <a:gd name="connsiteY161" fmla="*/ 305790 h 1157500"/>
              <a:gd name="connsiteX162" fmla="*/ 11847125 w 12192000"/>
              <a:gd name="connsiteY162" fmla="*/ 297401 h 1157500"/>
              <a:gd name="connsiteX163" fmla="*/ 11980134 w 12192000"/>
              <a:gd name="connsiteY163" fmla="*/ 321911 h 1157500"/>
              <a:gd name="connsiteX164" fmla="*/ 12174576 w 12192000"/>
              <a:gd name="connsiteY164" fmla="*/ 376108 h 1157500"/>
              <a:gd name="connsiteX165" fmla="*/ 12192000 w 12192000"/>
              <a:gd name="connsiteY165" fmla="*/ 379233 h 1157500"/>
              <a:gd name="connsiteX166" fmla="*/ 12192000 w 12192000"/>
              <a:gd name="connsiteY166" fmla="*/ 1157500 h 1157500"/>
              <a:gd name="connsiteX167" fmla="*/ 0 w 12192000"/>
              <a:gd name="connsiteY167" fmla="*/ 1157500 h 1157500"/>
              <a:gd name="connsiteX168" fmla="*/ 0 w 12192000"/>
              <a:gd name="connsiteY168" fmla="*/ 483545 h 1157500"/>
              <a:gd name="connsiteX169" fmla="*/ 5331 w 12192000"/>
              <a:gd name="connsiteY169" fmla="*/ 482797 h 1157500"/>
              <a:gd name="connsiteX170" fmla="*/ 39902 w 12192000"/>
              <a:gd name="connsiteY170" fmla="*/ 472284 h 1157500"/>
              <a:gd name="connsiteX171" fmla="*/ 117880 w 12192000"/>
              <a:gd name="connsiteY171" fmla="*/ 420956 h 1157500"/>
              <a:gd name="connsiteX172" fmla="*/ 238140 w 12192000"/>
              <a:gd name="connsiteY172" fmla="*/ 379297 h 1157500"/>
              <a:gd name="connsiteX173" fmla="*/ 249589 w 12192000"/>
              <a:gd name="connsiteY173" fmla="*/ 379517 h 1157500"/>
              <a:gd name="connsiteX174" fmla="*/ 296963 w 12192000"/>
              <a:gd name="connsiteY174" fmla="*/ 356102 h 1157500"/>
              <a:gd name="connsiteX175" fmla="*/ 339235 w 12192000"/>
              <a:gd name="connsiteY175" fmla="*/ 324425 h 1157500"/>
              <a:gd name="connsiteX176" fmla="*/ 447152 w 12192000"/>
              <a:gd name="connsiteY176" fmla="*/ 327423 h 1157500"/>
              <a:gd name="connsiteX177" fmla="*/ 475247 w 12192000"/>
              <a:gd name="connsiteY177" fmla="*/ 336714 h 1157500"/>
              <a:gd name="connsiteX178" fmla="*/ 477967 w 12192000"/>
              <a:gd name="connsiteY178" fmla="*/ 337960 h 1157500"/>
              <a:gd name="connsiteX179" fmla="*/ 703732 w 12192000"/>
              <a:gd name="connsiteY179" fmla="*/ 316599 h 1157500"/>
              <a:gd name="connsiteX180" fmla="*/ 853391 w 12192000"/>
              <a:gd name="connsiteY180" fmla="*/ 303591 h 1157500"/>
              <a:gd name="connsiteX181" fmla="*/ 925332 w 12192000"/>
              <a:gd name="connsiteY181" fmla="*/ 298686 h 1157500"/>
              <a:gd name="connsiteX182" fmla="*/ 941286 w 12192000"/>
              <a:gd name="connsiteY182" fmla="*/ 288932 h 1157500"/>
              <a:gd name="connsiteX183" fmla="*/ 950845 w 12192000"/>
              <a:gd name="connsiteY183" fmla="*/ 286595 h 1157500"/>
              <a:gd name="connsiteX184" fmla="*/ 953292 w 12192000"/>
              <a:gd name="connsiteY184" fmla="*/ 280892 h 1157500"/>
              <a:gd name="connsiteX185" fmla="*/ 967499 w 12192000"/>
              <a:gd name="connsiteY185" fmla="*/ 273760 h 1157500"/>
              <a:gd name="connsiteX186" fmla="*/ 1069267 w 12192000"/>
              <a:gd name="connsiteY186" fmla="*/ 262766 h 1157500"/>
              <a:gd name="connsiteX187" fmla="*/ 1138407 w 12192000"/>
              <a:gd name="connsiteY187" fmla="*/ 246567 h 1157500"/>
              <a:gd name="connsiteX188" fmla="*/ 1164931 w 12192000"/>
              <a:gd name="connsiteY188" fmla="*/ 238622 h 1157500"/>
              <a:gd name="connsiteX189" fmla="*/ 1211622 w 12192000"/>
              <a:gd name="connsiteY189" fmla="*/ 220676 h 1157500"/>
              <a:gd name="connsiteX190" fmla="*/ 1274567 w 12192000"/>
              <a:gd name="connsiteY190" fmla="*/ 203380 h 1157500"/>
              <a:gd name="connsiteX191" fmla="*/ 1325029 w 12192000"/>
              <a:gd name="connsiteY191" fmla="*/ 207937 h 1157500"/>
              <a:gd name="connsiteX192" fmla="*/ 1356805 w 12192000"/>
              <a:gd name="connsiteY192" fmla="*/ 203622 h 1157500"/>
              <a:gd name="connsiteX193" fmla="*/ 1468752 w 12192000"/>
              <a:gd name="connsiteY193" fmla="*/ 214604 h 1157500"/>
              <a:gd name="connsiteX194" fmla="*/ 1650750 w 12192000"/>
              <a:gd name="connsiteY194" fmla="*/ 165090 h 1157500"/>
              <a:gd name="connsiteX195" fmla="*/ 1655056 w 12192000"/>
              <a:gd name="connsiteY195" fmla="*/ 172106 h 1157500"/>
              <a:gd name="connsiteX196" fmla="*/ 1683220 w 12192000"/>
              <a:gd name="connsiteY196" fmla="*/ 169652 h 1157500"/>
              <a:gd name="connsiteX197" fmla="*/ 1685599 w 12192000"/>
              <a:gd name="connsiteY197" fmla="*/ 165388 h 1157500"/>
              <a:gd name="connsiteX198" fmla="*/ 1735783 w 12192000"/>
              <a:gd name="connsiteY198" fmla="*/ 177400 h 1157500"/>
              <a:gd name="connsiteX199" fmla="*/ 1797102 w 12192000"/>
              <a:gd name="connsiteY199" fmla="*/ 182289 h 1157500"/>
              <a:gd name="connsiteX200" fmla="*/ 1845638 w 12192000"/>
              <a:gd name="connsiteY200" fmla="*/ 163774 h 1157500"/>
              <a:gd name="connsiteX201" fmla="*/ 1848980 w 12192000"/>
              <a:gd name="connsiteY201" fmla="*/ 167516 h 1157500"/>
              <a:gd name="connsiteX202" fmla="*/ 1880587 w 12192000"/>
              <a:gd name="connsiteY202" fmla="*/ 165506 h 1157500"/>
              <a:gd name="connsiteX203" fmla="*/ 1995803 w 12192000"/>
              <a:gd name="connsiteY203" fmla="*/ 131847 h 1157500"/>
              <a:gd name="connsiteX204" fmla="*/ 2057448 w 12192000"/>
              <a:gd name="connsiteY204" fmla="*/ 128650 h 1157500"/>
              <a:gd name="connsiteX205" fmla="*/ 2119088 w 12192000"/>
              <a:gd name="connsiteY205" fmla="*/ 113508 h 1157500"/>
              <a:gd name="connsiteX206" fmla="*/ 2138831 w 12192000"/>
              <a:gd name="connsiteY206" fmla="*/ 116194 h 1157500"/>
              <a:gd name="connsiteX207" fmla="*/ 2214259 w 12192000"/>
              <a:gd name="connsiteY207" fmla="*/ 110542 h 1157500"/>
              <a:gd name="connsiteX208" fmla="*/ 2264911 w 12192000"/>
              <a:gd name="connsiteY208" fmla="*/ 101639 h 1157500"/>
              <a:gd name="connsiteX209" fmla="*/ 2454058 w 12192000"/>
              <a:gd name="connsiteY209" fmla="*/ 67266 h 1157500"/>
              <a:gd name="connsiteX210" fmla="*/ 2534188 w 12192000"/>
              <a:gd name="connsiteY210" fmla="*/ 63730 h 1157500"/>
              <a:gd name="connsiteX211" fmla="*/ 2616912 w 12192000"/>
              <a:gd name="connsiteY211" fmla="*/ 44757 h 1157500"/>
              <a:gd name="connsiteX212" fmla="*/ 2698592 w 12192000"/>
              <a:gd name="connsiteY212" fmla="*/ 35873 h 1157500"/>
              <a:gd name="connsiteX213" fmla="*/ 2891953 w 12192000"/>
              <a:gd name="connsiteY21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297029 w 12192000"/>
              <a:gd name="connsiteY46" fmla="*/ 217798 h 1157500"/>
              <a:gd name="connsiteX47" fmla="*/ 6352373 w 12192000"/>
              <a:gd name="connsiteY47" fmla="*/ 202729 h 1157500"/>
              <a:gd name="connsiteX48" fmla="*/ 6353759 w 12192000"/>
              <a:gd name="connsiteY48" fmla="*/ 202703 h 1157500"/>
              <a:gd name="connsiteX49" fmla="*/ 6363346 w 12192000"/>
              <a:gd name="connsiteY49" fmla="*/ 190268 h 1157500"/>
              <a:gd name="connsiteX50" fmla="*/ 6400681 w 12192000"/>
              <a:gd name="connsiteY50" fmla="*/ 197970 h 1157500"/>
              <a:gd name="connsiteX51" fmla="*/ 6402041 w 12192000"/>
              <a:gd name="connsiteY51" fmla="*/ 200641 h 1157500"/>
              <a:gd name="connsiteX52" fmla="*/ 6424912 w 12192000"/>
              <a:gd name="connsiteY52" fmla="*/ 198508 h 1157500"/>
              <a:gd name="connsiteX53" fmla="*/ 6502019 w 12192000"/>
              <a:gd name="connsiteY53" fmla="*/ 192356 h 1157500"/>
              <a:gd name="connsiteX54" fmla="*/ 6518229 w 12192000"/>
              <a:gd name="connsiteY54" fmla="*/ 191407 h 1157500"/>
              <a:gd name="connsiteX55" fmla="*/ 6519089 w 12192000"/>
              <a:gd name="connsiteY55" fmla="*/ 191842 h 1157500"/>
              <a:gd name="connsiteX56" fmla="*/ 6561047 w 12192000"/>
              <a:gd name="connsiteY56" fmla="*/ 175844 h 1157500"/>
              <a:gd name="connsiteX57" fmla="*/ 6595639 w 12192000"/>
              <a:gd name="connsiteY57" fmla="*/ 168164 h 1157500"/>
              <a:gd name="connsiteX58" fmla="*/ 6692265 w 12192000"/>
              <a:gd name="connsiteY58" fmla="*/ 164829 h 1157500"/>
              <a:gd name="connsiteX59" fmla="*/ 6697219 w 12192000"/>
              <a:gd name="connsiteY59" fmla="*/ 165301 h 1157500"/>
              <a:gd name="connsiteX60" fmla="*/ 6713656 w 12192000"/>
              <a:gd name="connsiteY60" fmla="*/ 153600 h 1157500"/>
              <a:gd name="connsiteX61" fmla="*/ 6714383 w 12192000"/>
              <a:gd name="connsiteY61" fmla="*/ 150425 h 1157500"/>
              <a:gd name="connsiteX62" fmla="*/ 6774793 w 12192000"/>
              <a:gd name="connsiteY62" fmla="*/ 159713 h 1157500"/>
              <a:gd name="connsiteX63" fmla="*/ 6782112 w 12192000"/>
              <a:gd name="connsiteY63" fmla="*/ 155255 h 1157500"/>
              <a:gd name="connsiteX64" fmla="*/ 6822392 w 12192000"/>
              <a:gd name="connsiteY64" fmla="*/ 168588 h 1157500"/>
              <a:gd name="connsiteX65" fmla="*/ 6842719 w 12192000"/>
              <a:gd name="connsiteY65" fmla="*/ 171593 h 1157500"/>
              <a:gd name="connsiteX66" fmla="*/ 6878958 w 12192000"/>
              <a:gd name="connsiteY66" fmla="*/ 180824 h 1157500"/>
              <a:gd name="connsiteX67" fmla="*/ 6894439 w 12192000"/>
              <a:gd name="connsiteY67" fmla="*/ 177642 h 1157500"/>
              <a:gd name="connsiteX68" fmla="*/ 6963220 w 12192000"/>
              <a:gd name="connsiteY68" fmla="*/ 167304 h 1157500"/>
              <a:gd name="connsiteX69" fmla="*/ 6976706 w 12192000"/>
              <a:gd name="connsiteY69" fmla="*/ 170894 h 1157500"/>
              <a:gd name="connsiteX70" fmla="*/ 6987064 w 12192000"/>
              <a:gd name="connsiteY70" fmla="*/ 160402 h 1157500"/>
              <a:gd name="connsiteX71" fmla="*/ 7030230 w 12192000"/>
              <a:gd name="connsiteY71" fmla="*/ 159715 h 1157500"/>
              <a:gd name="connsiteX72" fmla="*/ 7045014 w 12192000"/>
              <a:gd name="connsiteY72" fmla="*/ 169101 h 1157500"/>
              <a:gd name="connsiteX73" fmla="*/ 7058714 w 12192000"/>
              <a:gd name="connsiteY73" fmla="*/ 175992 h 1157500"/>
              <a:gd name="connsiteX74" fmla="*/ 7060499 w 12192000"/>
              <a:gd name="connsiteY74" fmla="*/ 176063 h 1157500"/>
              <a:gd name="connsiteX75" fmla="*/ 7176563 w 12192000"/>
              <a:gd name="connsiteY75" fmla="*/ 173244 h 1157500"/>
              <a:gd name="connsiteX76" fmla="*/ 7205529 w 12192000"/>
              <a:gd name="connsiteY76" fmla="*/ 181011 h 1157500"/>
              <a:gd name="connsiteX77" fmla="*/ 7310118 w 12192000"/>
              <a:gd name="connsiteY77" fmla="*/ 162605 h 1157500"/>
              <a:gd name="connsiteX78" fmla="*/ 7673859 w 12192000"/>
              <a:gd name="connsiteY78" fmla="*/ 150336 h 1157500"/>
              <a:gd name="connsiteX79" fmla="*/ 7692748 w 12192000"/>
              <a:gd name="connsiteY79" fmla="*/ 161537 h 1157500"/>
              <a:gd name="connsiteX80" fmla="*/ 7756672 w 12192000"/>
              <a:gd name="connsiteY80" fmla="*/ 157372 h 1157500"/>
              <a:gd name="connsiteX81" fmla="*/ 7974189 w 12192000"/>
              <a:gd name="connsiteY81" fmla="*/ 154819 h 1157500"/>
              <a:gd name="connsiteX82" fmla="*/ 8101969 w 12192000"/>
              <a:gd name="connsiteY82" fmla="*/ 144495 h 1157500"/>
              <a:gd name="connsiteX83" fmla="*/ 8106826 w 12192000"/>
              <a:gd name="connsiteY83" fmla="*/ 139853 h 1157500"/>
              <a:gd name="connsiteX84" fmla="*/ 8162058 w 12192000"/>
              <a:gd name="connsiteY84" fmla="*/ 96704 h 1157500"/>
              <a:gd name="connsiteX85" fmla="*/ 8184568 w 12192000"/>
              <a:gd name="connsiteY85" fmla="*/ 93990 h 1157500"/>
              <a:gd name="connsiteX86" fmla="*/ 8228227 w 12192000"/>
              <a:gd name="connsiteY86" fmla="*/ 105972 h 1157500"/>
              <a:gd name="connsiteX87" fmla="*/ 8237963 w 12192000"/>
              <a:gd name="connsiteY87" fmla="*/ 106996 h 1157500"/>
              <a:gd name="connsiteX88" fmla="*/ 8248358 w 12192000"/>
              <a:gd name="connsiteY88" fmla="*/ 106062 h 1157500"/>
              <a:gd name="connsiteX89" fmla="*/ 8249309 w 12192000"/>
              <a:gd name="connsiteY89" fmla="*/ 106698 h 1157500"/>
              <a:gd name="connsiteX90" fmla="*/ 8249997 w 12192000"/>
              <a:gd name="connsiteY90" fmla="*/ 105915 h 1157500"/>
              <a:gd name="connsiteX91" fmla="*/ 8272162 w 12192000"/>
              <a:gd name="connsiteY91" fmla="*/ 103924 h 1157500"/>
              <a:gd name="connsiteX92" fmla="*/ 8292349 w 12192000"/>
              <a:gd name="connsiteY92" fmla="*/ 97480 h 1157500"/>
              <a:gd name="connsiteX93" fmla="*/ 8307239 w 12192000"/>
              <a:gd name="connsiteY93" fmla="*/ 94591 h 1157500"/>
              <a:gd name="connsiteX94" fmla="*/ 8339282 w 12192000"/>
              <a:gd name="connsiteY94" fmla="*/ 108942 h 1157500"/>
              <a:gd name="connsiteX95" fmla="*/ 8346156 w 12192000"/>
              <a:gd name="connsiteY95" fmla="*/ 111227 h 1157500"/>
              <a:gd name="connsiteX96" fmla="*/ 8346467 w 12192000"/>
              <a:gd name="connsiteY96" fmla="*/ 111024 h 1157500"/>
              <a:gd name="connsiteX97" fmla="*/ 8354069 w 12192000"/>
              <a:gd name="connsiteY97" fmla="*/ 112942 h 1157500"/>
              <a:gd name="connsiteX98" fmla="*/ 8358687 w 12192000"/>
              <a:gd name="connsiteY98" fmla="*/ 115393 h 1157500"/>
              <a:gd name="connsiteX99" fmla="*/ 8433385 w 12192000"/>
              <a:gd name="connsiteY99" fmla="*/ 99669 h 1157500"/>
              <a:gd name="connsiteX100" fmla="*/ 8533779 w 12192000"/>
              <a:gd name="connsiteY100" fmla="*/ 98374 h 1157500"/>
              <a:gd name="connsiteX101" fmla="*/ 8632833 w 12192000"/>
              <a:gd name="connsiteY101" fmla="*/ 100532 h 1157500"/>
              <a:gd name="connsiteX102" fmla="*/ 8668523 w 12192000"/>
              <a:gd name="connsiteY102" fmla="*/ 102979 h 1157500"/>
              <a:gd name="connsiteX103" fmla="*/ 8732893 w 12192000"/>
              <a:gd name="connsiteY103" fmla="*/ 99991 h 1157500"/>
              <a:gd name="connsiteX104" fmla="*/ 8764071 w 12192000"/>
              <a:gd name="connsiteY104" fmla="*/ 94587 h 1157500"/>
              <a:gd name="connsiteX105" fmla="*/ 8767004 w 12192000"/>
              <a:gd name="connsiteY105" fmla="*/ 91519 h 1157500"/>
              <a:gd name="connsiteX106" fmla="*/ 8772553 w 12192000"/>
              <a:gd name="connsiteY106" fmla="*/ 90314 h 1157500"/>
              <a:gd name="connsiteX107" fmla="*/ 8787201 w 12192000"/>
              <a:gd name="connsiteY107" fmla="*/ 92033 h 1157500"/>
              <a:gd name="connsiteX108" fmla="*/ 8792624 w 12192000"/>
              <a:gd name="connsiteY108" fmla="*/ 93503 h 1157500"/>
              <a:gd name="connsiteX109" fmla="*/ 8800741 w 12192000"/>
              <a:gd name="connsiteY109" fmla="*/ 93897 h 1157500"/>
              <a:gd name="connsiteX110" fmla="*/ 8800966 w 12192000"/>
              <a:gd name="connsiteY110" fmla="*/ 93645 h 1157500"/>
              <a:gd name="connsiteX111" fmla="*/ 8808513 w 12192000"/>
              <a:gd name="connsiteY111" fmla="*/ 94530 h 1157500"/>
              <a:gd name="connsiteX112" fmla="*/ 8845110 w 12192000"/>
              <a:gd name="connsiteY112" fmla="*/ 102179 h 1157500"/>
              <a:gd name="connsiteX113" fmla="*/ 8917529 w 12192000"/>
              <a:gd name="connsiteY113" fmla="*/ 76373 h 1157500"/>
              <a:gd name="connsiteX114" fmla="*/ 9026654 w 12192000"/>
              <a:gd name="connsiteY114" fmla="*/ 93420 h 1157500"/>
              <a:gd name="connsiteX115" fmla="*/ 9088505 w 12192000"/>
              <a:gd name="connsiteY115" fmla="*/ 113002 h 1157500"/>
              <a:gd name="connsiteX116" fmla="*/ 9203241 w 12192000"/>
              <a:gd name="connsiteY116" fmla="*/ 111713 h 1157500"/>
              <a:gd name="connsiteX117" fmla="*/ 9415584 w 12192000"/>
              <a:gd name="connsiteY117" fmla="*/ 157156 h 1157500"/>
              <a:gd name="connsiteX118" fmla="*/ 9505102 w 12192000"/>
              <a:gd name="connsiteY118" fmla="*/ 141042 h 1157500"/>
              <a:gd name="connsiteX119" fmla="*/ 9643040 w 12192000"/>
              <a:gd name="connsiteY119" fmla="*/ 158233 h 1157500"/>
              <a:gd name="connsiteX120" fmla="*/ 9762999 w 12192000"/>
              <a:gd name="connsiteY120" fmla="*/ 162623 h 1157500"/>
              <a:gd name="connsiteX121" fmla="*/ 9776183 w 12192000"/>
              <a:gd name="connsiteY121" fmla="*/ 162191 h 1157500"/>
              <a:gd name="connsiteX122" fmla="*/ 9780532 w 12192000"/>
              <a:gd name="connsiteY122" fmla="*/ 155823 h 1157500"/>
              <a:gd name="connsiteX123" fmla="*/ 9910588 w 12192000"/>
              <a:gd name="connsiteY123" fmla="*/ 154327 h 1157500"/>
              <a:gd name="connsiteX124" fmla="*/ 9924173 w 12192000"/>
              <a:gd name="connsiteY124" fmla="*/ 158591 h 1157500"/>
              <a:gd name="connsiteX125" fmla="*/ 10010969 w 12192000"/>
              <a:gd name="connsiteY125" fmla="*/ 155802 h 1157500"/>
              <a:gd name="connsiteX126" fmla="*/ 10070699 w 12192000"/>
              <a:gd name="connsiteY126" fmla="*/ 157854 h 1157500"/>
              <a:gd name="connsiteX127" fmla="*/ 10155104 w 12192000"/>
              <a:gd name="connsiteY127" fmla="*/ 151613 h 1157500"/>
              <a:gd name="connsiteX128" fmla="*/ 10250982 w 12192000"/>
              <a:gd name="connsiteY128" fmla="*/ 128642 h 1157500"/>
              <a:gd name="connsiteX129" fmla="*/ 10343301 w 12192000"/>
              <a:gd name="connsiteY129" fmla="*/ 90884 h 1157500"/>
              <a:gd name="connsiteX130" fmla="*/ 10366625 w 12192000"/>
              <a:gd name="connsiteY130" fmla="*/ 79428 h 1157500"/>
              <a:gd name="connsiteX131" fmla="*/ 10433505 w 12192000"/>
              <a:gd name="connsiteY131" fmla="*/ 65000 h 1157500"/>
              <a:gd name="connsiteX132" fmla="*/ 10547510 w 12192000"/>
              <a:gd name="connsiteY132" fmla="*/ 47246 h 1157500"/>
              <a:gd name="connsiteX133" fmla="*/ 10588150 w 12192000"/>
              <a:gd name="connsiteY133" fmla="*/ 32287 h 1157500"/>
              <a:gd name="connsiteX134" fmla="*/ 10589457 w 12192000"/>
              <a:gd name="connsiteY134" fmla="*/ 25296 h 1157500"/>
              <a:gd name="connsiteX135" fmla="*/ 10699976 w 12192000"/>
              <a:gd name="connsiteY135" fmla="*/ 43345 h 1157500"/>
              <a:gd name="connsiteX136" fmla="*/ 10812237 w 12192000"/>
              <a:gd name="connsiteY136" fmla="*/ 46327 h 1157500"/>
              <a:gd name="connsiteX137" fmla="*/ 10869837 w 12192000"/>
              <a:gd name="connsiteY137" fmla="*/ 65795 h 1157500"/>
              <a:gd name="connsiteX138" fmla="*/ 10881770 w 12192000"/>
              <a:gd name="connsiteY138" fmla="*/ 73672 h 1157500"/>
              <a:gd name="connsiteX139" fmla="*/ 10896899 w 12192000"/>
              <a:gd name="connsiteY139" fmla="*/ 70731 h 1157500"/>
              <a:gd name="connsiteX140" fmla="*/ 10901748 w 12192000"/>
              <a:gd name="connsiteY140" fmla="*/ 66352 h 1157500"/>
              <a:gd name="connsiteX141" fmla="*/ 10947419 w 12192000"/>
              <a:gd name="connsiteY141" fmla="*/ 83316 h 1157500"/>
              <a:gd name="connsiteX142" fmla="*/ 10953034 w 12192000"/>
              <a:gd name="connsiteY142" fmla="*/ 84438 h 1157500"/>
              <a:gd name="connsiteX143" fmla="*/ 10992070 w 12192000"/>
              <a:gd name="connsiteY143" fmla="*/ 88841 h 1157500"/>
              <a:gd name="connsiteX144" fmla="*/ 11112372 w 12192000"/>
              <a:gd name="connsiteY144" fmla="*/ 82247 h 1157500"/>
              <a:gd name="connsiteX145" fmla="*/ 11147719 w 12192000"/>
              <a:gd name="connsiteY145" fmla="*/ 80560 h 1157500"/>
              <a:gd name="connsiteX146" fmla="*/ 11172617 w 12192000"/>
              <a:gd name="connsiteY146" fmla="*/ 76265 h 1157500"/>
              <a:gd name="connsiteX147" fmla="*/ 11240397 w 12192000"/>
              <a:gd name="connsiteY147" fmla="*/ 81830 h 1157500"/>
              <a:gd name="connsiteX148" fmla="*/ 11270034 w 12192000"/>
              <a:gd name="connsiteY148" fmla="*/ 91947 h 1157500"/>
              <a:gd name="connsiteX149" fmla="*/ 11293091 w 12192000"/>
              <a:gd name="connsiteY149" fmla="*/ 92042 h 1157500"/>
              <a:gd name="connsiteX150" fmla="*/ 11310949 w 12192000"/>
              <a:gd name="connsiteY150" fmla="*/ 97842 h 1157500"/>
              <a:gd name="connsiteX151" fmla="*/ 11345279 w 12192000"/>
              <a:gd name="connsiteY151" fmla="*/ 95451 h 1157500"/>
              <a:gd name="connsiteX152" fmla="*/ 11354597 w 12192000"/>
              <a:gd name="connsiteY152" fmla="*/ 97953 h 1157500"/>
              <a:gd name="connsiteX153" fmla="*/ 11367725 w 12192000"/>
              <a:gd name="connsiteY153" fmla="*/ 97999 h 1157500"/>
              <a:gd name="connsiteX154" fmla="*/ 11399832 w 12192000"/>
              <a:gd name="connsiteY154" fmla="*/ 110616 h 1157500"/>
              <a:gd name="connsiteX155" fmla="*/ 11487595 w 12192000"/>
              <a:gd name="connsiteY155" fmla="*/ 152322 h 1157500"/>
              <a:gd name="connsiteX156" fmla="*/ 11590850 w 12192000"/>
              <a:gd name="connsiteY156" fmla="*/ 238552 h 1157500"/>
              <a:gd name="connsiteX157" fmla="*/ 11736204 w 12192000"/>
              <a:gd name="connsiteY157" fmla="*/ 277509 h 1157500"/>
              <a:gd name="connsiteX158" fmla="*/ 11760331 w 12192000"/>
              <a:gd name="connsiteY158" fmla="*/ 291936 h 1157500"/>
              <a:gd name="connsiteX159" fmla="*/ 11819139 w 12192000"/>
              <a:gd name="connsiteY159" fmla="*/ 304143 h 1157500"/>
              <a:gd name="connsiteX160" fmla="*/ 11821967 w 12192000"/>
              <a:gd name="connsiteY160" fmla="*/ 305790 h 1157500"/>
              <a:gd name="connsiteX161" fmla="*/ 11847125 w 12192000"/>
              <a:gd name="connsiteY161" fmla="*/ 297401 h 1157500"/>
              <a:gd name="connsiteX162" fmla="*/ 11980134 w 12192000"/>
              <a:gd name="connsiteY162" fmla="*/ 321911 h 1157500"/>
              <a:gd name="connsiteX163" fmla="*/ 12174576 w 12192000"/>
              <a:gd name="connsiteY163" fmla="*/ 376108 h 1157500"/>
              <a:gd name="connsiteX164" fmla="*/ 12192000 w 12192000"/>
              <a:gd name="connsiteY164" fmla="*/ 379233 h 1157500"/>
              <a:gd name="connsiteX165" fmla="*/ 12192000 w 12192000"/>
              <a:gd name="connsiteY165" fmla="*/ 1157500 h 1157500"/>
              <a:gd name="connsiteX166" fmla="*/ 0 w 12192000"/>
              <a:gd name="connsiteY166" fmla="*/ 1157500 h 1157500"/>
              <a:gd name="connsiteX167" fmla="*/ 0 w 12192000"/>
              <a:gd name="connsiteY167" fmla="*/ 483545 h 1157500"/>
              <a:gd name="connsiteX168" fmla="*/ 5331 w 12192000"/>
              <a:gd name="connsiteY168" fmla="*/ 482797 h 1157500"/>
              <a:gd name="connsiteX169" fmla="*/ 39902 w 12192000"/>
              <a:gd name="connsiteY169" fmla="*/ 472284 h 1157500"/>
              <a:gd name="connsiteX170" fmla="*/ 117880 w 12192000"/>
              <a:gd name="connsiteY170" fmla="*/ 420956 h 1157500"/>
              <a:gd name="connsiteX171" fmla="*/ 238140 w 12192000"/>
              <a:gd name="connsiteY171" fmla="*/ 379297 h 1157500"/>
              <a:gd name="connsiteX172" fmla="*/ 249589 w 12192000"/>
              <a:gd name="connsiteY172" fmla="*/ 379517 h 1157500"/>
              <a:gd name="connsiteX173" fmla="*/ 296963 w 12192000"/>
              <a:gd name="connsiteY173" fmla="*/ 356102 h 1157500"/>
              <a:gd name="connsiteX174" fmla="*/ 339235 w 12192000"/>
              <a:gd name="connsiteY174" fmla="*/ 324425 h 1157500"/>
              <a:gd name="connsiteX175" fmla="*/ 447152 w 12192000"/>
              <a:gd name="connsiteY175" fmla="*/ 327423 h 1157500"/>
              <a:gd name="connsiteX176" fmla="*/ 475247 w 12192000"/>
              <a:gd name="connsiteY176" fmla="*/ 336714 h 1157500"/>
              <a:gd name="connsiteX177" fmla="*/ 477967 w 12192000"/>
              <a:gd name="connsiteY177" fmla="*/ 337960 h 1157500"/>
              <a:gd name="connsiteX178" fmla="*/ 703732 w 12192000"/>
              <a:gd name="connsiteY178" fmla="*/ 316599 h 1157500"/>
              <a:gd name="connsiteX179" fmla="*/ 853391 w 12192000"/>
              <a:gd name="connsiteY179" fmla="*/ 303591 h 1157500"/>
              <a:gd name="connsiteX180" fmla="*/ 925332 w 12192000"/>
              <a:gd name="connsiteY180" fmla="*/ 298686 h 1157500"/>
              <a:gd name="connsiteX181" fmla="*/ 941286 w 12192000"/>
              <a:gd name="connsiteY181" fmla="*/ 288932 h 1157500"/>
              <a:gd name="connsiteX182" fmla="*/ 950845 w 12192000"/>
              <a:gd name="connsiteY182" fmla="*/ 286595 h 1157500"/>
              <a:gd name="connsiteX183" fmla="*/ 953292 w 12192000"/>
              <a:gd name="connsiteY183" fmla="*/ 280892 h 1157500"/>
              <a:gd name="connsiteX184" fmla="*/ 967499 w 12192000"/>
              <a:gd name="connsiteY184" fmla="*/ 273760 h 1157500"/>
              <a:gd name="connsiteX185" fmla="*/ 1069267 w 12192000"/>
              <a:gd name="connsiteY185" fmla="*/ 262766 h 1157500"/>
              <a:gd name="connsiteX186" fmla="*/ 1138407 w 12192000"/>
              <a:gd name="connsiteY186" fmla="*/ 246567 h 1157500"/>
              <a:gd name="connsiteX187" fmla="*/ 1164931 w 12192000"/>
              <a:gd name="connsiteY187" fmla="*/ 238622 h 1157500"/>
              <a:gd name="connsiteX188" fmla="*/ 1211622 w 12192000"/>
              <a:gd name="connsiteY188" fmla="*/ 220676 h 1157500"/>
              <a:gd name="connsiteX189" fmla="*/ 1274567 w 12192000"/>
              <a:gd name="connsiteY189" fmla="*/ 203380 h 1157500"/>
              <a:gd name="connsiteX190" fmla="*/ 1325029 w 12192000"/>
              <a:gd name="connsiteY190" fmla="*/ 207937 h 1157500"/>
              <a:gd name="connsiteX191" fmla="*/ 1356805 w 12192000"/>
              <a:gd name="connsiteY191" fmla="*/ 203622 h 1157500"/>
              <a:gd name="connsiteX192" fmla="*/ 1468752 w 12192000"/>
              <a:gd name="connsiteY192" fmla="*/ 214604 h 1157500"/>
              <a:gd name="connsiteX193" fmla="*/ 1650750 w 12192000"/>
              <a:gd name="connsiteY193" fmla="*/ 165090 h 1157500"/>
              <a:gd name="connsiteX194" fmla="*/ 1655056 w 12192000"/>
              <a:gd name="connsiteY194" fmla="*/ 172106 h 1157500"/>
              <a:gd name="connsiteX195" fmla="*/ 1683220 w 12192000"/>
              <a:gd name="connsiteY195" fmla="*/ 169652 h 1157500"/>
              <a:gd name="connsiteX196" fmla="*/ 1685599 w 12192000"/>
              <a:gd name="connsiteY196" fmla="*/ 165388 h 1157500"/>
              <a:gd name="connsiteX197" fmla="*/ 1735783 w 12192000"/>
              <a:gd name="connsiteY197" fmla="*/ 177400 h 1157500"/>
              <a:gd name="connsiteX198" fmla="*/ 1797102 w 12192000"/>
              <a:gd name="connsiteY198" fmla="*/ 182289 h 1157500"/>
              <a:gd name="connsiteX199" fmla="*/ 1845638 w 12192000"/>
              <a:gd name="connsiteY199" fmla="*/ 163774 h 1157500"/>
              <a:gd name="connsiteX200" fmla="*/ 1848980 w 12192000"/>
              <a:gd name="connsiteY200" fmla="*/ 167516 h 1157500"/>
              <a:gd name="connsiteX201" fmla="*/ 1880587 w 12192000"/>
              <a:gd name="connsiteY201" fmla="*/ 165506 h 1157500"/>
              <a:gd name="connsiteX202" fmla="*/ 1995803 w 12192000"/>
              <a:gd name="connsiteY202" fmla="*/ 131847 h 1157500"/>
              <a:gd name="connsiteX203" fmla="*/ 2057448 w 12192000"/>
              <a:gd name="connsiteY203" fmla="*/ 128650 h 1157500"/>
              <a:gd name="connsiteX204" fmla="*/ 2119088 w 12192000"/>
              <a:gd name="connsiteY204" fmla="*/ 113508 h 1157500"/>
              <a:gd name="connsiteX205" fmla="*/ 2138831 w 12192000"/>
              <a:gd name="connsiteY205" fmla="*/ 116194 h 1157500"/>
              <a:gd name="connsiteX206" fmla="*/ 2214259 w 12192000"/>
              <a:gd name="connsiteY206" fmla="*/ 110542 h 1157500"/>
              <a:gd name="connsiteX207" fmla="*/ 2264911 w 12192000"/>
              <a:gd name="connsiteY207" fmla="*/ 101639 h 1157500"/>
              <a:gd name="connsiteX208" fmla="*/ 2454058 w 12192000"/>
              <a:gd name="connsiteY208" fmla="*/ 67266 h 1157500"/>
              <a:gd name="connsiteX209" fmla="*/ 2534188 w 12192000"/>
              <a:gd name="connsiteY209" fmla="*/ 63730 h 1157500"/>
              <a:gd name="connsiteX210" fmla="*/ 2616912 w 12192000"/>
              <a:gd name="connsiteY210" fmla="*/ 44757 h 1157500"/>
              <a:gd name="connsiteX211" fmla="*/ 2698592 w 12192000"/>
              <a:gd name="connsiteY211" fmla="*/ 35873 h 1157500"/>
              <a:gd name="connsiteX212" fmla="*/ 2891953 w 12192000"/>
              <a:gd name="connsiteY21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61047 w 12192000"/>
              <a:gd name="connsiteY55" fmla="*/ 175844 h 1157500"/>
              <a:gd name="connsiteX56" fmla="*/ 6595639 w 12192000"/>
              <a:gd name="connsiteY56" fmla="*/ 168164 h 1157500"/>
              <a:gd name="connsiteX57" fmla="*/ 6692265 w 12192000"/>
              <a:gd name="connsiteY57" fmla="*/ 164829 h 1157500"/>
              <a:gd name="connsiteX58" fmla="*/ 6697219 w 12192000"/>
              <a:gd name="connsiteY58" fmla="*/ 165301 h 1157500"/>
              <a:gd name="connsiteX59" fmla="*/ 6713656 w 12192000"/>
              <a:gd name="connsiteY59" fmla="*/ 153600 h 1157500"/>
              <a:gd name="connsiteX60" fmla="*/ 6714383 w 12192000"/>
              <a:gd name="connsiteY60" fmla="*/ 150425 h 1157500"/>
              <a:gd name="connsiteX61" fmla="*/ 6774793 w 12192000"/>
              <a:gd name="connsiteY61" fmla="*/ 159713 h 1157500"/>
              <a:gd name="connsiteX62" fmla="*/ 6782112 w 12192000"/>
              <a:gd name="connsiteY62" fmla="*/ 155255 h 1157500"/>
              <a:gd name="connsiteX63" fmla="*/ 6822392 w 12192000"/>
              <a:gd name="connsiteY63" fmla="*/ 168588 h 1157500"/>
              <a:gd name="connsiteX64" fmla="*/ 6842719 w 12192000"/>
              <a:gd name="connsiteY64" fmla="*/ 171593 h 1157500"/>
              <a:gd name="connsiteX65" fmla="*/ 6878958 w 12192000"/>
              <a:gd name="connsiteY65" fmla="*/ 180824 h 1157500"/>
              <a:gd name="connsiteX66" fmla="*/ 6894439 w 12192000"/>
              <a:gd name="connsiteY66" fmla="*/ 177642 h 1157500"/>
              <a:gd name="connsiteX67" fmla="*/ 6963220 w 12192000"/>
              <a:gd name="connsiteY67" fmla="*/ 167304 h 1157500"/>
              <a:gd name="connsiteX68" fmla="*/ 6976706 w 12192000"/>
              <a:gd name="connsiteY68" fmla="*/ 170894 h 1157500"/>
              <a:gd name="connsiteX69" fmla="*/ 6987064 w 12192000"/>
              <a:gd name="connsiteY69" fmla="*/ 160402 h 1157500"/>
              <a:gd name="connsiteX70" fmla="*/ 7030230 w 12192000"/>
              <a:gd name="connsiteY70" fmla="*/ 159715 h 1157500"/>
              <a:gd name="connsiteX71" fmla="*/ 7045014 w 12192000"/>
              <a:gd name="connsiteY71" fmla="*/ 169101 h 1157500"/>
              <a:gd name="connsiteX72" fmla="*/ 7058714 w 12192000"/>
              <a:gd name="connsiteY72" fmla="*/ 175992 h 1157500"/>
              <a:gd name="connsiteX73" fmla="*/ 7060499 w 12192000"/>
              <a:gd name="connsiteY73" fmla="*/ 176063 h 1157500"/>
              <a:gd name="connsiteX74" fmla="*/ 7176563 w 12192000"/>
              <a:gd name="connsiteY74" fmla="*/ 173244 h 1157500"/>
              <a:gd name="connsiteX75" fmla="*/ 7205529 w 12192000"/>
              <a:gd name="connsiteY75" fmla="*/ 181011 h 1157500"/>
              <a:gd name="connsiteX76" fmla="*/ 7310118 w 12192000"/>
              <a:gd name="connsiteY76" fmla="*/ 162605 h 1157500"/>
              <a:gd name="connsiteX77" fmla="*/ 7673859 w 12192000"/>
              <a:gd name="connsiteY77" fmla="*/ 150336 h 1157500"/>
              <a:gd name="connsiteX78" fmla="*/ 7692748 w 12192000"/>
              <a:gd name="connsiteY78" fmla="*/ 161537 h 1157500"/>
              <a:gd name="connsiteX79" fmla="*/ 7756672 w 12192000"/>
              <a:gd name="connsiteY79" fmla="*/ 157372 h 1157500"/>
              <a:gd name="connsiteX80" fmla="*/ 7974189 w 12192000"/>
              <a:gd name="connsiteY80" fmla="*/ 154819 h 1157500"/>
              <a:gd name="connsiteX81" fmla="*/ 8101969 w 12192000"/>
              <a:gd name="connsiteY81" fmla="*/ 144495 h 1157500"/>
              <a:gd name="connsiteX82" fmla="*/ 8106826 w 12192000"/>
              <a:gd name="connsiteY82" fmla="*/ 139853 h 1157500"/>
              <a:gd name="connsiteX83" fmla="*/ 8162058 w 12192000"/>
              <a:gd name="connsiteY83" fmla="*/ 96704 h 1157500"/>
              <a:gd name="connsiteX84" fmla="*/ 8184568 w 12192000"/>
              <a:gd name="connsiteY84" fmla="*/ 93990 h 1157500"/>
              <a:gd name="connsiteX85" fmla="*/ 8228227 w 12192000"/>
              <a:gd name="connsiteY85" fmla="*/ 105972 h 1157500"/>
              <a:gd name="connsiteX86" fmla="*/ 8237963 w 12192000"/>
              <a:gd name="connsiteY86" fmla="*/ 106996 h 1157500"/>
              <a:gd name="connsiteX87" fmla="*/ 8248358 w 12192000"/>
              <a:gd name="connsiteY87" fmla="*/ 106062 h 1157500"/>
              <a:gd name="connsiteX88" fmla="*/ 8249309 w 12192000"/>
              <a:gd name="connsiteY88" fmla="*/ 106698 h 1157500"/>
              <a:gd name="connsiteX89" fmla="*/ 8249997 w 12192000"/>
              <a:gd name="connsiteY89" fmla="*/ 105915 h 1157500"/>
              <a:gd name="connsiteX90" fmla="*/ 8272162 w 12192000"/>
              <a:gd name="connsiteY90" fmla="*/ 103924 h 1157500"/>
              <a:gd name="connsiteX91" fmla="*/ 8292349 w 12192000"/>
              <a:gd name="connsiteY91" fmla="*/ 97480 h 1157500"/>
              <a:gd name="connsiteX92" fmla="*/ 8307239 w 12192000"/>
              <a:gd name="connsiteY92" fmla="*/ 94591 h 1157500"/>
              <a:gd name="connsiteX93" fmla="*/ 8339282 w 12192000"/>
              <a:gd name="connsiteY93" fmla="*/ 108942 h 1157500"/>
              <a:gd name="connsiteX94" fmla="*/ 8346156 w 12192000"/>
              <a:gd name="connsiteY94" fmla="*/ 111227 h 1157500"/>
              <a:gd name="connsiteX95" fmla="*/ 8346467 w 12192000"/>
              <a:gd name="connsiteY95" fmla="*/ 111024 h 1157500"/>
              <a:gd name="connsiteX96" fmla="*/ 8354069 w 12192000"/>
              <a:gd name="connsiteY96" fmla="*/ 112942 h 1157500"/>
              <a:gd name="connsiteX97" fmla="*/ 8358687 w 12192000"/>
              <a:gd name="connsiteY97" fmla="*/ 115393 h 1157500"/>
              <a:gd name="connsiteX98" fmla="*/ 8433385 w 12192000"/>
              <a:gd name="connsiteY98" fmla="*/ 99669 h 1157500"/>
              <a:gd name="connsiteX99" fmla="*/ 8533779 w 12192000"/>
              <a:gd name="connsiteY99" fmla="*/ 98374 h 1157500"/>
              <a:gd name="connsiteX100" fmla="*/ 8632833 w 12192000"/>
              <a:gd name="connsiteY100" fmla="*/ 100532 h 1157500"/>
              <a:gd name="connsiteX101" fmla="*/ 8668523 w 12192000"/>
              <a:gd name="connsiteY101" fmla="*/ 102979 h 1157500"/>
              <a:gd name="connsiteX102" fmla="*/ 8732893 w 12192000"/>
              <a:gd name="connsiteY102" fmla="*/ 99991 h 1157500"/>
              <a:gd name="connsiteX103" fmla="*/ 8764071 w 12192000"/>
              <a:gd name="connsiteY103" fmla="*/ 94587 h 1157500"/>
              <a:gd name="connsiteX104" fmla="*/ 8767004 w 12192000"/>
              <a:gd name="connsiteY104" fmla="*/ 91519 h 1157500"/>
              <a:gd name="connsiteX105" fmla="*/ 8772553 w 12192000"/>
              <a:gd name="connsiteY105" fmla="*/ 90314 h 1157500"/>
              <a:gd name="connsiteX106" fmla="*/ 8787201 w 12192000"/>
              <a:gd name="connsiteY106" fmla="*/ 92033 h 1157500"/>
              <a:gd name="connsiteX107" fmla="*/ 8792624 w 12192000"/>
              <a:gd name="connsiteY107" fmla="*/ 93503 h 1157500"/>
              <a:gd name="connsiteX108" fmla="*/ 8800741 w 12192000"/>
              <a:gd name="connsiteY108" fmla="*/ 93897 h 1157500"/>
              <a:gd name="connsiteX109" fmla="*/ 8800966 w 12192000"/>
              <a:gd name="connsiteY109" fmla="*/ 93645 h 1157500"/>
              <a:gd name="connsiteX110" fmla="*/ 8808513 w 12192000"/>
              <a:gd name="connsiteY110" fmla="*/ 94530 h 1157500"/>
              <a:gd name="connsiteX111" fmla="*/ 8845110 w 12192000"/>
              <a:gd name="connsiteY111" fmla="*/ 102179 h 1157500"/>
              <a:gd name="connsiteX112" fmla="*/ 8917529 w 12192000"/>
              <a:gd name="connsiteY112" fmla="*/ 76373 h 1157500"/>
              <a:gd name="connsiteX113" fmla="*/ 9026654 w 12192000"/>
              <a:gd name="connsiteY113" fmla="*/ 93420 h 1157500"/>
              <a:gd name="connsiteX114" fmla="*/ 9088505 w 12192000"/>
              <a:gd name="connsiteY114" fmla="*/ 113002 h 1157500"/>
              <a:gd name="connsiteX115" fmla="*/ 9203241 w 12192000"/>
              <a:gd name="connsiteY115" fmla="*/ 111713 h 1157500"/>
              <a:gd name="connsiteX116" fmla="*/ 9415584 w 12192000"/>
              <a:gd name="connsiteY116" fmla="*/ 157156 h 1157500"/>
              <a:gd name="connsiteX117" fmla="*/ 9505102 w 12192000"/>
              <a:gd name="connsiteY117" fmla="*/ 141042 h 1157500"/>
              <a:gd name="connsiteX118" fmla="*/ 9643040 w 12192000"/>
              <a:gd name="connsiteY118" fmla="*/ 158233 h 1157500"/>
              <a:gd name="connsiteX119" fmla="*/ 9762999 w 12192000"/>
              <a:gd name="connsiteY119" fmla="*/ 162623 h 1157500"/>
              <a:gd name="connsiteX120" fmla="*/ 9776183 w 12192000"/>
              <a:gd name="connsiteY120" fmla="*/ 162191 h 1157500"/>
              <a:gd name="connsiteX121" fmla="*/ 9780532 w 12192000"/>
              <a:gd name="connsiteY121" fmla="*/ 155823 h 1157500"/>
              <a:gd name="connsiteX122" fmla="*/ 9910588 w 12192000"/>
              <a:gd name="connsiteY122" fmla="*/ 154327 h 1157500"/>
              <a:gd name="connsiteX123" fmla="*/ 9924173 w 12192000"/>
              <a:gd name="connsiteY123" fmla="*/ 158591 h 1157500"/>
              <a:gd name="connsiteX124" fmla="*/ 10010969 w 12192000"/>
              <a:gd name="connsiteY124" fmla="*/ 155802 h 1157500"/>
              <a:gd name="connsiteX125" fmla="*/ 10070699 w 12192000"/>
              <a:gd name="connsiteY125" fmla="*/ 157854 h 1157500"/>
              <a:gd name="connsiteX126" fmla="*/ 10155104 w 12192000"/>
              <a:gd name="connsiteY126" fmla="*/ 151613 h 1157500"/>
              <a:gd name="connsiteX127" fmla="*/ 10250982 w 12192000"/>
              <a:gd name="connsiteY127" fmla="*/ 128642 h 1157500"/>
              <a:gd name="connsiteX128" fmla="*/ 10343301 w 12192000"/>
              <a:gd name="connsiteY128" fmla="*/ 90884 h 1157500"/>
              <a:gd name="connsiteX129" fmla="*/ 10366625 w 12192000"/>
              <a:gd name="connsiteY129" fmla="*/ 79428 h 1157500"/>
              <a:gd name="connsiteX130" fmla="*/ 10433505 w 12192000"/>
              <a:gd name="connsiteY130" fmla="*/ 65000 h 1157500"/>
              <a:gd name="connsiteX131" fmla="*/ 10547510 w 12192000"/>
              <a:gd name="connsiteY131" fmla="*/ 47246 h 1157500"/>
              <a:gd name="connsiteX132" fmla="*/ 10588150 w 12192000"/>
              <a:gd name="connsiteY132" fmla="*/ 32287 h 1157500"/>
              <a:gd name="connsiteX133" fmla="*/ 10589457 w 12192000"/>
              <a:gd name="connsiteY133" fmla="*/ 25296 h 1157500"/>
              <a:gd name="connsiteX134" fmla="*/ 10699976 w 12192000"/>
              <a:gd name="connsiteY134" fmla="*/ 43345 h 1157500"/>
              <a:gd name="connsiteX135" fmla="*/ 10812237 w 12192000"/>
              <a:gd name="connsiteY135" fmla="*/ 46327 h 1157500"/>
              <a:gd name="connsiteX136" fmla="*/ 10869837 w 12192000"/>
              <a:gd name="connsiteY136" fmla="*/ 65795 h 1157500"/>
              <a:gd name="connsiteX137" fmla="*/ 10881770 w 12192000"/>
              <a:gd name="connsiteY137" fmla="*/ 73672 h 1157500"/>
              <a:gd name="connsiteX138" fmla="*/ 10896899 w 12192000"/>
              <a:gd name="connsiteY138" fmla="*/ 70731 h 1157500"/>
              <a:gd name="connsiteX139" fmla="*/ 10901748 w 12192000"/>
              <a:gd name="connsiteY139" fmla="*/ 66352 h 1157500"/>
              <a:gd name="connsiteX140" fmla="*/ 10947419 w 12192000"/>
              <a:gd name="connsiteY140" fmla="*/ 83316 h 1157500"/>
              <a:gd name="connsiteX141" fmla="*/ 10953034 w 12192000"/>
              <a:gd name="connsiteY141" fmla="*/ 84438 h 1157500"/>
              <a:gd name="connsiteX142" fmla="*/ 10992070 w 12192000"/>
              <a:gd name="connsiteY142" fmla="*/ 88841 h 1157500"/>
              <a:gd name="connsiteX143" fmla="*/ 11112372 w 12192000"/>
              <a:gd name="connsiteY143" fmla="*/ 82247 h 1157500"/>
              <a:gd name="connsiteX144" fmla="*/ 11147719 w 12192000"/>
              <a:gd name="connsiteY144" fmla="*/ 80560 h 1157500"/>
              <a:gd name="connsiteX145" fmla="*/ 11172617 w 12192000"/>
              <a:gd name="connsiteY145" fmla="*/ 76265 h 1157500"/>
              <a:gd name="connsiteX146" fmla="*/ 11240397 w 12192000"/>
              <a:gd name="connsiteY146" fmla="*/ 81830 h 1157500"/>
              <a:gd name="connsiteX147" fmla="*/ 11270034 w 12192000"/>
              <a:gd name="connsiteY147" fmla="*/ 91947 h 1157500"/>
              <a:gd name="connsiteX148" fmla="*/ 11293091 w 12192000"/>
              <a:gd name="connsiteY148" fmla="*/ 92042 h 1157500"/>
              <a:gd name="connsiteX149" fmla="*/ 11310949 w 12192000"/>
              <a:gd name="connsiteY149" fmla="*/ 97842 h 1157500"/>
              <a:gd name="connsiteX150" fmla="*/ 11345279 w 12192000"/>
              <a:gd name="connsiteY150" fmla="*/ 95451 h 1157500"/>
              <a:gd name="connsiteX151" fmla="*/ 11354597 w 12192000"/>
              <a:gd name="connsiteY151" fmla="*/ 97953 h 1157500"/>
              <a:gd name="connsiteX152" fmla="*/ 11367725 w 12192000"/>
              <a:gd name="connsiteY152" fmla="*/ 97999 h 1157500"/>
              <a:gd name="connsiteX153" fmla="*/ 11399832 w 12192000"/>
              <a:gd name="connsiteY153" fmla="*/ 110616 h 1157500"/>
              <a:gd name="connsiteX154" fmla="*/ 11487595 w 12192000"/>
              <a:gd name="connsiteY154" fmla="*/ 152322 h 1157500"/>
              <a:gd name="connsiteX155" fmla="*/ 11590850 w 12192000"/>
              <a:gd name="connsiteY155" fmla="*/ 238552 h 1157500"/>
              <a:gd name="connsiteX156" fmla="*/ 11736204 w 12192000"/>
              <a:gd name="connsiteY156" fmla="*/ 277509 h 1157500"/>
              <a:gd name="connsiteX157" fmla="*/ 11760331 w 12192000"/>
              <a:gd name="connsiteY157" fmla="*/ 291936 h 1157500"/>
              <a:gd name="connsiteX158" fmla="*/ 11819139 w 12192000"/>
              <a:gd name="connsiteY158" fmla="*/ 304143 h 1157500"/>
              <a:gd name="connsiteX159" fmla="*/ 11821967 w 12192000"/>
              <a:gd name="connsiteY159" fmla="*/ 305790 h 1157500"/>
              <a:gd name="connsiteX160" fmla="*/ 11847125 w 12192000"/>
              <a:gd name="connsiteY160" fmla="*/ 297401 h 1157500"/>
              <a:gd name="connsiteX161" fmla="*/ 11980134 w 12192000"/>
              <a:gd name="connsiteY161" fmla="*/ 321911 h 1157500"/>
              <a:gd name="connsiteX162" fmla="*/ 12174576 w 12192000"/>
              <a:gd name="connsiteY162" fmla="*/ 376108 h 1157500"/>
              <a:gd name="connsiteX163" fmla="*/ 12192000 w 12192000"/>
              <a:gd name="connsiteY163" fmla="*/ 379233 h 1157500"/>
              <a:gd name="connsiteX164" fmla="*/ 12192000 w 12192000"/>
              <a:gd name="connsiteY164" fmla="*/ 1157500 h 1157500"/>
              <a:gd name="connsiteX165" fmla="*/ 0 w 12192000"/>
              <a:gd name="connsiteY165" fmla="*/ 1157500 h 1157500"/>
              <a:gd name="connsiteX166" fmla="*/ 0 w 12192000"/>
              <a:gd name="connsiteY166" fmla="*/ 483545 h 1157500"/>
              <a:gd name="connsiteX167" fmla="*/ 5331 w 12192000"/>
              <a:gd name="connsiteY167" fmla="*/ 482797 h 1157500"/>
              <a:gd name="connsiteX168" fmla="*/ 39902 w 12192000"/>
              <a:gd name="connsiteY168" fmla="*/ 472284 h 1157500"/>
              <a:gd name="connsiteX169" fmla="*/ 117880 w 12192000"/>
              <a:gd name="connsiteY169" fmla="*/ 420956 h 1157500"/>
              <a:gd name="connsiteX170" fmla="*/ 238140 w 12192000"/>
              <a:gd name="connsiteY170" fmla="*/ 379297 h 1157500"/>
              <a:gd name="connsiteX171" fmla="*/ 249589 w 12192000"/>
              <a:gd name="connsiteY171" fmla="*/ 379517 h 1157500"/>
              <a:gd name="connsiteX172" fmla="*/ 296963 w 12192000"/>
              <a:gd name="connsiteY172" fmla="*/ 356102 h 1157500"/>
              <a:gd name="connsiteX173" fmla="*/ 339235 w 12192000"/>
              <a:gd name="connsiteY173" fmla="*/ 324425 h 1157500"/>
              <a:gd name="connsiteX174" fmla="*/ 447152 w 12192000"/>
              <a:gd name="connsiteY174" fmla="*/ 327423 h 1157500"/>
              <a:gd name="connsiteX175" fmla="*/ 475247 w 12192000"/>
              <a:gd name="connsiteY175" fmla="*/ 336714 h 1157500"/>
              <a:gd name="connsiteX176" fmla="*/ 477967 w 12192000"/>
              <a:gd name="connsiteY176" fmla="*/ 337960 h 1157500"/>
              <a:gd name="connsiteX177" fmla="*/ 703732 w 12192000"/>
              <a:gd name="connsiteY177" fmla="*/ 316599 h 1157500"/>
              <a:gd name="connsiteX178" fmla="*/ 853391 w 12192000"/>
              <a:gd name="connsiteY178" fmla="*/ 303591 h 1157500"/>
              <a:gd name="connsiteX179" fmla="*/ 925332 w 12192000"/>
              <a:gd name="connsiteY179" fmla="*/ 298686 h 1157500"/>
              <a:gd name="connsiteX180" fmla="*/ 941286 w 12192000"/>
              <a:gd name="connsiteY180" fmla="*/ 288932 h 1157500"/>
              <a:gd name="connsiteX181" fmla="*/ 950845 w 12192000"/>
              <a:gd name="connsiteY181" fmla="*/ 286595 h 1157500"/>
              <a:gd name="connsiteX182" fmla="*/ 953292 w 12192000"/>
              <a:gd name="connsiteY182" fmla="*/ 280892 h 1157500"/>
              <a:gd name="connsiteX183" fmla="*/ 967499 w 12192000"/>
              <a:gd name="connsiteY183" fmla="*/ 273760 h 1157500"/>
              <a:gd name="connsiteX184" fmla="*/ 1069267 w 12192000"/>
              <a:gd name="connsiteY184" fmla="*/ 262766 h 1157500"/>
              <a:gd name="connsiteX185" fmla="*/ 1138407 w 12192000"/>
              <a:gd name="connsiteY185" fmla="*/ 246567 h 1157500"/>
              <a:gd name="connsiteX186" fmla="*/ 1164931 w 12192000"/>
              <a:gd name="connsiteY186" fmla="*/ 238622 h 1157500"/>
              <a:gd name="connsiteX187" fmla="*/ 1211622 w 12192000"/>
              <a:gd name="connsiteY187" fmla="*/ 220676 h 1157500"/>
              <a:gd name="connsiteX188" fmla="*/ 1274567 w 12192000"/>
              <a:gd name="connsiteY188" fmla="*/ 203380 h 1157500"/>
              <a:gd name="connsiteX189" fmla="*/ 1325029 w 12192000"/>
              <a:gd name="connsiteY189" fmla="*/ 207937 h 1157500"/>
              <a:gd name="connsiteX190" fmla="*/ 1356805 w 12192000"/>
              <a:gd name="connsiteY190" fmla="*/ 203622 h 1157500"/>
              <a:gd name="connsiteX191" fmla="*/ 1468752 w 12192000"/>
              <a:gd name="connsiteY191" fmla="*/ 214604 h 1157500"/>
              <a:gd name="connsiteX192" fmla="*/ 1650750 w 12192000"/>
              <a:gd name="connsiteY192" fmla="*/ 165090 h 1157500"/>
              <a:gd name="connsiteX193" fmla="*/ 1655056 w 12192000"/>
              <a:gd name="connsiteY193" fmla="*/ 172106 h 1157500"/>
              <a:gd name="connsiteX194" fmla="*/ 1683220 w 12192000"/>
              <a:gd name="connsiteY194" fmla="*/ 169652 h 1157500"/>
              <a:gd name="connsiteX195" fmla="*/ 1685599 w 12192000"/>
              <a:gd name="connsiteY195" fmla="*/ 165388 h 1157500"/>
              <a:gd name="connsiteX196" fmla="*/ 1735783 w 12192000"/>
              <a:gd name="connsiteY196" fmla="*/ 177400 h 1157500"/>
              <a:gd name="connsiteX197" fmla="*/ 1797102 w 12192000"/>
              <a:gd name="connsiteY197" fmla="*/ 182289 h 1157500"/>
              <a:gd name="connsiteX198" fmla="*/ 1845638 w 12192000"/>
              <a:gd name="connsiteY198" fmla="*/ 163774 h 1157500"/>
              <a:gd name="connsiteX199" fmla="*/ 1848980 w 12192000"/>
              <a:gd name="connsiteY199" fmla="*/ 167516 h 1157500"/>
              <a:gd name="connsiteX200" fmla="*/ 1880587 w 12192000"/>
              <a:gd name="connsiteY200" fmla="*/ 165506 h 1157500"/>
              <a:gd name="connsiteX201" fmla="*/ 1995803 w 12192000"/>
              <a:gd name="connsiteY201" fmla="*/ 131847 h 1157500"/>
              <a:gd name="connsiteX202" fmla="*/ 2057448 w 12192000"/>
              <a:gd name="connsiteY202" fmla="*/ 128650 h 1157500"/>
              <a:gd name="connsiteX203" fmla="*/ 2119088 w 12192000"/>
              <a:gd name="connsiteY203" fmla="*/ 113508 h 1157500"/>
              <a:gd name="connsiteX204" fmla="*/ 2138831 w 12192000"/>
              <a:gd name="connsiteY204" fmla="*/ 116194 h 1157500"/>
              <a:gd name="connsiteX205" fmla="*/ 2214259 w 12192000"/>
              <a:gd name="connsiteY205" fmla="*/ 110542 h 1157500"/>
              <a:gd name="connsiteX206" fmla="*/ 2264911 w 12192000"/>
              <a:gd name="connsiteY206" fmla="*/ 101639 h 1157500"/>
              <a:gd name="connsiteX207" fmla="*/ 2454058 w 12192000"/>
              <a:gd name="connsiteY207" fmla="*/ 67266 h 1157500"/>
              <a:gd name="connsiteX208" fmla="*/ 2534188 w 12192000"/>
              <a:gd name="connsiteY208" fmla="*/ 63730 h 1157500"/>
              <a:gd name="connsiteX209" fmla="*/ 2616912 w 12192000"/>
              <a:gd name="connsiteY209" fmla="*/ 44757 h 1157500"/>
              <a:gd name="connsiteX210" fmla="*/ 2698592 w 12192000"/>
              <a:gd name="connsiteY210" fmla="*/ 35873 h 1157500"/>
              <a:gd name="connsiteX211" fmla="*/ 2891953 w 12192000"/>
              <a:gd name="connsiteY211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42719 w 12192000"/>
              <a:gd name="connsiteY63" fmla="*/ 171593 h 1157500"/>
              <a:gd name="connsiteX64" fmla="*/ 6878958 w 12192000"/>
              <a:gd name="connsiteY64" fmla="*/ 180824 h 1157500"/>
              <a:gd name="connsiteX65" fmla="*/ 6894439 w 12192000"/>
              <a:gd name="connsiteY65" fmla="*/ 177642 h 1157500"/>
              <a:gd name="connsiteX66" fmla="*/ 6963220 w 12192000"/>
              <a:gd name="connsiteY66" fmla="*/ 167304 h 1157500"/>
              <a:gd name="connsiteX67" fmla="*/ 6976706 w 12192000"/>
              <a:gd name="connsiteY67" fmla="*/ 170894 h 1157500"/>
              <a:gd name="connsiteX68" fmla="*/ 6987064 w 12192000"/>
              <a:gd name="connsiteY68" fmla="*/ 160402 h 1157500"/>
              <a:gd name="connsiteX69" fmla="*/ 7030230 w 12192000"/>
              <a:gd name="connsiteY69" fmla="*/ 159715 h 1157500"/>
              <a:gd name="connsiteX70" fmla="*/ 7045014 w 12192000"/>
              <a:gd name="connsiteY70" fmla="*/ 169101 h 1157500"/>
              <a:gd name="connsiteX71" fmla="*/ 7058714 w 12192000"/>
              <a:gd name="connsiteY71" fmla="*/ 175992 h 1157500"/>
              <a:gd name="connsiteX72" fmla="*/ 7060499 w 12192000"/>
              <a:gd name="connsiteY72" fmla="*/ 176063 h 1157500"/>
              <a:gd name="connsiteX73" fmla="*/ 7176563 w 12192000"/>
              <a:gd name="connsiteY73" fmla="*/ 173244 h 1157500"/>
              <a:gd name="connsiteX74" fmla="*/ 7205529 w 12192000"/>
              <a:gd name="connsiteY74" fmla="*/ 181011 h 1157500"/>
              <a:gd name="connsiteX75" fmla="*/ 7310118 w 12192000"/>
              <a:gd name="connsiteY75" fmla="*/ 162605 h 1157500"/>
              <a:gd name="connsiteX76" fmla="*/ 7673859 w 12192000"/>
              <a:gd name="connsiteY76" fmla="*/ 150336 h 1157500"/>
              <a:gd name="connsiteX77" fmla="*/ 7692748 w 12192000"/>
              <a:gd name="connsiteY77" fmla="*/ 161537 h 1157500"/>
              <a:gd name="connsiteX78" fmla="*/ 7756672 w 12192000"/>
              <a:gd name="connsiteY78" fmla="*/ 157372 h 1157500"/>
              <a:gd name="connsiteX79" fmla="*/ 7974189 w 12192000"/>
              <a:gd name="connsiteY79" fmla="*/ 154819 h 1157500"/>
              <a:gd name="connsiteX80" fmla="*/ 8101969 w 12192000"/>
              <a:gd name="connsiteY80" fmla="*/ 144495 h 1157500"/>
              <a:gd name="connsiteX81" fmla="*/ 8106826 w 12192000"/>
              <a:gd name="connsiteY81" fmla="*/ 139853 h 1157500"/>
              <a:gd name="connsiteX82" fmla="*/ 8162058 w 12192000"/>
              <a:gd name="connsiteY82" fmla="*/ 96704 h 1157500"/>
              <a:gd name="connsiteX83" fmla="*/ 8184568 w 12192000"/>
              <a:gd name="connsiteY83" fmla="*/ 93990 h 1157500"/>
              <a:gd name="connsiteX84" fmla="*/ 8228227 w 12192000"/>
              <a:gd name="connsiteY84" fmla="*/ 105972 h 1157500"/>
              <a:gd name="connsiteX85" fmla="*/ 8237963 w 12192000"/>
              <a:gd name="connsiteY85" fmla="*/ 106996 h 1157500"/>
              <a:gd name="connsiteX86" fmla="*/ 8248358 w 12192000"/>
              <a:gd name="connsiteY86" fmla="*/ 106062 h 1157500"/>
              <a:gd name="connsiteX87" fmla="*/ 8249309 w 12192000"/>
              <a:gd name="connsiteY87" fmla="*/ 106698 h 1157500"/>
              <a:gd name="connsiteX88" fmla="*/ 8249997 w 12192000"/>
              <a:gd name="connsiteY88" fmla="*/ 105915 h 1157500"/>
              <a:gd name="connsiteX89" fmla="*/ 8272162 w 12192000"/>
              <a:gd name="connsiteY89" fmla="*/ 103924 h 1157500"/>
              <a:gd name="connsiteX90" fmla="*/ 8292349 w 12192000"/>
              <a:gd name="connsiteY90" fmla="*/ 97480 h 1157500"/>
              <a:gd name="connsiteX91" fmla="*/ 8307239 w 12192000"/>
              <a:gd name="connsiteY91" fmla="*/ 94591 h 1157500"/>
              <a:gd name="connsiteX92" fmla="*/ 8339282 w 12192000"/>
              <a:gd name="connsiteY92" fmla="*/ 108942 h 1157500"/>
              <a:gd name="connsiteX93" fmla="*/ 8346156 w 12192000"/>
              <a:gd name="connsiteY93" fmla="*/ 111227 h 1157500"/>
              <a:gd name="connsiteX94" fmla="*/ 8346467 w 12192000"/>
              <a:gd name="connsiteY94" fmla="*/ 111024 h 1157500"/>
              <a:gd name="connsiteX95" fmla="*/ 8354069 w 12192000"/>
              <a:gd name="connsiteY95" fmla="*/ 112942 h 1157500"/>
              <a:gd name="connsiteX96" fmla="*/ 8358687 w 12192000"/>
              <a:gd name="connsiteY96" fmla="*/ 115393 h 1157500"/>
              <a:gd name="connsiteX97" fmla="*/ 8433385 w 12192000"/>
              <a:gd name="connsiteY97" fmla="*/ 99669 h 1157500"/>
              <a:gd name="connsiteX98" fmla="*/ 8533779 w 12192000"/>
              <a:gd name="connsiteY98" fmla="*/ 98374 h 1157500"/>
              <a:gd name="connsiteX99" fmla="*/ 8632833 w 12192000"/>
              <a:gd name="connsiteY99" fmla="*/ 100532 h 1157500"/>
              <a:gd name="connsiteX100" fmla="*/ 8668523 w 12192000"/>
              <a:gd name="connsiteY100" fmla="*/ 102979 h 1157500"/>
              <a:gd name="connsiteX101" fmla="*/ 8732893 w 12192000"/>
              <a:gd name="connsiteY101" fmla="*/ 99991 h 1157500"/>
              <a:gd name="connsiteX102" fmla="*/ 8764071 w 12192000"/>
              <a:gd name="connsiteY102" fmla="*/ 94587 h 1157500"/>
              <a:gd name="connsiteX103" fmla="*/ 8767004 w 12192000"/>
              <a:gd name="connsiteY103" fmla="*/ 91519 h 1157500"/>
              <a:gd name="connsiteX104" fmla="*/ 8772553 w 12192000"/>
              <a:gd name="connsiteY104" fmla="*/ 90314 h 1157500"/>
              <a:gd name="connsiteX105" fmla="*/ 8787201 w 12192000"/>
              <a:gd name="connsiteY105" fmla="*/ 92033 h 1157500"/>
              <a:gd name="connsiteX106" fmla="*/ 8792624 w 12192000"/>
              <a:gd name="connsiteY106" fmla="*/ 93503 h 1157500"/>
              <a:gd name="connsiteX107" fmla="*/ 8800741 w 12192000"/>
              <a:gd name="connsiteY107" fmla="*/ 93897 h 1157500"/>
              <a:gd name="connsiteX108" fmla="*/ 8800966 w 12192000"/>
              <a:gd name="connsiteY108" fmla="*/ 93645 h 1157500"/>
              <a:gd name="connsiteX109" fmla="*/ 8808513 w 12192000"/>
              <a:gd name="connsiteY109" fmla="*/ 94530 h 1157500"/>
              <a:gd name="connsiteX110" fmla="*/ 8845110 w 12192000"/>
              <a:gd name="connsiteY110" fmla="*/ 102179 h 1157500"/>
              <a:gd name="connsiteX111" fmla="*/ 8917529 w 12192000"/>
              <a:gd name="connsiteY111" fmla="*/ 76373 h 1157500"/>
              <a:gd name="connsiteX112" fmla="*/ 9026654 w 12192000"/>
              <a:gd name="connsiteY112" fmla="*/ 93420 h 1157500"/>
              <a:gd name="connsiteX113" fmla="*/ 9088505 w 12192000"/>
              <a:gd name="connsiteY113" fmla="*/ 113002 h 1157500"/>
              <a:gd name="connsiteX114" fmla="*/ 9203241 w 12192000"/>
              <a:gd name="connsiteY114" fmla="*/ 111713 h 1157500"/>
              <a:gd name="connsiteX115" fmla="*/ 9415584 w 12192000"/>
              <a:gd name="connsiteY115" fmla="*/ 157156 h 1157500"/>
              <a:gd name="connsiteX116" fmla="*/ 9505102 w 12192000"/>
              <a:gd name="connsiteY116" fmla="*/ 141042 h 1157500"/>
              <a:gd name="connsiteX117" fmla="*/ 9643040 w 12192000"/>
              <a:gd name="connsiteY117" fmla="*/ 158233 h 1157500"/>
              <a:gd name="connsiteX118" fmla="*/ 9762999 w 12192000"/>
              <a:gd name="connsiteY118" fmla="*/ 162623 h 1157500"/>
              <a:gd name="connsiteX119" fmla="*/ 9776183 w 12192000"/>
              <a:gd name="connsiteY119" fmla="*/ 162191 h 1157500"/>
              <a:gd name="connsiteX120" fmla="*/ 9780532 w 12192000"/>
              <a:gd name="connsiteY120" fmla="*/ 155823 h 1157500"/>
              <a:gd name="connsiteX121" fmla="*/ 9910588 w 12192000"/>
              <a:gd name="connsiteY121" fmla="*/ 154327 h 1157500"/>
              <a:gd name="connsiteX122" fmla="*/ 9924173 w 12192000"/>
              <a:gd name="connsiteY122" fmla="*/ 158591 h 1157500"/>
              <a:gd name="connsiteX123" fmla="*/ 10010969 w 12192000"/>
              <a:gd name="connsiteY123" fmla="*/ 155802 h 1157500"/>
              <a:gd name="connsiteX124" fmla="*/ 10070699 w 12192000"/>
              <a:gd name="connsiteY124" fmla="*/ 157854 h 1157500"/>
              <a:gd name="connsiteX125" fmla="*/ 10155104 w 12192000"/>
              <a:gd name="connsiteY125" fmla="*/ 151613 h 1157500"/>
              <a:gd name="connsiteX126" fmla="*/ 10250982 w 12192000"/>
              <a:gd name="connsiteY126" fmla="*/ 128642 h 1157500"/>
              <a:gd name="connsiteX127" fmla="*/ 10343301 w 12192000"/>
              <a:gd name="connsiteY127" fmla="*/ 90884 h 1157500"/>
              <a:gd name="connsiteX128" fmla="*/ 10366625 w 12192000"/>
              <a:gd name="connsiteY128" fmla="*/ 79428 h 1157500"/>
              <a:gd name="connsiteX129" fmla="*/ 10433505 w 12192000"/>
              <a:gd name="connsiteY129" fmla="*/ 65000 h 1157500"/>
              <a:gd name="connsiteX130" fmla="*/ 10547510 w 12192000"/>
              <a:gd name="connsiteY130" fmla="*/ 47246 h 1157500"/>
              <a:gd name="connsiteX131" fmla="*/ 10588150 w 12192000"/>
              <a:gd name="connsiteY131" fmla="*/ 32287 h 1157500"/>
              <a:gd name="connsiteX132" fmla="*/ 10589457 w 12192000"/>
              <a:gd name="connsiteY132" fmla="*/ 25296 h 1157500"/>
              <a:gd name="connsiteX133" fmla="*/ 10699976 w 12192000"/>
              <a:gd name="connsiteY133" fmla="*/ 43345 h 1157500"/>
              <a:gd name="connsiteX134" fmla="*/ 10812237 w 12192000"/>
              <a:gd name="connsiteY134" fmla="*/ 46327 h 1157500"/>
              <a:gd name="connsiteX135" fmla="*/ 10869837 w 12192000"/>
              <a:gd name="connsiteY135" fmla="*/ 65795 h 1157500"/>
              <a:gd name="connsiteX136" fmla="*/ 10881770 w 12192000"/>
              <a:gd name="connsiteY136" fmla="*/ 73672 h 1157500"/>
              <a:gd name="connsiteX137" fmla="*/ 10896899 w 12192000"/>
              <a:gd name="connsiteY137" fmla="*/ 70731 h 1157500"/>
              <a:gd name="connsiteX138" fmla="*/ 10901748 w 12192000"/>
              <a:gd name="connsiteY138" fmla="*/ 66352 h 1157500"/>
              <a:gd name="connsiteX139" fmla="*/ 10947419 w 12192000"/>
              <a:gd name="connsiteY139" fmla="*/ 83316 h 1157500"/>
              <a:gd name="connsiteX140" fmla="*/ 10953034 w 12192000"/>
              <a:gd name="connsiteY140" fmla="*/ 84438 h 1157500"/>
              <a:gd name="connsiteX141" fmla="*/ 10992070 w 12192000"/>
              <a:gd name="connsiteY141" fmla="*/ 88841 h 1157500"/>
              <a:gd name="connsiteX142" fmla="*/ 11112372 w 12192000"/>
              <a:gd name="connsiteY142" fmla="*/ 82247 h 1157500"/>
              <a:gd name="connsiteX143" fmla="*/ 11147719 w 12192000"/>
              <a:gd name="connsiteY143" fmla="*/ 80560 h 1157500"/>
              <a:gd name="connsiteX144" fmla="*/ 11172617 w 12192000"/>
              <a:gd name="connsiteY144" fmla="*/ 76265 h 1157500"/>
              <a:gd name="connsiteX145" fmla="*/ 11240397 w 12192000"/>
              <a:gd name="connsiteY145" fmla="*/ 81830 h 1157500"/>
              <a:gd name="connsiteX146" fmla="*/ 11270034 w 12192000"/>
              <a:gd name="connsiteY146" fmla="*/ 91947 h 1157500"/>
              <a:gd name="connsiteX147" fmla="*/ 11293091 w 12192000"/>
              <a:gd name="connsiteY147" fmla="*/ 92042 h 1157500"/>
              <a:gd name="connsiteX148" fmla="*/ 11310949 w 12192000"/>
              <a:gd name="connsiteY148" fmla="*/ 97842 h 1157500"/>
              <a:gd name="connsiteX149" fmla="*/ 11345279 w 12192000"/>
              <a:gd name="connsiteY149" fmla="*/ 95451 h 1157500"/>
              <a:gd name="connsiteX150" fmla="*/ 11354597 w 12192000"/>
              <a:gd name="connsiteY150" fmla="*/ 97953 h 1157500"/>
              <a:gd name="connsiteX151" fmla="*/ 11367725 w 12192000"/>
              <a:gd name="connsiteY151" fmla="*/ 97999 h 1157500"/>
              <a:gd name="connsiteX152" fmla="*/ 11399832 w 12192000"/>
              <a:gd name="connsiteY152" fmla="*/ 110616 h 1157500"/>
              <a:gd name="connsiteX153" fmla="*/ 11487595 w 12192000"/>
              <a:gd name="connsiteY153" fmla="*/ 152322 h 1157500"/>
              <a:gd name="connsiteX154" fmla="*/ 11590850 w 12192000"/>
              <a:gd name="connsiteY154" fmla="*/ 238552 h 1157500"/>
              <a:gd name="connsiteX155" fmla="*/ 11736204 w 12192000"/>
              <a:gd name="connsiteY155" fmla="*/ 277509 h 1157500"/>
              <a:gd name="connsiteX156" fmla="*/ 11760331 w 12192000"/>
              <a:gd name="connsiteY156" fmla="*/ 291936 h 1157500"/>
              <a:gd name="connsiteX157" fmla="*/ 11819139 w 12192000"/>
              <a:gd name="connsiteY157" fmla="*/ 304143 h 1157500"/>
              <a:gd name="connsiteX158" fmla="*/ 11821967 w 12192000"/>
              <a:gd name="connsiteY158" fmla="*/ 305790 h 1157500"/>
              <a:gd name="connsiteX159" fmla="*/ 11847125 w 12192000"/>
              <a:gd name="connsiteY159" fmla="*/ 297401 h 1157500"/>
              <a:gd name="connsiteX160" fmla="*/ 11980134 w 12192000"/>
              <a:gd name="connsiteY160" fmla="*/ 321911 h 1157500"/>
              <a:gd name="connsiteX161" fmla="*/ 12174576 w 12192000"/>
              <a:gd name="connsiteY161" fmla="*/ 376108 h 1157500"/>
              <a:gd name="connsiteX162" fmla="*/ 12192000 w 12192000"/>
              <a:gd name="connsiteY162" fmla="*/ 379233 h 1157500"/>
              <a:gd name="connsiteX163" fmla="*/ 12192000 w 12192000"/>
              <a:gd name="connsiteY163" fmla="*/ 1157500 h 1157500"/>
              <a:gd name="connsiteX164" fmla="*/ 0 w 12192000"/>
              <a:gd name="connsiteY164" fmla="*/ 1157500 h 1157500"/>
              <a:gd name="connsiteX165" fmla="*/ 0 w 12192000"/>
              <a:gd name="connsiteY165" fmla="*/ 483545 h 1157500"/>
              <a:gd name="connsiteX166" fmla="*/ 5331 w 12192000"/>
              <a:gd name="connsiteY166" fmla="*/ 482797 h 1157500"/>
              <a:gd name="connsiteX167" fmla="*/ 39902 w 12192000"/>
              <a:gd name="connsiteY167" fmla="*/ 472284 h 1157500"/>
              <a:gd name="connsiteX168" fmla="*/ 117880 w 12192000"/>
              <a:gd name="connsiteY168" fmla="*/ 420956 h 1157500"/>
              <a:gd name="connsiteX169" fmla="*/ 238140 w 12192000"/>
              <a:gd name="connsiteY169" fmla="*/ 379297 h 1157500"/>
              <a:gd name="connsiteX170" fmla="*/ 249589 w 12192000"/>
              <a:gd name="connsiteY170" fmla="*/ 379517 h 1157500"/>
              <a:gd name="connsiteX171" fmla="*/ 296963 w 12192000"/>
              <a:gd name="connsiteY171" fmla="*/ 356102 h 1157500"/>
              <a:gd name="connsiteX172" fmla="*/ 339235 w 12192000"/>
              <a:gd name="connsiteY172" fmla="*/ 324425 h 1157500"/>
              <a:gd name="connsiteX173" fmla="*/ 447152 w 12192000"/>
              <a:gd name="connsiteY173" fmla="*/ 327423 h 1157500"/>
              <a:gd name="connsiteX174" fmla="*/ 475247 w 12192000"/>
              <a:gd name="connsiteY174" fmla="*/ 336714 h 1157500"/>
              <a:gd name="connsiteX175" fmla="*/ 477967 w 12192000"/>
              <a:gd name="connsiteY175" fmla="*/ 337960 h 1157500"/>
              <a:gd name="connsiteX176" fmla="*/ 703732 w 12192000"/>
              <a:gd name="connsiteY176" fmla="*/ 316599 h 1157500"/>
              <a:gd name="connsiteX177" fmla="*/ 853391 w 12192000"/>
              <a:gd name="connsiteY177" fmla="*/ 303591 h 1157500"/>
              <a:gd name="connsiteX178" fmla="*/ 925332 w 12192000"/>
              <a:gd name="connsiteY178" fmla="*/ 298686 h 1157500"/>
              <a:gd name="connsiteX179" fmla="*/ 941286 w 12192000"/>
              <a:gd name="connsiteY179" fmla="*/ 288932 h 1157500"/>
              <a:gd name="connsiteX180" fmla="*/ 950845 w 12192000"/>
              <a:gd name="connsiteY180" fmla="*/ 286595 h 1157500"/>
              <a:gd name="connsiteX181" fmla="*/ 953292 w 12192000"/>
              <a:gd name="connsiteY181" fmla="*/ 280892 h 1157500"/>
              <a:gd name="connsiteX182" fmla="*/ 967499 w 12192000"/>
              <a:gd name="connsiteY182" fmla="*/ 273760 h 1157500"/>
              <a:gd name="connsiteX183" fmla="*/ 1069267 w 12192000"/>
              <a:gd name="connsiteY183" fmla="*/ 262766 h 1157500"/>
              <a:gd name="connsiteX184" fmla="*/ 1138407 w 12192000"/>
              <a:gd name="connsiteY184" fmla="*/ 246567 h 1157500"/>
              <a:gd name="connsiteX185" fmla="*/ 1164931 w 12192000"/>
              <a:gd name="connsiteY185" fmla="*/ 238622 h 1157500"/>
              <a:gd name="connsiteX186" fmla="*/ 1211622 w 12192000"/>
              <a:gd name="connsiteY186" fmla="*/ 220676 h 1157500"/>
              <a:gd name="connsiteX187" fmla="*/ 1274567 w 12192000"/>
              <a:gd name="connsiteY187" fmla="*/ 203380 h 1157500"/>
              <a:gd name="connsiteX188" fmla="*/ 1325029 w 12192000"/>
              <a:gd name="connsiteY188" fmla="*/ 207937 h 1157500"/>
              <a:gd name="connsiteX189" fmla="*/ 1356805 w 12192000"/>
              <a:gd name="connsiteY189" fmla="*/ 203622 h 1157500"/>
              <a:gd name="connsiteX190" fmla="*/ 1468752 w 12192000"/>
              <a:gd name="connsiteY190" fmla="*/ 214604 h 1157500"/>
              <a:gd name="connsiteX191" fmla="*/ 1650750 w 12192000"/>
              <a:gd name="connsiteY191" fmla="*/ 165090 h 1157500"/>
              <a:gd name="connsiteX192" fmla="*/ 1655056 w 12192000"/>
              <a:gd name="connsiteY192" fmla="*/ 172106 h 1157500"/>
              <a:gd name="connsiteX193" fmla="*/ 1683220 w 12192000"/>
              <a:gd name="connsiteY193" fmla="*/ 169652 h 1157500"/>
              <a:gd name="connsiteX194" fmla="*/ 1685599 w 12192000"/>
              <a:gd name="connsiteY194" fmla="*/ 165388 h 1157500"/>
              <a:gd name="connsiteX195" fmla="*/ 1735783 w 12192000"/>
              <a:gd name="connsiteY195" fmla="*/ 177400 h 1157500"/>
              <a:gd name="connsiteX196" fmla="*/ 1797102 w 12192000"/>
              <a:gd name="connsiteY196" fmla="*/ 182289 h 1157500"/>
              <a:gd name="connsiteX197" fmla="*/ 1845638 w 12192000"/>
              <a:gd name="connsiteY197" fmla="*/ 163774 h 1157500"/>
              <a:gd name="connsiteX198" fmla="*/ 1848980 w 12192000"/>
              <a:gd name="connsiteY198" fmla="*/ 167516 h 1157500"/>
              <a:gd name="connsiteX199" fmla="*/ 1880587 w 12192000"/>
              <a:gd name="connsiteY199" fmla="*/ 165506 h 1157500"/>
              <a:gd name="connsiteX200" fmla="*/ 1995803 w 12192000"/>
              <a:gd name="connsiteY200" fmla="*/ 131847 h 1157500"/>
              <a:gd name="connsiteX201" fmla="*/ 2057448 w 12192000"/>
              <a:gd name="connsiteY201" fmla="*/ 128650 h 1157500"/>
              <a:gd name="connsiteX202" fmla="*/ 2119088 w 12192000"/>
              <a:gd name="connsiteY202" fmla="*/ 113508 h 1157500"/>
              <a:gd name="connsiteX203" fmla="*/ 2138831 w 12192000"/>
              <a:gd name="connsiteY203" fmla="*/ 116194 h 1157500"/>
              <a:gd name="connsiteX204" fmla="*/ 2214259 w 12192000"/>
              <a:gd name="connsiteY204" fmla="*/ 110542 h 1157500"/>
              <a:gd name="connsiteX205" fmla="*/ 2264911 w 12192000"/>
              <a:gd name="connsiteY205" fmla="*/ 101639 h 1157500"/>
              <a:gd name="connsiteX206" fmla="*/ 2454058 w 12192000"/>
              <a:gd name="connsiteY206" fmla="*/ 67266 h 1157500"/>
              <a:gd name="connsiteX207" fmla="*/ 2534188 w 12192000"/>
              <a:gd name="connsiteY207" fmla="*/ 63730 h 1157500"/>
              <a:gd name="connsiteX208" fmla="*/ 2616912 w 12192000"/>
              <a:gd name="connsiteY208" fmla="*/ 44757 h 1157500"/>
              <a:gd name="connsiteX209" fmla="*/ 2698592 w 12192000"/>
              <a:gd name="connsiteY209" fmla="*/ 35873 h 1157500"/>
              <a:gd name="connsiteX210" fmla="*/ 2891953 w 12192000"/>
              <a:gd name="connsiteY210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45014 w 12192000"/>
              <a:gd name="connsiteY69" fmla="*/ 169101 h 1157500"/>
              <a:gd name="connsiteX70" fmla="*/ 7058714 w 12192000"/>
              <a:gd name="connsiteY70" fmla="*/ 175992 h 1157500"/>
              <a:gd name="connsiteX71" fmla="*/ 7060499 w 12192000"/>
              <a:gd name="connsiteY71" fmla="*/ 176063 h 1157500"/>
              <a:gd name="connsiteX72" fmla="*/ 7176563 w 12192000"/>
              <a:gd name="connsiteY72" fmla="*/ 173244 h 1157500"/>
              <a:gd name="connsiteX73" fmla="*/ 7205529 w 12192000"/>
              <a:gd name="connsiteY73" fmla="*/ 181011 h 1157500"/>
              <a:gd name="connsiteX74" fmla="*/ 7310118 w 12192000"/>
              <a:gd name="connsiteY74" fmla="*/ 162605 h 1157500"/>
              <a:gd name="connsiteX75" fmla="*/ 7673859 w 12192000"/>
              <a:gd name="connsiteY75" fmla="*/ 150336 h 1157500"/>
              <a:gd name="connsiteX76" fmla="*/ 7692748 w 12192000"/>
              <a:gd name="connsiteY76" fmla="*/ 161537 h 1157500"/>
              <a:gd name="connsiteX77" fmla="*/ 7756672 w 12192000"/>
              <a:gd name="connsiteY77" fmla="*/ 157372 h 1157500"/>
              <a:gd name="connsiteX78" fmla="*/ 7974189 w 12192000"/>
              <a:gd name="connsiteY78" fmla="*/ 154819 h 1157500"/>
              <a:gd name="connsiteX79" fmla="*/ 8101969 w 12192000"/>
              <a:gd name="connsiteY79" fmla="*/ 144495 h 1157500"/>
              <a:gd name="connsiteX80" fmla="*/ 8106826 w 12192000"/>
              <a:gd name="connsiteY80" fmla="*/ 139853 h 1157500"/>
              <a:gd name="connsiteX81" fmla="*/ 8162058 w 12192000"/>
              <a:gd name="connsiteY81" fmla="*/ 96704 h 1157500"/>
              <a:gd name="connsiteX82" fmla="*/ 8184568 w 12192000"/>
              <a:gd name="connsiteY82" fmla="*/ 93990 h 1157500"/>
              <a:gd name="connsiteX83" fmla="*/ 8228227 w 12192000"/>
              <a:gd name="connsiteY83" fmla="*/ 105972 h 1157500"/>
              <a:gd name="connsiteX84" fmla="*/ 8237963 w 12192000"/>
              <a:gd name="connsiteY84" fmla="*/ 106996 h 1157500"/>
              <a:gd name="connsiteX85" fmla="*/ 8248358 w 12192000"/>
              <a:gd name="connsiteY85" fmla="*/ 106062 h 1157500"/>
              <a:gd name="connsiteX86" fmla="*/ 8249309 w 12192000"/>
              <a:gd name="connsiteY86" fmla="*/ 106698 h 1157500"/>
              <a:gd name="connsiteX87" fmla="*/ 8249997 w 12192000"/>
              <a:gd name="connsiteY87" fmla="*/ 105915 h 1157500"/>
              <a:gd name="connsiteX88" fmla="*/ 8272162 w 12192000"/>
              <a:gd name="connsiteY88" fmla="*/ 103924 h 1157500"/>
              <a:gd name="connsiteX89" fmla="*/ 8292349 w 12192000"/>
              <a:gd name="connsiteY89" fmla="*/ 97480 h 1157500"/>
              <a:gd name="connsiteX90" fmla="*/ 8307239 w 12192000"/>
              <a:gd name="connsiteY90" fmla="*/ 94591 h 1157500"/>
              <a:gd name="connsiteX91" fmla="*/ 8339282 w 12192000"/>
              <a:gd name="connsiteY91" fmla="*/ 108942 h 1157500"/>
              <a:gd name="connsiteX92" fmla="*/ 8346156 w 12192000"/>
              <a:gd name="connsiteY92" fmla="*/ 111227 h 1157500"/>
              <a:gd name="connsiteX93" fmla="*/ 8346467 w 12192000"/>
              <a:gd name="connsiteY93" fmla="*/ 111024 h 1157500"/>
              <a:gd name="connsiteX94" fmla="*/ 8354069 w 12192000"/>
              <a:gd name="connsiteY94" fmla="*/ 112942 h 1157500"/>
              <a:gd name="connsiteX95" fmla="*/ 8358687 w 12192000"/>
              <a:gd name="connsiteY95" fmla="*/ 115393 h 1157500"/>
              <a:gd name="connsiteX96" fmla="*/ 8433385 w 12192000"/>
              <a:gd name="connsiteY96" fmla="*/ 99669 h 1157500"/>
              <a:gd name="connsiteX97" fmla="*/ 8533779 w 12192000"/>
              <a:gd name="connsiteY97" fmla="*/ 98374 h 1157500"/>
              <a:gd name="connsiteX98" fmla="*/ 8632833 w 12192000"/>
              <a:gd name="connsiteY98" fmla="*/ 100532 h 1157500"/>
              <a:gd name="connsiteX99" fmla="*/ 8668523 w 12192000"/>
              <a:gd name="connsiteY99" fmla="*/ 102979 h 1157500"/>
              <a:gd name="connsiteX100" fmla="*/ 8732893 w 12192000"/>
              <a:gd name="connsiteY100" fmla="*/ 99991 h 1157500"/>
              <a:gd name="connsiteX101" fmla="*/ 8764071 w 12192000"/>
              <a:gd name="connsiteY101" fmla="*/ 94587 h 1157500"/>
              <a:gd name="connsiteX102" fmla="*/ 8767004 w 12192000"/>
              <a:gd name="connsiteY102" fmla="*/ 91519 h 1157500"/>
              <a:gd name="connsiteX103" fmla="*/ 8772553 w 12192000"/>
              <a:gd name="connsiteY103" fmla="*/ 90314 h 1157500"/>
              <a:gd name="connsiteX104" fmla="*/ 8787201 w 12192000"/>
              <a:gd name="connsiteY104" fmla="*/ 92033 h 1157500"/>
              <a:gd name="connsiteX105" fmla="*/ 8792624 w 12192000"/>
              <a:gd name="connsiteY105" fmla="*/ 93503 h 1157500"/>
              <a:gd name="connsiteX106" fmla="*/ 8800741 w 12192000"/>
              <a:gd name="connsiteY106" fmla="*/ 93897 h 1157500"/>
              <a:gd name="connsiteX107" fmla="*/ 8800966 w 12192000"/>
              <a:gd name="connsiteY107" fmla="*/ 93645 h 1157500"/>
              <a:gd name="connsiteX108" fmla="*/ 8808513 w 12192000"/>
              <a:gd name="connsiteY108" fmla="*/ 94530 h 1157500"/>
              <a:gd name="connsiteX109" fmla="*/ 8845110 w 12192000"/>
              <a:gd name="connsiteY109" fmla="*/ 102179 h 1157500"/>
              <a:gd name="connsiteX110" fmla="*/ 8917529 w 12192000"/>
              <a:gd name="connsiteY110" fmla="*/ 76373 h 1157500"/>
              <a:gd name="connsiteX111" fmla="*/ 9026654 w 12192000"/>
              <a:gd name="connsiteY111" fmla="*/ 93420 h 1157500"/>
              <a:gd name="connsiteX112" fmla="*/ 9088505 w 12192000"/>
              <a:gd name="connsiteY112" fmla="*/ 113002 h 1157500"/>
              <a:gd name="connsiteX113" fmla="*/ 9203241 w 12192000"/>
              <a:gd name="connsiteY113" fmla="*/ 111713 h 1157500"/>
              <a:gd name="connsiteX114" fmla="*/ 9415584 w 12192000"/>
              <a:gd name="connsiteY114" fmla="*/ 157156 h 1157500"/>
              <a:gd name="connsiteX115" fmla="*/ 9505102 w 12192000"/>
              <a:gd name="connsiteY115" fmla="*/ 141042 h 1157500"/>
              <a:gd name="connsiteX116" fmla="*/ 9643040 w 12192000"/>
              <a:gd name="connsiteY116" fmla="*/ 158233 h 1157500"/>
              <a:gd name="connsiteX117" fmla="*/ 9762999 w 12192000"/>
              <a:gd name="connsiteY117" fmla="*/ 162623 h 1157500"/>
              <a:gd name="connsiteX118" fmla="*/ 9776183 w 12192000"/>
              <a:gd name="connsiteY118" fmla="*/ 162191 h 1157500"/>
              <a:gd name="connsiteX119" fmla="*/ 9780532 w 12192000"/>
              <a:gd name="connsiteY119" fmla="*/ 155823 h 1157500"/>
              <a:gd name="connsiteX120" fmla="*/ 9910588 w 12192000"/>
              <a:gd name="connsiteY120" fmla="*/ 154327 h 1157500"/>
              <a:gd name="connsiteX121" fmla="*/ 9924173 w 12192000"/>
              <a:gd name="connsiteY121" fmla="*/ 158591 h 1157500"/>
              <a:gd name="connsiteX122" fmla="*/ 10010969 w 12192000"/>
              <a:gd name="connsiteY122" fmla="*/ 155802 h 1157500"/>
              <a:gd name="connsiteX123" fmla="*/ 10070699 w 12192000"/>
              <a:gd name="connsiteY123" fmla="*/ 157854 h 1157500"/>
              <a:gd name="connsiteX124" fmla="*/ 10155104 w 12192000"/>
              <a:gd name="connsiteY124" fmla="*/ 151613 h 1157500"/>
              <a:gd name="connsiteX125" fmla="*/ 10250982 w 12192000"/>
              <a:gd name="connsiteY125" fmla="*/ 128642 h 1157500"/>
              <a:gd name="connsiteX126" fmla="*/ 10343301 w 12192000"/>
              <a:gd name="connsiteY126" fmla="*/ 90884 h 1157500"/>
              <a:gd name="connsiteX127" fmla="*/ 10366625 w 12192000"/>
              <a:gd name="connsiteY127" fmla="*/ 79428 h 1157500"/>
              <a:gd name="connsiteX128" fmla="*/ 10433505 w 12192000"/>
              <a:gd name="connsiteY128" fmla="*/ 65000 h 1157500"/>
              <a:gd name="connsiteX129" fmla="*/ 10547510 w 12192000"/>
              <a:gd name="connsiteY129" fmla="*/ 47246 h 1157500"/>
              <a:gd name="connsiteX130" fmla="*/ 10588150 w 12192000"/>
              <a:gd name="connsiteY130" fmla="*/ 32287 h 1157500"/>
              <a:gd name="connsiteX131" fmla="*/ 10589457 w 12192000"/>
              <a:gd name="connsiteY131" fmla="*/ 25296 h 1157500"/>
              <a:gd name="connsiteX132" fmla="*/ 10699976 w 12192000"/>
              <a:gd name="connsiteY132" fmla="*/ 43345 h 1157500"/>
              <a:gd name="connsiteX133" fmla="*/ 10812237 w 12192000"/>
              <a:gd name="connsiteY133" fmla="*/ 46327 h 1157500"/>
              <a:gd name="connsiteX134" fmla="*/ 10869837 w 12192000"/>
              <a:gd name="connsiteY134" fmla="*/ 65795 h 1157500"/>
              <a:gd name="connsiteX135" fmla="*/ 10881770 w 12192000"/>
              <a:gd name="connsiteY135" fmla="*/ 73672 h 1157500"/>
              <a:gd name="connsiteX136" fmla="*/ 10896899 w 12192000"/>
              <a:gd name="connsiteY136" fmla="*/ 70731 h 1157500"/>
              <a:gd name="connsiteX137" fmla="*/ 10901748 w 12192000"/>
              <a:gd name="connsiteY137" fmla="*/ 66352 h 1157500"/>
              <a:gd name="connsiteX138" fmla="*/ 10947419 w 12192000"/>
              <a:gd name="connsiteY138" fmla="*/ 83316 h 1157500"/>
              <a:gd name="connsiteX139" fmla="*/ 10953034 w 12192000"/>
              <a:gd name="connsiteY139" fmla="*/ 84438 h 1157500"/>
              <a:gd name="connsiteX140" fmla="*/ 10992070 w 12192000"/>
              <a:gd name="connsiteY140" fmla="*/ 88841 h 1157500"/>
              <a:gd name="connsiteX141" fmla="*/ 11112372 w 12192000"/>
              <a:gd name="connsiteY141" fmla="*/ 82247 h 1157500"/>
              <a:gd name="connsiteX142" fmla="*/ 11147719 w 12192000"/>
              <a:gd name="connsiteY142" fmla="*/ 80560 h 1157500"/>
              <a:gd name="connsiteX143" fmla="*/ 11172617 w 12192000"/>
              <a:gd name="connsiteY143" fmla="*/ 76265 h 1157500"/>
              <a:gd name="connsiteX144" fmla="*/ 11240397 w 12192000"/>
              <a:gd name="connsiteY144" fmla="*/ 81830 h 1157500"/>
              <a:gd name="connsiteX145" fmla="*/ 11270034 w 12192000"/>
              <a:gd name="connsiteY145" fmla="*/ 91947 h 1157500"/>
              <a:gd name="connsiteX146" fmla="*/ 11293091 w 12192000"/>
              <a:gd name="connsiteY146" fmla="*/ 92042 h 1157500"/>
              <a:gd name="connsiteX147" fmla="*/ 11310949 w 12192000"/>
              <a:gd name="connsiteY147" fmla="*/ 97842 h 1157500"/>
              <a:gd name="connsiteX148" fmla="*/ 11345279 w 12192000"/>
              <a:gd name="connsiteY148" fmla="*/ 95451 h 1157500"/>
              <a:gd name="connsiteX149" fmla="*/ 11354597 w 12192000"/>
              <a:gd name="connsiteY149" fmla="*/ 97953 h 1157500"/>
              <a:gd name="connsiteX150" fmla="*/ 11367725 w 12192000"/>
              <a:gd name="connsiteY150" fmla="*/ 97999 h 1157500"/>
              <a:gd name="connsiteX151" fmla="*/ 11399832 w 12192000"/>
              <a:gd name="connsiteY151" fmla="*/ 110616 h 1157500"/>
              <a:gd name="connsiteX152" fmla="*/ 11487595 w 12192000"/>
              <a:gd name="connsiteY152" fmla="*/ 152322 h 1157500"/>
              <a:gd name="connsiteX153" fmla="*/ 11590850 w 12192000"/>
              <a:gd name="connsiteY153" fmla="*/ 238552 h 1157500"/>
              <a:gd name="connsiteX154" fmla="*/ 11736204 w 12192000"/>
              <a:gd name="connsiteY154" fmla="*/ 277509 h 1157500"/>
              <a:gd name="connsiteX155" fmla="*/ 11760331 w 12192000"/>
              <a:gd name="connsiteY155" fmla="*/ 291936 h 1157500"/>
              <a:gd name="connsiteX156" fmla="*/ 11819139 w 12192000"/>
              <a:gd name="connsiteY156" fmla="*/ 304143 h 1157500"/>
              <a:gd name="connsiteX157" fmla="*/ 11821967 w 12192000"/>
              <a:gd name="connsiteY157" fmla="*/ 305790 h 1157500"/>
              <a:gd name="connsiteX158" fmla="*/ 11847125 w 12192000"/>
              <a:gd name="connsiteY158" fmla="*/ 297401 h 1157500"/>
              <a:gd name="connsiteX159" fmla="*/ 11980134 w 12192000"/>
              <a:gd name="connsiteY159" fmla="*/ 321911 h 1157500"/>
              <a:gd name="connsiteX160" fmla="*/ 12174576 w 12192000"/>
              <a:gd name="connsiteY160" fmla="*/ 376108 h 1157500"/>
              <a:gd name="connsiteX161" fmla="*/ 12192000 w 12192000"/>
              <a:gd name="connsiteY161" fmla="*/ 379233 h 1157500"/>
              <a:gd name="connsiteX162" fmla="*/ 12192000 w 12192000"/>
              <a:gd name="connsiteY162" fmla="*/ 1157500 h 1157500"/>
              <a:gd name="connsiteX163" fmla="*/ 0 w 12192000"/>
              <a:gd name="connsiteY163" fmla="*/ 1157500 h 1157500"/>
              <a:gd name="connsiteX164" fmla="*/ 0 w 12192000"/>
              <a:gd name="connsiteY164" fmla="*/ 483545 h 1157500"/>
              <a:gd name="connsiteX165" fmla="*/ 5331 w 12192000"/>
              <a:gd name="connsiteY165" fmla="*/ 482797 h 1157500"/>
              <a:gd name="connsiteX166" fmla="*/ 39902 w 12192000"/>
              <a:gd name="connsiteY166" fmla="*/ 472284 h 1157500"/>
              <a:gd name="connsiteX167" fmla="*/ 117880 w 12192000"/>
              <a:gd name="connsiteY167" fmla="*/ 420956 h 1157500"/>
              <a:gd name="connsiteX168" fmla="*/ 238140 w 12192000"/>
              <a:gd name="connsiteY168" fmla="*/ 379297 h 1157500"/>
              <a:gd name="connsiteX169" fmla="*/ 249589 w 12192000"/>
              <a:gd name="connsiteY169" fmla="*/ 379517 h 1157500"/>
              <a:gd name="connsiteX170" fmla="*/ 296963 w 12192000"/>
              <a:gd name="connsiteY170" fmla="*/ 356102 h 1157500"/>
              <a:gd name="connsiteX171" fmla="*/ 339235 w 12192000"/>
              <a:gd name="connsiteY171" fmla="*/ 324425 h 1157500"/>
              <a:gd name="connsiteX172" fmla="*/ 447152 w 12192000"/>
              <a:gd name="connsiteY172" fmla="*/ 327423 h 1157500"/>
              <a:gd name="connsiteX173" fmla="*/ 475247 w 12192000"/>
              <a:gd name="connsiteY173" fmla="*/ 336714 h 1157500"/>
              <a:gd name="connsiteX174" fmla="*/ 477967 w 12192000"/>
              <a:gd name="connsiteY174" fmla="*/ 337960 h 1157500"/>
              <a:gd name="connsiteX175" fmla="*/ 703732 w 12192000"/>
              <a:gd name="connsiteY175" fmla="*/ 316599 h 1157500"/>
              <a:gd name="connsiteX176" fmla="*/ 853391 w 12192000"/>
              <a:gd name="connsiteY176" fmla="*/ 303591 h 1157500"/>
              <a:gd name="connsiteX177" fmla="*/ 925332 w 12192000"/>
              <a:gd name="connsiteY177" fmla="*/ 298686 h 1157500"/>
              <a:gd name="connsiteX178" fmla="*/ 941286 w 12192000"/>
              <a:gd name="connsiteY178" fmla="*/ 288932 h 1157500"/>
              <a:gd name="connsiteX179" fmla="*/ 950845 w 12192000"/>
              <a:gd name="connsiteY179" fmla="*/ 286595 h 1157500"/>
              <a:gd name="connsiteX180" fmla="*/ 953292 w 12192000"/>
              <a:gd name="connsiteY180" fmla="*/ 280892 h 1157500"/>
              <a:gd name="connsiteX181" fmla="*/ 967499 w 12192000"/>
              <a:gd name="connsiteY181" fmla="*/ 273760 h 1157500"/>
              <a:gd name="connsiteX182" fmla="*/ 1069267 w 12192000"/>
              <a:gd name="connsiteY182" fmla="*/ 262766 h 1157500"/>
              <a:gd name="connsiteX183" fmla="*/ 1138407 w 12192000"/>
              <a:gd name="connsiteY183" fmla="*/ 246567 h 1157500"/>
              <a:gd name="connsiteX184" fmla="*/ 1164931 w 12192000"/>
              <a:gd name="connsiteY184" fmla="*/ 238622 h 1157500"/>
              <a:gd name="connsiteX185" fmla="*/ 1211622 w 12192000"/>
              <a:gd name="connsiteY185" fmla="*/ 220676 h 1157500"/>
              <a:gd name="connsiteX186" fmla="*/ 1274567 w 12192000"/>
              <a:gd name="connsiteY186" fmla="*/ 203380 h 1157500"/>
              <a:gd name="connsiteX187" fmla="*/ 1325029 w 12192000"/>
              <a:gd name="connsiteY187" fmla="*/ 207937 h 1157500"/>
              <a:gd name="connsiteX188" fmla="*/ 1356805 w 12192000"/>
              <a:gd name="connsiteY188" fmla="*/ 203622 h 1157500"/>
              <a:gd name="connsiteX189" fmla="*/ 1468752 w 12192000"/>
              <a:gd name="connsiteY189" fmla="*/ 214604 h 1157500"/>
              <a:gd name="connsiteX190" fmla="*/ 1650750 w 12192000"/>
              <a:gd name="connsiteY190" fmla="*/ 165090 h 1157500"/>
              <a:gd name="connsiteX191" fmla="*/ 1655056 w 12192000"/>
              <a:gd name="connsiteY191" fmla="*/ 172106 h 1157500"/>
              <a:gd name="connsiteX192" fmla="*/ 1683220 w 12192000"/>
              <a:gd name="connsiteY192" fmla="*/ 169652 h 1157500"/>
              <a:gd name="connsiteX193" fmla="*/ 1685599 w 12192000"/>
              <a:gd name="connsiteY193" fmla="*/ 165388 h 1157500"/>
              <a:gd name="connsiteX194" fmla="*/ 1735783 w 12192000"/>
              <a:gd name="connsiteY194" fmla="*/ 177400 h 1157500"/>
              <a:gd name="connsiteX195" fmla="*/ 1797102 w 12192000"/>
              <a:gd name="connsiteY195" fmla="*/ 182289 h 1157500"/>
              <a:gd name="connsiteX196" fmla="*/ 1845638 w 12192000"/>
              <a:gd name="connsiteY196" fmla="*/ 163774 h 1157500"/>
              <a:gd name="connsiteX197" fmla="*/ 1848980 w 12192000"/>
              <a:gd name="connsiteY197" fmla="*/ 167516 h 1157500"/>
              <a:gd name="connsiteX198" fmla="*/ 1880587 w 12192000"/>
              <a:gd name="connsiteY198" fmla="*/ 165506 h 1157500"/>
              <a:gd name="connsiteX199" fmla="*/ 1995803 w 12192000"/>
              <a:gd name="connsiteY199" fmla="*/ 131847 h 1157500"/>
              <a:gd name="connsiteX200" fmla="*/ 2057448 w 12192000"/>
              <a:gd name="connsiteY200" fmla="*/ 128650 h 1157500"/>
              <a:gd name="connsiteX201" fmla="*/ 2119088 w 12192000"/>
              <a:gd name="connsiteY201" fmla="*/ 113508 h 1157500"/>
              <a:gd name="connsiteX202" fmla="*/ 2138831 w 12192000"/>
              <a:gd name="connsiteY202" fmla="*/ 116194 h 1157500"/>
              <a:gd name="connsiteX203" fmla="*/ 2214259 w 12192000"/>
              <a:gd name="connsiteY203" fmla="*/ 110542 h 1157500"/>
              <a:gd name="connsiteX204" fmla="*/ 2264911 w 12192000"/>
              <a:gd name="connsiteY204" fmla="*/ 101639 h 1157500"/>
              <a:gd name="connsiteX205" fmla="*/ 2454058 w 12192000"/>
              <a:gd name="connsiteY205" fmla="*/ 67266 h 1157500"/>
              <a:gd name="connsiteX206" fmla="*/ 2534188 w 12192000"/>
              <a:gd name="connsiteY206" fmla="*/ 63730 h 1157500"/>
              <a:gd name="connsiteX207" fmla="*/ 2616912 w 12192000"/>
              <a:gd name="connsiteY207" fmla="*/ 44757 h 1157500"/>
              <a:gd name="connsiteX208" fmla="*/ 2698592 w 12192000"/>
              <a:gd name="connsiteY208" fmla="*/ 35873 h 1157500"/>
              <a:gd name="connsiteX209" fmla="*/ 2891953 w 12192000"/>
              <a:gd name="connsiteY209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30230 w 12192000"/>
              <a:gd name="connsiteY68" fmla="*/ 159715 h 1157500"/>
              <a:gd name="connsiteX69" fmla="*/ 7058714 w 12192000"/>
              <a:gd name="connsiteY69" fmla="*/ 175992 h 1157500"/>
              <a:gd name="connsiteX70" fmla="*/ 7060499 w 12192000"/>
              <a:gd name="connsiteY70" fmla="*/ 176063 h 1157500"/>
              <a:gd name="connsiteX71" fmla="*/ 7176563 w 12192000"/>
              <a:gd name="connsiteY71" fmla="*/ 173244 h 1157500"/>
              <a:gd name="connsiteX72" fmla="*/ 7205529 w 12192000"/>
              <a:gd name="connsiteY72" fmla="*/ 181011 h 1157500"/>
              <a:gd name="connsiteX73" fmla="*/ 7310118 w 12192000"/>
              <a:gd name="connsiteY73" fmla="*/ 162605 h 1157500"/>
              <a:gd name="connsiteX74" fmla="*/ 7673859 w 12192000"/>
              <a:gd name="connsiteY74" fmla="*/ 150336 h 1157500"/>
              <a:gd name="connsiteX75" fmla="*/ 7692748 w 12192000"/>
              <a:gd name="connsiteY75" fmla="*/ 161537 h 1157500"/>
              <a:gd name="connsiteX76" fmla="*/ 7756672 w 12192000"/>
              <a:gd name="connsiteY76" fmla="*/ 157372 h 1157500"/>
              <a:gd name="connsiteX77" fmla="*/ 7974189 w 12192000"/>
              <a:gd name="connsiteY77" fmla="*/ 154819 h 1157500"/>
              <a:gd name="connsiteX78" fmla="*/ 8101969 w 12192000"/>
              <a:gd name="connsiteY78" fmla="*/ 144495 h 1157500"/>
              <a:gd name="connsiteX79" fmla="*/ 8106826 w 12192000"/>
              <a:gd name="connsiteY79" fmla="*/ 139853 h 1157500"/>
              <a:gd name="connsiteX80" fmla="*/ 8162058 w 12192000"/>
              <a:gd name="connsiteY80" fmla="*/ 96704 h 1157500"/>
              <a:gd name="connsiteX81" fmla="*/ 8184568 w 12192000"/>
              <a:gd name="connsiteY81" fmla="*/ 93990 h 1157500"/>
              <a:gd name="connsiteX82" fmla="*/ 8228227 w 12192000"/>
              <a:gd name="connsiteY82" fmla="*/ 105972 h 1157500"/>
              <a:gd name="connsiteX83" fmla="*/ 8237963 w 12192000"/>
              <a:gd name="connsiteY83" fmla="*/ 106996 h 1157500"/>
              <a:gd name="connsiteX84" fmla="*/ 8248358 w 12192000"/>
              <a:gd name="connsiteY84" fmla="*/ 106062 h 1157500"/>
              <a:gd name="connsiteX85" fmla="*/ 8249309 w 12192000"/>
              <a:gd name="connsiteY85" fmla="*/ 106698 h 1157500"/>
              <a:gd name="connsiteX86" fmla="*/ 8249997 w 12192000"/>
              <a:gd name="connsiteY86" fmla="*/ 105915 h 1157500"/>
              <a:gd name="connsiteX87" fmla="*/ 8272162 w 12192000"/>
              <a:gd name="connsiteY87" fmla="*/ 103924 h 1157500"/>
              <a:gd name="connsiteX88" fmla="*/ 8292349 w 12192000"/>
              <a:gd name="connsiteY88" fmla="*/ 97480 h 1157500"/>
              <a:gd name="connsiteX89" fmla="*/ 8307239 w 12192000"/>
              <a:gd name="connsiteY89" fmla="*/ 94591 h 1157500"/>
              <a:gd name="connsiteX90" fmla="*/ 8339282 w 12192000"/>
              <a:gd name="connsiteY90" fmla="*/ 108942 h 1157500"/>
              <a:gd name="connsiteX91" fmla="*/ 8346156 w 12192000"/>
              <a:gd name="connsiteY91" fmla="*/ 111227 h 1157500"/>
              <a:gd name="connsiteX92" fmla="*/ 8346467 w 12192000"/>
              <a:gd name="connsiteY92" fmla="*/ 111024 h 1157500"/>
              <a:gd name="connsiteX93" fmla="*/ 8354069 w 12192000"/>
              <a:gd name="connsiteY93" fmla="*/ 112942 h 1157500"/>
              <a:gd name="connsiteX94" fmla="*/ 8358687 w 12192000"/>
              <a:gd name="connsiteY94" fmla="*/ 115393 h 1157500"/>
              <a:gd name="connsiteX95" fmla="*/ 8433385 w 12192000"/>
              <a:gd name="connsiteY95" fmla="*/ 99669 h 1157500"/>
              <a:gd name="connsiteX96" fmla="*/ 8533779 w 12192000"/>
              <a:gd name="connsiteY96" fmla="*/ 98374 h 1157500"/>
              <a:gd name="connsiteX97" fmla="*/ 8632833 w 12192000"/>
              <a:gd name="connsiteY97" fmla="*/ 100532 h 1157500"/>
              <a:gd name="connsiteX98" fmla="*/ 8668523 w 12192000"/>
              <a:gd name="connsiteY98" fmla="*/ 102979 h 1157500"/>
              <a:gd name="connsiteX99" fmla="*/ 8732893 w 12192000"/>
              <a:gd name="connsiteY99" fmla="*/ 99991 h 1157500"/>
              <a:gd name="connsiteX100" fmla="*/ 8764071 w 12192000"/>
              <a:gd name="connsiteY100" fmla="*/ 94587 h 1157500"/>
              <a:gd name="connsiteX101" fmla="*/ 8767004 w 12192000"/>
              <a:gd name="connsiteY101" fmla="*/ 91519 h 1157500"/>
              <a:gd name="connsiteX102" fmla="*/ 8772553 w 12192000"/>
              <a:gd name="connsiteY102" fmla="*/ 90314 h 1157500"/>
              <a:gd name="connsiteX103" fmla="*/ 8787201 w 12192000"/>
              <a:gd name="connsiteY103" fmla="*/ 92033 h 1157500"/>
              <a:gd name="connsiteX104" fmla="*/ 8792624 w 12192000"/>
              <a:gd name="connsiteY104" fmla="*/ 93503 h 1157500"/>
              <a:gd name="connsiteX105" fmla="*/ 8800741 w 12192000"/>
              <a:gd name="connsiteY105" fmla="*/ 93897 h 1157500"/>
              <a:gd name="connsiteX106" fmla="*/ 8800966 w 12192000"/>
              <a:gd name="connsiteY106" fmla="*/ 93645 h 1157500"/>
              <a:gd name="connsiteX107" fmla="*/ 8808513 w 12192000"/>
              <a:gd name="connsiteY107" fmla="*/ 94530 h 1157500"/>
              <a:gd name="connsiteX108" fmla="*/ 8845110 w 12192000"/>
              <a:gd name="connsiteY108" fmla="*/ 102179 h 1157500"/>
              <a:gd name="connsiteX109" fmla="*/ 8917529 w 12192000"/>
              <a:gd name="connsiteY109" fmla="*/ 76373 h 1157500"/>
              <a:gd name="connsiteX110" fmla="*/ 9026654 w 12192000"/>
              <a:gd name="connsiteY110" fmla="*/ 93420 h 1157500"/>
              <a:gd name="connsiteX111" fmla="*/ 9088505 w 12192000"/>
              <a:gd name="connsiteY111" fmla="*/ 113002 h 1157500"/>
              <a:gd name="connsiteX112" fmla="*/ 9203241 w 12192000"/>
              <a:gd name="connsiteY112" fmla="*/ 111713 h 1157500"/>
              <a:gd name="connsiteX113" fmla="*/ 9415584 w 12192000"/>
              <a:gd name="connsiteY113" fmla="*/ 157156 h 1157500"/>
              <a:gd name="connsiteX114" fmla="*/ 9505102 w 12192000"/>
              <a:gd name="connsiteY114" fmla="*/ 141042 h 1157500"/>
              <a:gd name="connsiteX115" fmla="*/ 9643040 w 12192000"/>
              <a:gd name="connsiteY115" fmla="*/ 158233 h 1157500"/>
              <a:gd name="connsiteX116" fmla="*/ 9762999 w 12192000"/>
              <a:gd name="connsiteY116" fmla="*/ 162623 h 1157500"/>
              <a:gd name="connsiteX117" fmla="*/ 9776183 w 12192000"/>
              <a:gd name="connsiteY117" fmla="*/ 162191 h 1157500"/>
              <a:gd name="connsiteX118" fmla="*/ 9780532 w 12192000"/>
              <a:gd name="connsiteY118" fmla="*/ 155823 h 1157500"/>
              <a:gd name="connsiteX119" fmla="*/ 9910588 w 12192000"/>
              <a:gd name="connsiteY119" fmla="*/ 154327 h 1157500"/>
              <a:gd name="connsiteX120" fmla="*/ 9924173 w 12192000"/>
              <a:gd name="connsiteY120" fmla="*/ 158591 h 1157500"/>
              <a:gd name="connsiteX121" fmla="*/ 10010969 w 12192000"/>
              <a:gd name="connsiteY121" fmla="*/ 155802 h 1157500"/>
              <a:gd name="connsiteX122" fmla="*/ 10070699 w 12192000"/>
              <a:gd name="connsiteY122" fmla="*/ 157854 h 1157500"/>
              <a:gd name="connsiteX123" fmla="*/ 10155104 w 12192000"/>
              <a:gd name="connsiteY123" fmla="*/ 151613 h 1157500"/>
              <a:gd name="connsiteX124" fmla="*/ 10250982 w 12192000"/>
              <a:gd name="connsiteY124" fmla="*/ 128642 h 1157500"/>
              <a:gd name="connsiteX125" fmla="*/ 10343301 w 12192000"/>
              <a:gd name="connsiteY125" fmla="*/ 90884 h 1157500"/>
              <a:gd name="connsiteX126" fmla="*/ 10366625 w 12192000"/>
              <a:gd name="connsiteY126" fmla="*/ 79428 h 1157500"/>
              <a:gd name="connsiteX127" fmla="*/ 10433505 w 12192000"/>
              <a:gd name="connsiteY127" fmla="*/ 65000 h 1157500"/>
              <a:gd name="connsiteX128" fmla="*/ 10547510 w 12192000"/>
              <a:gd name="connsiteY128" fmla="*/ 47246 h 1157500"/>
              <a:gd name="connsiteX129" fmla="*/ 10588150 w 12192000"/>
              <a:gd name="connsiteY129" fmla="*/ 32287 h 1157500"/>
              <a:gd name="connsiteX130" fmla="*/ 10589457 w 12192000"/>
              <a:gd name="connsiteY130" fmla="*/ 25296 h 1157500"/>
              <a:gd name="connsiteX131" fmla="*/ 10699976 w 12192000"/>
              <a:gd name="connsiteY131" fmla="*/ 43345 h 1157500"/>
              <a:gd name="connsiteX132" fmla="*/ 10812237 w 12192000"/>
              <a:gd name="connsiteY132" fmla="*/ 46327 h 1157500"/>
              <a:gd name="connsiteX133" fmla="*/ 10869837 w 12192000"/>
              <a:gd name="connsiteY133" fmla="*/ 65795 h 1157500"/>
              <a:gd name="connsiteX134" fmla="*/ 10881770 w 12192000"/>
              <a:gd name="connsiteY134" fmla="*/ 73672 h 1157500"/>
              <a:gd name="connsiteX135" fmla="*/ 10896899 w 12192000"/>
              <a:gd name="connsiteY135" fmla="*/ 70731 h 1157500"/>
              <a:gd name="connsiteX136" fmla="*/ 10901748 w 12192000"/>
              <a:gd name="connsiteY136" fmla="*/ 66352 h 1157500"/>
              <a:gd name="connsiteX137" fmla="*/ 10947419 w 12192000"/>
              <a:gd name="connsiteY137" fmla="*/ 83316 h 1157500"/>
              <a:gd name="connsiteX138" fmla="*/ 10953034 w 12192000"/>
              <a:gd name="connsiteY138" fmla="*/ 84438 h 1157500"/>
              <a:gd name="connsiteX139" fmla="*/ 10992070 w 12192000"/>
              <a:gd name="connsiteY139" fmla="*/ 88841 h 1157500"/>
              <a:gd name="connsiteX140" fmla="*/ 11112372 w 12192000"/>
              <a:gd name="connsiteY140" fmla="*/ 82247 h 1157500"/>
              <a:gd name="connsiteX141" fmla="*/ 11147719 w 12192000"/>
              <a:gd name="connsiteY141" fmla="*/ 80560 h 1157500"/>
              <a:gd name="connsiteX142" fmla="*/ 11172617 w 12192000"/>
              <a:gd name="connsiteY142" fmla="*/ 76265 h 1157500"/>
              <a:gd name="connsiteX143" fmla="*/ 11240397 w 12192000"/>
              <a:gd name="connsiteY143" fmla="*/ 81830 h 1157500"/>
              <a:gd name="connsiteX144" fmla="*/ 11270034 w 12192000"/>
              <a:gd name="connsiteY144" fmla="*/ 91947 h 1157500"/>
              <a:gd name="connsiteX145" fmla="*/ 11293091 w 12192000"/>
              <a:gd name="connsiteY145" fmla="*/ 92042 h 1157500"/>
              <a:gd name="connsiteX146" fmla="*/ 11310949 w 12192000"/>
              <a:gd name="connsiteY146" fmla="*/ 97842 h 1157500"/>
              <a:gd name="connsiteX147" fmla="*/ 11345279 w 12192000"/>
              <a:gd name="connsiteY147" fmla="*/ 95451 h 1157500"/>
              <a:gd name="connsiteX148" fmla="*/ 11354597 w 12192000"/>
              <a:gd name="connsiteY148" fmla="*/ 97953 h 1157500"/>
              <a:gd name="connsiteX149" fmla="*/ 11367725 w 12192000"/>
              <a:gd name="connsiteY149" fmla="*/ 97999 h 1157500"/>
              <a:gd name="connsiteX150" fmla="*/ 11399832 w 12192000"/>
              <a:gd name="connsiteY150" fmla="*/ 110616 h 1157500"/>
              <a:gd name="connsiteX151" fmla="*/ 11487595 w 12192000"/>
              <a:gd name="connsiteY151" fmla="*/ 152322 h 1157500"/>
              <a:gd name="connsiteX152" fmla="*/ 11590850 w 12192000"/>
              <a:gd name="connsiteY152" fmla="*/ 238552 h 1157500"/>
              <a:gd name="connsiteX153" fmla="*/ 11736204 w 12192000"/>
              <a:gd name="connsiteY153" fmla="*/ 277509 h 1157500"/>
              <a:gd name="connsiteX154" fmla="*/ 11760331 w 12192000"/>
              <a:gd name="connsiteY154" fmla="*/ 291936 h 1157500"/>
              <a:gd name="connsiteX155" fmla="*/ 11819139 w 12192000"/>
              <a:gd name="connsiteY155" fmla="*/ 304143 h 1157500"/>
              <a:gd name="connsiteX156" fmla="*/ 11821967 w 12192000"/>
              <a:gd name="connsiteY156" fmla="*/ 305790 h 1157500"/>
              <a:gd name="connsiteX157" fmla="*/ 11847125 w 12192000"/>
              <a:gd name="connsiteY157" fmla="*/ 297401 h 1157500"/>
              <a:gd name="connsiteX158" fmla="*/ 11980134 w 12192000"/>
              <a:gd name="connsiteY158" fmla="*/ 321911 h 1157500"/>
              <a:gd name="connsiteX159" fmla="*/ 12174576 w 12192000"/>
              <a:gd name="connsiteY159" fmla="*/ 376108 h 1157500"/>
              <a:gd name="connsiteX160" fmla="*/ 12192000 w 12192000"/>
              <a:gd name="connsiteY160" fmla="*/ 379233 h 1157500"/>
              <a:gd name="connsiteX161" fmla="*/ 12192000 w 12192000"/>
              <a:gd name="connsiteY161" fmla="*/ 1157500 h 1157500"/>
              <a:gd name="connsiteX162" fmla="*/ 0 w 12192000"/>
              <a:gd name="connsiteY162" fmla="*/ 1157500 h 1157500"/>
              <a:gd name="connsiteX163" fmla="*/ 0 w 12192000"/>
              <a:gd name="connsiteY163" fmla="*/ 483545 h 1157500"/>
              <a:gd name="connsiteX164" fmla="*/ 5331 w 12192000"/>
              <a:gd name="connsiteY164" fmla="*/ 482797 h 1157500"/>
              <a:gd name="connsiteX165" fmla="*/ 39902 w 12192000"/>
              <a:gd name="connsiteY165" fmla="*/ 472284 h 1157500"/>
              <a:gd name="connsiteX166" fmla="*/ 117880 w 12192000"/>
              <a:gd name="connsiteY166" fmla="*/ 420956 h 1157500"/>
              <a:gd name="connsiteX167" fmla="*/ 238140 w 12192000"/>
              <a:gd name="connsiteY167" fmla="*/ 379297 h 1157500"/>
              <a:gd name="connsiteX168" fmla="*/ 249589 w 12192000"/>
              <a:gd name="connsiteY168" fmla="*/ 379517 h 1157500"/>
              <a:gd name="connsiteX169" fmla="*/ 296963 w 12192000"/>
              <a:gd name="connsiteY169" fmla="*/ 356102 h 1157500"/>
              <a:gd name="connsiteX170" fmla="*/ 339235 w 12192000"/>
              <a:gd name="connsiteY170" fmla="*/ 324425 h 1157500"/>
              <a:gd name="connsiteX171" fmla="*/ 447152 w 12192000"/>
              <a:gd name="connsiteY171" fmla="*/ 327423 h 1157500"/>
              <a:gd name="connsiteX172" fmla="*/ 475247 w 12192000"/>
              <a:gd name="connsiteY172" fmla="*/ 336714 h 1157500"/>
              <a:gd name="connsiteX173" fmla="*/ 477967 w 12192000"/>
              <a:gd name="connsiteY173" fmla="*/ 337960 h 1157500"/>
              <a:gd name="connsiteX174" fmla="*/ 703732 w 12192000"/>
              <a:gd name="connsiteY174" fmla="*/ 316599 h 1157500"/>
              <a:gd name="connsiteX175" fmla="*/ 853391 w 12192000"/>
              <a:gd name="connsiteY175" fmla="*/ 303591 h 1157500"/>
              <a:gd name="connsiteX176" fmla="*/ 925332 w 12192000"/>
              <a:gd name="connsiteY176" fmla="*/ 298686 h 1157500"/>
              <a:gd name="connsiteX177" fmla="*/ 941286 w 12192000"/>
              <a:gd name="connsiteY177" fmla="*/ 288932 h 1157500"/>
              <a:gd name="connsiteX178" fmla="*/ 950845 w 12192000"/>
              <a:gd name="connsiteY178" fmla="*/ 286595 h 1157500"/>
              <a:gd name="connsiteX179" fmla="*/ 953292 w 12192000"/>
              <a:gd name="connsiteY179" fmla="*/ 280892 h 1157500"/>
              <a:gd name="connsiteX180" fmla="*/ 967499 w 12192000"/>
              <a:gd name="connsiteY180" fmla="*/ 273760 h 1157500"/>
              <a:gd name="connsiteX181" fmla="*/ 1069267 w 12192000"/>
              <a:gd name="connsiteY181" fmla="*/ 262766 h 1157500"/>
              <a:gd name="connsiteX182" fmla="*/ 1138407 w 12192000"/>
              <a:gd name="connsiteY182" fmla="*/ 246567 h 1157500"/>
              <a:gd name="connsiteX183" fmla="*/ 1164931 w 12192000"/>
              <a:gd name="connsiteY183" fmla="*/ 238622 h 1157500"/>
              <a:gd name="connsiteX184" fmla="*/ 1211622 w 12192000"/>
              <a:gd name="connsiteY184" fmla="*/ 220676 h 1157500"/>
              <a:gd name="connsiteX185" fmla="*/ 1274567 w 12192000"/>
              <a:gd name="connsiteY185" fmla="*/ 203380 h 1157500"/>
              <a:gd name="connsiteX186" fmla="*/ 1325029 w 12192000"/>
              <a:gd name="connsiteY186" fmla="*/ 207937 h 1157500"/>
              <a:gd name="connsiteX187" fmla="*/ 1356805 w 12192000"/>
              <a:gd name="connsiteY187" fmla="*/ 203622 h 1157500"/>
              <a:gd name="connsiteX188" fmla="*/ 1468752 w 12192000"/>
              <a:gd name="connsiteY188" fmla="*/ 214604 h 1157500"/>
              <a:gd name="connsiteX189" fmla="*/ 1650750 w 12192000"/>
              <a:gd name="connsiteY189" fmla="*/ 165090 h 1157500"/>
              <a:gd name="connsiteX190" fmla="*/ 1655056 w 12192000"/>
              <a:gd name="connsiteY190" fmla="*/ 172106 h 1157500"/>
              <a:gd name="connsiteX191" fmla="*/ 1683220 w 12192000"/>
              <a:gd name="connsiteY191" fmla="*/ 169652 h 1157500"/>
              <a:gd name="connsiteX192" fmla="*/ 1685599 w 12192000"/>
              <a:gd name="connsiteY192" fmla="*/ 165388 h 1157500"/>
              <a:gd name="connsiteX193" fmla="*/ 1735783 w 12192000"/>
              <a:gd name="connsiteY193" fmla="*/ 177400 h 1157500"/>
              <a:gd name="connsiteX194" fmla="*/ 1797102 w 12192000"/>
              <a:gd name="connsiteY194" fmla="*/ 182289 h 1157500"/>
              <a:gd name="connsiteX195" fmla="*/ 1845638 w 12192000"/>
              <a:gd name="connsiteY195" fmla="*/ 163774 h 1157500"/>
              <a:gd name="connsiteX196" fmla="*/ 1848980 w 12192000"/>
              <a:gd name="connsiteY196" fmla="*/ 167516 h 1157500"/>
              <a:gd name="connsiteX197" fmla="*/ 1880587 w 12192000"/>
              <a:gd name="connsiteY197" fmla="*/ 165506 h 1157500"/>
              <a:gd name="connsiteX198" fmla="*/ 1995803 w 12192000"/>
              <a:gd name="connsiteY198" fmla="*/ 131847 h 1157500"/>
              <a:gd name="connsiteX199" fmla="*/ 2057448 w 12192000"/>
              <a:gd name="connsiteY199" fmla="*/ 128650 h 1157500"/>
              <a:gd name="connsiteX200" fmla="*/ 2119088 w 12192000"/>
              <a:gd name="connsiteY200" fmla="*/ 113508 h 1157500"/>
              <a:gd name="connsiteX201" fmla="*/ 2138831 w 12192000"/>
              <a:gd name="connsiteY201" fmla="*/ 116194 h 1157500"/>
              <a:gd name="connsiteX202" fmla="*/ 2214259 w 12192000"/>
              <a:gd name="connsiteY202" fmla="*/ 110542 h 1157500"/>
              <a:gd name="connsiteX203" fmla="*/ 2264911 w 12192000"/>
              <a:gd name="connsiteY203" fmla="*/ 101639 h 1157500"/>
              <a:gd name="connsiteX204" fmla="*/ 2454058 w 12192000"/>
              <a:gd name="connsiteY204" fmla="*/ 67266 h 1157500"/>
              <a:gd name="connsiteX205" fmla="*/ 2534188 w 12192000"/>
              <a:gd name="connsiteY205" fmla="*/ 63730 h 1157500"/>
              <a:gd name="connsiteX206" fmla="*/ 2616912 w 12192000"/>
              <a:gd name="connsiteY206" fmla="*/ 44757 h 1157500"/>
              <a:gd name="connsiteX207" fmla="*/ 2698592 w 12192000"/>
              <a:gd name="connsiteY207" fmla="*/ 35873 h 1157500"/>
              <a:gd name="connsiteX208" fmla="*/ 2891953 w 12192000"/>
              <a:gd name="connsiteY208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22392 w 12192000"/>
              <a:gd name="connsiteY62" fmla="*/ 168588 h 1157500"/>
              <a:gd name="connsiteX63" fmla="*/ 6878958 w 12192000"/>
              <a:gd name="connsiteY63" fmla="*/ 180824 h 1157500"/>
              <a:gd name="connsiteX64" fmla="*/ 6894439 w 12192000"/>
              <a:gd name="connsiteY64" fmla="*/ 177642 h 1157500"/>
              <a:gd name="connsiteX65" fmla="*/ 6963220 w 12192000"/>
              <a:gd name="connsiteY65" fmla="*/ 167304 h 1157500"/>
              <a:gd name="connsiteX66" fmla="*/ 6976706 w 12192000"/>
              <a:gd name="connsiteY66" fmla="*/ 170894 h 1157500"/>
              <a:gd name="connsiteX67" fmla="*/ 6987064 w 12192000"/>
              <a:gd name="connsiteY67" fmla="*/ 160402 h 1157500"/>
              <a:gd name="connsiteX68" fmla="*/ 7058714 w 12192000"/>
              <a:gd name="connsiteY68" fmla="*/ 175992 h 1157500"/>
              <a:gd name="connsiteX69" fmla="*/ 7060499 w 12192000"/>
              <a:gd name="connsiteY69" fmla="*/ 176063 h 1157500"/>
              <a:gd name="connsiteX70" fmla="*/ 7176563 w 12192000"/>
              <a:gd name="connsiteY70" fmla="*/ 173244 h 1157500"/>
              <a:gd name="connsiteX71" fmla="*/ 7205529 w 12192000"/>
              <a:gd name="connsiteY71" fmla="*/ 181011 h 1157500"/>
              <a:gd name="connsiteX72" fmla="*/ 7310118 w 12192000"/>
              <a:gd name="connsiteY72" fmla="*/ 162605 h 1157500"/>
              <a:gd name="connsiteX73" fmla="*/ 7673859 w 12192000"/>
              <a:gd name="connsiteY73" fmla="*/ 150336 h 1157500"/>
              <a:gd name="connsiteX74" fmla="*/ 7692748 w 12192000"/>
              <a:gd name="connsiteY74" fmla="*/ 161537 h 1157500"/>
              <a:gd name="connsiteX75" fmla="*/ 7756672 w 12192000"/>
              <a:gd name="connsiteY75" fmla="*/ 157372 h 1157500"/>
              <a:gd name="connsiteX76" fmla="*/ 7974189 w 12192000"/>
              <a:gd name="connsiteY76" fmla="*/ 154819 h 1157500"/>
              <a:gd name="connsiteX77" fmla="*/ 8101969 w 12192000"/>
              <a:gd name="connsiteY77" fmla="*/ 144495 h 1157500"/>
              <a:gd name="connsiteX78" fmla="*/ 8106826 w 12192000"/>
              <a:gd name="connsiteY78" fmla="*/ 139853 h 1157500"/>
              <a:gd name="connsiteX79" fmla="*/ 8162058 w 12192000"/>
              <a:gd name="connsiteY79" fmla="*/ 96704 h 1157500"/>
              <a:gd name="connsiteX80" fmla="*/ 8184568 w 12192000"/>
              <a:gd name="connsiteY80" fmla="*/ 93990 h 1157500"/>
              <a:gd name="connsiteX81" fmla="*/ 8228227 w 12192000"/>
              <a:gd name="connsiteY81" fmla="*/ 105972 h 1157500"/>
              <a:gd name="connsiteX82" fmla="*/ 8237963 w 12192000"/>
              <a:gd name="connsiteY82" fmla="*/ 106996 h 1157500"/>
              <a:gd name="connsiteX83" fmla="*/ 8248358 w 12192000"/>
              <a:gd name="connsiteY83" fmla="*/ 106062 h 1157500"/>
              <a:gd name="connsiteX84" fmla="*/ 8249309 w 12192000"/>
              <a:gd name="connsiteY84" fmla="*/ 106698 h 1157500"/>
              <a:gd name="connsiteX85" fmla="*/ 8249997 w 12192000"/>
              <a:gd name="connsiteY85" fmla="*/ 105915 h 1157500"/>
              <a:gd name="connsiteX86" fmla="*/ 8272162 w 12192000"/>
              <a:gd name="connsiteY86" fmla="*/ 103924 h 1157500"/>
              <a:gd name="connsiteX87" fmla="*/ 8292349 w 12192000"/>
              <a:gd name="connsiteY87" fmla="*/ 97480 h 1157500"/>
              <a:gd name="connsiteX88" fmla="*/ 8307239 w 12192000"/>
              <a:gd name="connsiteY88" fmla="*/ 94591 h 1157500"/>
              <a:gd name="connsiteX89" fmla="*/ 8339282 w 12192000"/>
              <a:gd name="connsiteY89" fmla="*/ 108942 h 1157500"/>
              <a:gd name="connsiteX90" fmla="*/ 8346156 w 12192000"/>
              <a:gd name="connsiteY90" fmla="*/ 111227 h 1157500"/>
              <a:gd name="connsiteX91" fmla="*/ 8346467 w 12192000"/>
              <a:gd name="connsiteY91" fmla="*/ 111024 h 1157500"/>
              <a:gd name="connsiteX92" fmla="*/ 8354069 w 12192000"/>
              <a:gd name="connsiteY92" fmla="*/ 112942 h 1157500"/>
              <a:gd name="connsiteX93" fmla="*/ 8358687 w 12192000"/>
              <a:gd name="connsiteY93" fmla="*/ 115393 h 1157500"/>
              <a:gd name="connsiteX94" fmla="*/ 8433385 w 12192000"/>
              <a:gd name="connsiteY94" fmla="*/ 99669 h 1157500"/>
              <a:gd name="connsiteX95" fmla="*/ 8533779 w 12192000"/>
              <a:gd name="connsiteY95" fmla="*/ 98374 h 1157500"/>
              <a:gd name="connsiteX96" fmla="*/ 8632833 w 12192000"/>
              <a:gd name="connsiteY96" fmla="*/ 100532 h 1157500"/>
              <a:gd name="connsiteX97" fmla="*/ 8668523 w 12192000"/>
              <a:gd name="connsiteY97" fmla="*/ 102979 h 1157500"/>
              <a:gd name="connsiteX98" fmla="*/ 8732893 w 12192000"/>
              <a:gd name="connsiteY98" fmla="*/ 99991 h 1157500"/>
              <a:gd name="connsiteX99" fmla="*/ 8764071 w 12192000"/>
              <a:gd name="connsiteY99" fmla="*/ 94587 h 1157500"/>
              <a:gd name="connsiteX100" fmla="*/ 8767004 w 12192000"/>
              <a:gd name="connsiteY100" fmla="*/ 91519 h 1157500"/>
              <a:gd name="connsiteX101" fmla="*/ 8772553 w 12192000"/>
              <a:gd name="connsiteY101" fmla="*/ 90314 h 1157500"/>
              <a:gd name="connsiteX102" fmla="*/ 8787201 w 12192000"/>
              <a:gd name="connsiteY102" fmla="*/ 92033 h 1157500"/>
              <a:gd name="connsiteX103" fmla="*/ 8792624 w 12192000"/>
              <a:gd name="connsiteY103" fmla="*/ 93503 h 1157500"/>
              <a:gd name="connsiteX104" fmla="*/ 8800741 w 12192000"/>
              <a:gd name="connsiteY104" fmla="*/ 93897 h 1157500"/>
              <a:gd name="connsiteX105" fmla="*/ 8800966 w 12192000"/>
              <a:gd name="connsiteY105" fmla="*/ 93645 h 1157500"/>
              <a:gd name="connsiteX106" fmla="*/ 8808513 w 12192000"/>
              <a:gd name="connsiteY106" fmla="*/ 94530 h 1157500"/>
              <a:gd name="connsiteX107" fmla="*/ 8845110 w 12192000"/>
              <a:gd name="connsiteY107" fmla="*/ 102179 h 1157500"/>
              <a:gd name="connsiteX108" fmla="*/ 8917529 w 12192000"/>
              <a:gd name="connsiteY108" fmla="*/ 76373 h 1157500"/>
              <a:gd name="connsiteX109" fmla="*/ 9026654 w 12192000"/>
              <a:gd name="connsiteY109" fmla="*/ 93420 h 1157500"/>
              <a:gd name="connsiteX110" fmla="*/ 9088505 w 12192000"/>
              <a:gd name="connsiteY110" fmla="*/ 113002 h 1157500"/>
              <a:gd name="connsiteX111" fmla="*/ 9203241 w 12192000"/>
              <a:gd name="connsiteY111" fmla="*/ 111713 h 1157500"/>
              <a:gd name="connsiteX112" fmla="*/ 9415584 w 12192000"/>
              <a:gd name="connsiteY112" fmla="*/ 157156 h 1157500"/>
              <a:gd name="connsiteX113" fmla="*/ 9505102 w 12192000"/>
              <a:gd name="connsiteY113" fmla="*/ 141042 h 1157500"/>
              <a:gd name="connsiteX114" fmla="*/ 9643040 w 12192000"/>
              <a:gd name="connsiteY114" fmla="*/ 158233 h 1157500"/>
              <a:gd name="connsiteX115" fmla="*/ 9762999 w 12192000"/>
              <a:gd name="connsiteY115" fmla="*/ 162623 h 1157500"/>
              <a:gd name="connsiteX116" fmla="*/ 9776183 w 12192000"/>
              <a:gd name="connsiteY116" fmla="*/ 162191 h 1157500"/>
              <a:gd name="connsiteX117" fmla="*/ 9780532 w 12192000"/>
              <a:gd name="connsiteY117" fmla="*/ 155823 h 1157500"/>
              <a:gd name="connsiteX118" fmla="*/ 9910588 w 12192000"/>
              <a:gd name="connsiteY118" fmla="*/ 154327 h 1157500"/>
              <a:gd name="connsiteX119" fmla="*/ 9924173 w 12192000"/>
              <a:gd name="connsiteY119" fmla="*/ 158591 h 1157500"/>
              <a:gd name="connsiteX120" fmla="*/ 10010969 w 12192000"/>
              <a:gd name="connsiteY120" fmla="*/ 155802 h 1157500"/>
              <a:gd name="connsiteX121" fmla="*/ 10070699 w 12192000"/>
              <a:gd name="connsiteY121" fmla="*/ 157854 h 1157500"/>
              <a:gd name="connsiteX122" fmla="*/ 10155104 w 12192000"/>
              <a:gd name="connsiteY122" fmla="*/ 151613 h 1157500"/>
              <a:gd name="connsiteX123" fmla="*/ 10250982 w 12192000"/>
              <a:gd name="connsiteY123" fmla="*/ 128642 h 1157500"/>
              <a:gd name="connsiteX124" fmla="*/ 10343301 w 12192000"/>
              <a:gd name="connsiteY124" fmla="*/ 90884 h 1157500"/>
              <a:gd name="connsiteX125" fmla="*/ 10366625 w 12192000"/>
              <a:gd name="connsiteY125" fmla="*/ 79428 h 1157500"/>
              <a:gd name="connsiteX126" fmla="*/ 10433505 w 12192000"/>
              <a:gd name="connsiteY126" fmla="*/ 65000 h 1157500"/>
              <a:gd name="connsiteX127" fmla="*/ 10547510 w 12192000"/>
              <a:gd name="connsiteY127" fmla="*/ 47246 h 1157500"/>
              <a:gd name="connsiteX128" fmla="*/ 10588150 w 12192000"/>
              <a:gd name="connsiteY128" fmla="*/ 32287 h 1157500"/>
              <a:gd name="connsiteX129" fmla="*/ 10589457 w 12192000"/>
              <a:gd name="connsiteY129" fmla="*/ 25296 h 1157500"/>
              <a:gd name="connsiteX130" fmla="*/ 10699976 w 12192000"/>
              <a:gd name="connsiteY130" fmla="*/ 43345 h 1157500"/>
              <a:gd name="connsiteX131" fmla="*/ 10812237 w 12192000"/>
              <a:gd name="connsiteY131" fmla="*/ 46327 h 1157500"/>
              <a:gd name="connsiteX132" fmla="*/ 10869837 w 12192000"/>
              <a:gd name="connsiteY132" fmla="*/ 65795 h 1157500"/>
              <a:gd name="connsiteX133" fmla="*/ 10881770 w 12192000"/>
              <a:gd name="connsiteY133" fmla="*/ 73672 h 1157500"/>
              <a:gd name="connsiteX134" fmla="*/ 10896899 w 12192000"/>
              <a:gd name="connsiteY134" fmla="*/ 70731 h 1157500"/>
              <a:gd name="connsiteX135" fmla="*/ 10901748 w 12192000"/>
              <a:gd name="connsiteY135" fmla="*/ 66352 h 1157500"/>
              <a:gd name="connsiteX136" fmla="*/ 10947419 w 12192000"/>
              <a:gd name="connsiteY136" fmla="*/ 83316 h 1157500"/>
              <a:gd name="connsiteX137" fmla="*/ 10953034 w 12192000"/>
              <a:gd name="connsiteY137" fmla="*/ 84438 h 1157500"/>
              <a:gd name="connsiteX138" fmla="*/ 10992070 w 12192000"/>
              <a:gd name="connsiteY138" fmla="*/ 88841 h 1157500"/>
              <a:gd name="connsiteX139" fmla="*/ 11112372 w 12192000"/>
              <a:gd name="connsiteY139" fmla="*/ 82247 h 1157500"/>
              <a:gd name="connsiteX140" fmla="*/ 11147719 w 12192000"/>
              <a:gd name="connsiteY140" fmla="*/ 80560 h 1157500"/>
              <a:gd name="connsiteX141" fmla="*/ 11172617 w 12192000"/>
              <a:gd name="connsiteY141" fmla="*/ 76265 h 1157500"/>
              <a:gd name="connsiteX142" fmla="*/ 11240397 w 12192000"/>
              <a:gd name="connsiteY142" fmla="*/ 81830 h 1157500"/>
              <a:gd name="connsiteX143" fmla="*/ 11270034 w 12192000"/>
              <a:gd name="connsiteY143" fmla="*/ 91947 h 1157500"/>
              <a:gd name="connsiteX144" fmla="*/ 11293091 w 12192000"/>
              <a:gd name="connsiteY144" fmla="*/ 92042 h 1157500"/>
              <a:gd name="connsiteX145" fmla="*/ 11310949 w 12192000"/>
              <a:gd name="connsiteY145" fmla="*/ 97842 h 1157500"/>
              <a:gd name="connsiteX146" fmla="*/ 11345279 w 12192000"/>
              <a:gd name="connsiteY146" fmla="*/ 95451 h 1157500"/>
              <a:gd name="connsiteX147" fmla="*/ 11354597 w 12192000"/>
              <a:gd name="connsiteY147" fmla="*/ 97953 h 1157500"/>
              <a:gd name="connsiteX148" fmla="*/ 11367725 w 12192000"/>
              <a:gd name="connsiteY148" fmla="*/ 97999 h 1157500"/>
              <a:gd name="connsiteX149" fmla="*/ 11399832 w 12192000"/>
              <a:gd name="connsiteY149" fmla="*/ 110616 h 1157500"/>
              <a:gd name="connsiteX150" fmla="*/ 11487595 w 12192000"/>
              <a:gd name="connsiteY150" fmla="*/ 152322 h 1157500"/>
              <a:gd name="connsiteX151" fmla="*/ 11590850 w 12192000"/>
              <a:gd name="connsiteY151" fmla="*/ 238552 h 1157500"/>
              <a:gd name="connsiteX152" fmla="*/ 11736204 w 12192000"/>
              <a:gd name="connsiteY152" fmla="*/ 277509 h 1157500"/>
              <a:gd name="connsiteX153" fmla="*/ 11760331 w 12192000"/>
              <a:gd name="connsiteY153" fmla="*/ 291936 h 1157500"/>
              <a:gd name="connsiteX154" fmla="*/ 11819139 w 12192000"/>
              <a:gd name="connsiteY154" fmla="*/ 304143 h 1157500"/>
              <a:gd name="connsiteX155" fmla="*/ 11821967 w 12192000"/>
              <a:gd name="connsiteY155" fmla="*/ 305790 h 1157500"/>
              <a:gd name="connsiteX156" fmla="*/ 11847125 w 12192000"/>
              <a:gd name="connsiteY156" fmla="*/ 297401 h 1157500"/>
              <a:gd name="connsiteX157" fmla="*/ 11980134 w 12192000"/>
              <a:gd name="connsiteY157" fmla="*/ 321911 h 1157500"/>
              <a:gd name="connsiteX158" fmla="*/ 12174576 w 12192000"/>
              <a:gd name="connsiteY158" fmla="*/ 376108 h 1157500"/>
              <a:gd name="connsiteX159" fmla="*/ 12192000 w 12192000"/>
              <a:gd name="connsiteY159" fmla="*/ 379233 h 1157500"/>
              <a:gd name="connsiteX160" fmla="*/ 12192000 w 12192000"/>
              <a:gd name="connsiteY160" fmla="*/ 1157500 h 1157500"/>
              <a:gd name="connsiteX161" fmla="*/ 0 w 12192000"/>
              <a:gd name="connsiteY161" fmla="*/ 1157500 h 1157500"/>
              <a:gd name="connsiteX162" fmla="*/ 0 w 12192000"/>
              <a:gd name="connsiteY162" fmla="*/ 483545 h 1157500"/>
              <a:gd name="connsiteX163" fmla="*/ 5331 w 12192000"/>
              <a:gd name="connsiteY163" fmla="*/ 482797 h 1157500"/>
              <a:gd name="connsiteX164" fmla="*/ 39902 w 12192000"/>
              <a:gd name="connsiteY164" fmla="*/ 472284 h 1157500"/>
              <a:gd name="connsiteX165" fmla="*/ 117880 w 12192000"/>
              <a:gd name="connsiteY165" fmla="*/ 420956 h 1157500"/>
              <a:gd name="connsiteX166" fmla="*/ 238140 w 12192000"/>
              <a:gd name="connsiteY166" fmla="*/ 379297 h 1157500"/>
              <a:gd name="connsiteX167" fmla="*/ 249589 w 12192000"/>
              <a:gd name="connsiteY167" fmla="*/ 379517 h 1157500"/>
              <a:gd name="connsiteX168" fmla="*/ 296963 w 12192000"/>
              <a:gd name="connsiteY168" fmla="*/ 356102 h 1157500"/>
              <a:gd name="connsiteX169" fmla="*/ 339235 w 12192000"/>
              <a:gd name="connsiteY169" fmla="*/ 324425 h 1157500"/>
              <a:gd name="connsiteX170" fmla="*/ 447152 w 12192000"/>
              <a:gd name="connsiteY170" fmla="*/ 327423 h 1157500"/>
              <a:gd name="connsiteX171" fmla="*/ 475247 w 12192000"/>
              <a:gd name="connsiteY171" fmla="*/ 336714 h 1157500"/>
              <a:gd name="connsiteX172" fmla="*/ 477967 w 12192000"/>
              <a:gd name="connsiteY172" fmla="*/ 337960 h 1157500"/>
              <a:gd name="connsiteX173" fmla="*/ 703732 w 12192000"/>
              <a:gd name="connsiteY173" fmla="*/ 316599 h 1157500"/>
              <a:gd name="connsiteX174" fmla="*/ 853391 w 12192000"/>
              <a:gd name="connsiteY174" fmla="*/ 303591 h 1157500"/>
              <a:gd name="connsiteX175" fmla="*/ 925332 w 12192000"/>
              <a:gd name="connsiteY175" fmla="*/ 298686 h 1157500"/>
              <a:gd name="connsiteX176" fmla="*/ 941286 w 12192000"/>
              <a:gd name="connsiteY176" fmla="*/ 288932 h 1157500"/>
              <a:gd name="connsiteX177" fmla="*/ 950845 w 12192000"/>
              <a:gd name="connsiteY177" fmla="*/ 286595 h 1157500"/>
              <a:gd name="connsiteX178" fmla="*/ 953292 w 12192000"/>
              <a:gd name="connsiteY178" fmla="*/ 280892 h 1157500"/>
              <a:gd name="connsiteX179" fmla="*/ 967499 w 12192000"/>
              <a:gd name="connsiteY179" fmla="*/ 273760 h 1157500"/>
              <a:gd name="connsiteX180" fmla="*/ 1069267 w 12192000"/>
              <a:gd name="connsiteY180" fmla="*/ 262766 h 1157500"/>
              <a:gd name="connsiteX181" fmla="*/ 1138407 w 12192000"/>
              <a:gd name="connsiteY181" fmla="*/ 246567 h 1157500"/>
              <a:gd name="connsiteX182" fmla="*/ 1164931 w 12192000"/>
              <a:gd name="connsiteY182" fmla="*/ 238622 h 1157500"/>
              <a:gd name="connsiteX183" fmla="*/ 1211622 w 12192000"/>
              <a:gd name="connsiteY183" fmla="*/ 220676 h 1157500"/>
              <a:gd name="connsiteX184" fmla="*/ 1274567 w 12192000"/>
              <a:gd name="connsiteY184" fmla="*/ 203380 h 1157500"/>
              <a:gd name="connsiteX185" fmla="*/ 1325029 w 12192000"/>
              <a:gd name="connsiteY185" fmla="*/ 207937 h 1157500"/>
              <a:gd name="connsiteX186" fmla="*/ 1356805 w 12192000"/>
              <a:gd name="connsiteY186" fmla="*/ 203622 h 1157500"/>
              <a:gd name="connsiteX187" fmla="*/ 1468752 w 12192000"/>
              <a:gd name="connsiteY187" fmla="*/ 214604 h 1157500"/>
              <a:gd name="connsiteX188" fmla="*/ 1650750 w 12192000"/>
              <a:gd name="connsiteY188" fmla="*/ 165090 h 1157500"/>
              <a:gd name="connsiteX189" fmla="*/ 1655056 w 12192000"/>
              <a:gd name="connsiteY189" fmla="*/ 172106 h 1157500"/>
              <a:gd name="connsiteX190" fmla="*/ 1683220 w 12192000"/>
              <a:gd name="connsiteY190" fmla="*/ 169652 h 1157500"/>
              <a:gd name="connsiteX191" fmla="*/ 1685599 w 12192000"/>
              <a:gd name="connsiteY191" fmla="*/ 165388 h 1157500"/>
              <a:gd name="connsiteX192" fmla="*/ 1735783 w 12192000"/>
              <a:gd name="connsiteY192" fmla="*/ 177400 h 1157500"/>
              <a:gd name="connsiteX193" fmla="*/ 1797102 w 12192000"/>
              <a:gd name="connsiteY193" fmla="*/ 182289 h 1157500"/>
              <a:gd name="connsiteX194" fmla="*/ 1845638 w 12192000"/>
              <a:gd name="connsiteY194" fmla="*/ 163774 h 1157500"/>
              <a:gd name="connsiteX195" fmla="*/ 1848980 w 12192000"/>
              <a:gd name="connsiteY195" fmla="*/ 167516 h 1157500"/>
              <a:gd name="connsiteX196" fmla="*/ 1880587 w 12192000"/>
              <a:gd name="connsiteY196" fmla="*/ 165506 h 1157500"/>
              <a:gd name="connsiteX197" fmla="*/ 1995803 w 12192000"/>
              <a:gd name="connsiteY197" fmla="*/ 131847 h 1157500"/>
              <a:gd name="connsiteX198" fmla="*/ 2057448 w 12192000"/>
              <a:gd name="connsiteY198" fmla="*/ 128650 h 1157500"/>
              <a:gd name="connsiteX199" fmla="*/ 2119088 w 12192000"/>
              <a:gd name="connsiteY199" fmla="*/ 113508 h 1157500"/>
              <a:gd name="connsiteX200" fmla="*/ 2138831 w 12192000"/>
              <a:gd name="connsiteY200" fmla="*/ 116194 h 1157500"/>
              <a:gd name="connsiteX201" fmla="*/ 2214259 w 12192000"/>
              <a:gd name="connsiteY201" fmla="*/ 110542 h 1157500"/>
              <a:gd name="connsiteX202" fmla="*/ 2264911 w 12192000"/>
              <a:gd name="connsiteY202" fmla="*/ 101639 h 1157500"/>
              <a:gd name="connsiteX203" fmla="*/ 2454058 w 12192000"/>
              <a:gd name="connsiteY203" fmla="*/ 67266 h 1157500"/>
              <a:gd name="connsiteX204" fmla="*/ 2534188 w 12192000"/>
              <a:gd name="connsiteY204" fmla="*/ 63730 h 1157500"/>
              <a:gd name="connsiteX205" fmla="*/ 2616912 w 12192000"/>
              <a:gd name="connsiteY205" fmla="*/ 44757 h 1157500"/>
              <a:gd name="connsiteX206" fmla="*/ 2698592 w 12192000"/>
              <a:gd name="connsiteY206" fmla="*/ 35873 h 1157500"/>
              <a:gd name="connsiteX207" fmla="*/ 2891953 w 12192000"/>
              <a:gd name="connsiteY207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424912 w 12192000"/>
              <a:gd name="connsiteY51" fmla="*/ 198508 h 1157500"/>
              <a:gd name="connsiteX52" fmla="*/ 6502019 w 12192000"/>
              <a:gd name="connsiteY52" fmla="*/ 192356 h 1157500"/>
              <a:gd name="connsiteX53" fmla="*/ 6518229 w 12192000"/>
              <a:gd name="connsiteY53" fmla="*/ 191407 h 1157500"/>
              <a:gd name="connsiteX54" fmla="*/ 6519089 w 12192000"/>
              <a:gd name="connsiteY54" fmla="*/ 191842 h 1157500"/>
              <a:gd name="connsiteX55" fmla="*/ 6595639 w 12192000"/>
              <a:gd name="connsiteY55" fmla="*/ 168164 h 1157500"/>
              <a:gd name="connsiteX56" fmla="*/ 6692265 w 12192000"/>
              <a:gd name="connsiteY56" fmla="*/ 164829 h 1157500"/>
              <a:gd name="connsiteX57" fmla="*/ 6697219 w 12192000"/>
              <a:gd name="connsiteY57" fmla="*/ 165301 h 1157500"/>
              <a:gd name="connsiteX58" fmla="*/ 6713656 w 12192000"/>
              <a:gd name="connsiteY58" fmla="*/ 153600 h 1157500"/>
              <a:gd name="connsiteX59" fmla="*/ 6714383 w 12192000"/>
              <a:gd name="connsiteY59" fmla="*/ 150425 h 1157500"/>
              <a:gd name="connsiteX60" fmla="*/ 6774793 w 12192000"/>
              <a:gd name="connsiteY60" fmla="*/ 159713 h 1157500"/>
              <a:gd name="connsiteX61" fmla="*/ 6782112 w 12192000"/>
              <a:gd name="connsiteY61" fmla="*/ 155255 h 1157500"/>
              <a:gd name="connsiteX62" fmla="*/ 6878958 w 12192000"/>
              <a:gd name="connsiteY62" fmla="*/ 180824 h 1157500"/>
              <a:gd name="connsiteX63" fmla="*/ 6894439 w 12192000"/>
              <a:gd name="connsiteY63" fmla="*/ 177642 h 1157500"/>
              <a:gd name="connsiteX64" fmla="*/ 6963220 w 12192000"/>
              <a:gd name="connsiteY64" fmla="*/ 167304 h 1157500"/>
              <a:gd name="connsiteX65" fmla="*/ 6976706 w 12192000"/>
              <a:gd name="connsiteY65" fmla="*/ 170894 h 1157500"/>
              <a:gd name="connsiteX66" fmla="*/ 6987064 w 12192000"/>
              <a:gd name="connsiteY66" fmla="*/ 160402 h 1157500"/>
              <a:gd name="connsiteX67" fmla="*/ 7058714 w 12192000"/>
              <a:gd name="connsiteY67" fmla="*/ 175992 h 1157500"/>
              <a:gd name="connsiteX68" fmla="*/ 7060499 w 12192000"/>
              <a:gd name="connsiteY68" fmla="*/ 176063 h 1157500"/>
              <a:gd name="connsiteX69" fmla="*/ 7176563 w 12192000"/>
              <a:gd name="connsiteY69" fmla="*/ 173244 h 1157500"/>
              <a:gd name="connsiteX70" fmla="*/ 7205529 w 12192000"/>
              <a:gd name="connsiteY70" fmla="*/ 181011 h 1157500"/>
              <a:gd name="connsiteX71" fmla="*/ 7310118 w 12192000"/>
              <a:gd name="connsiteY71" fmla="*/ 162605 h 1157500"/>
              <a:gd name="connsiteX72" fmla="*/ 7673859 w 12192000"/>
              <a:gd name="connsiteY72" fmla="*/ 150336 h 1157500"/>
              <a:gd name="connsiteX73" fmla="*/ 7692748 w 12192000"/>
              <a:gd name="connsiteY73" fmla="*/ 161537 h 1157500"/>
              <a:gd name="connsiteX74" fmla="*/ 7756672 w 12192000"/>
              <a:gd name="connsiteY74" fmla="*/ 157372 h 1157500"/>
              <a:gd name="connsiteX75" fmla="*/ 7974189 w 12192000"/>
              <a:gd name="connsiteY75" fmla="*/ 154819 h 1157500"/>
              <a:gd name="connsiteX76" fmla="*/ 8101969 w 12192000"/>
              <a:gd name="connsiteY76" fmla="*/ 144495 h 1157500"/>
              <a:gd name="connsiteX77" fmla="*/ 8106826 w 12192000"/>
              <a:gd name="connsiteY77" fmla="*/ 139853 h 1157500"/>
              <a:gd name="connsiteX78" fmla="*/ 8162058 w 12192000"/>
              <a:gd name="connsiteY78" fmla="*/ 96704 h 1157500"/>
              <a:gd name="connsiteX79" fmla="*/ 8184568 w 12192000"/>
              <a:gd name="connsiteY79" fmla="*/ 93990 h 1157500"/>
              <a:gd name="connsiteX80" fmla="*/ 8228227 w 12192000"/>
              <a:gd name="connsiteY80" fmla="*/ 105972 h 1157500"/>
              <a:gd name="connsiteX81" fmla="*/ 8237963 w 12192000"/>
              <a:gd name="connsiteY81" fmla="*/ 106996 h 1157500"/>
              <a:gd name="connsiteX82" fmla="*/ 8248358 w 12192000"/>
              <a:gd name="connsiteY82" fmla="*/ 106062 h 1157500"/>
              <a:gd name="connsiteX83" fmla="*/ 8249309 w 12192000"/>
              <a:gd name="connsiteY83" fmla="*/ 106698 h 1157500"/>
              <a:gd name="connsiteX84" fmla="*/ 8249997 w 12192000"/>
              <a:gd name="connsiteY84" fmla="*/ 105915 h 1157500"/>
              <a:gd name="connsiteX85" fmla="*/ 8272162 w 12192000"/>
              <a:gd name="connsiteY85" fmla="*/ 103924 h 1157500"/>
              <a:gd name="connsiteX86" fmla="*/ 8292349 w 12192000"/>
              <a:gd name="connsiteY86" fmla="*/ 97480 h 1157500"/>
              <a:gd name="connsiteX87" fmla="*/ 8307239 w 12192000"/>
              <a:gd name="connsiteY87" fmla="*/ 94591 h 1157500"/>
              <a:gd name="connsiteX88" fmla="*/ 8339282 w 12192000"/>
              <a:gd name="connsiteY88" fmla="*/ 108942 h 1157500"/>
              <a:gd name="connsiteX89" fmla="*/ 8346156 w 12192000"/>
              <a:gd name="connsiteY89" fmla="*/ 111227 h 1157500"/>
              <a:gd name="connsiteX90" fmla="*/ 8346467 w 12192000"/>
              <a:gd name="connsiteY90" fmla="*/ 111024 h 1157500"/>
              <a:gd name="connsiteX91" fmla="*/ 8354069 w 12192000"/>
              <a:gd name="connsiteY91" fmla="*/ 112942 h 1157500"/>
              <a:gd name="connsiteX92" fmla="*/ 8358687 w 12192000"/>
              <a:gd name="connsiteY92" fmla="*/ 115393 h 1157500"/>
              <a:gd name="connsiteX93" fmla="*/ 8433385 w 12192000"/>
              <a:gd name="connsiteY93" fmla="*/ 99669 h 1157500"/>
              <a:gd name="connsiteX94" fmla="*/ 8533779 w 12192000"/>
              <a:gd name="connsiteY94" fmla="*/ 98374 h 1157500"/>
              <a:gd name="connsiteX95" fmla="*/ 8632833 w 12192000"/>
              <a:gd name="connsiteY95" fmla="*/ 100532 h 1157500"/>
              <a:gd name="connsiteX96" fmla="*/ 8668523 w 12192000"/>
              <a:gd name="connsiteY96" fmla="*/ 102979 h 1157500"/>
              <a:gd name="connsiteX97" fmla="*/ 8732893 w 12192000"/>
              <a:gd name="connsiteY97" fmla="*/ 99991 h 1157500"/>
              <a:gd name="connsiteX98" fmla="*/ 8764071 w 12192000"/>
              <a:gd name="connsiteY98" fmla="*/ 94587 h 1157500"/>
              <a:gd name="connsiteX99" fmla="*/ 8767004 w 12192000"/>
              <a:gd name="connsiteY99" fmla="*/ 91519 h 1157500"/>
              <a:gd name="connsiteX100" fmla="*/ 8772553 w 12192000"/>
              <a:gd name="connsiteY100" fmla="*/ 90314 h 1157500"/>
              <a:gd name="connsiteX101" fmla="*/ 8787201 w 12192000"/>
              <a:gd name="connsiteY101" fmla="*/ 92033 h 1157500"/>
              <a:gd name="connsiteX102" fmla="*/ 8792624 w 12192000"/>
              <a:gd name="connsiteY102" fmla="*/ 93503 h 1157500"/>
              <a:gd name="connsiteX103" fmla="*/ 8800741 w 12192000"/>
              <a:gd name="connsiteY103" fmla="*/ 93897 h 1157500"/>
              <a:gd name="connsiteX104" fmla="*/ 8800966 w 12192000"/>
              <a:gd name="connsiteY104" fmla="*/ 93645 h 1157500"/>
              <a:gd name="connsiteX105" fmla="*/ 8808513 w 12192000"/>
              <a:gd name="connsiteY105" fmla="*/ 94530 h 1157500"/>
              <a:gd name="connsiteX106" fmla="*/ 8845110 w 12192000"/>
              <a:gd name="connsiteY106" fmla="*/ 102179 h 1157500"/>
              <a:gd name="connsiteX107" fmla="*/ 8917529 w 12192000"/>
              <a:gd name="connsiteY107" fmla="*/ 76373 h 1157500"/>
              <a:gd name="connsiteX108" fmla="*/ 9026654 w 12192000"/>
              <a:gd name="connsiteY108" fmla="*/ 93420 h 1157500"/>
              <a:gd name="connsiteX109" fmla="*/ 9088505 w 12192000"/>
              <a:gd name="connsiteY109" fmla="*/ 113002 h 1157500"/>
              <a:gd name="connsiteX110" fmla="*/ 9203241 w 12192000"/>
              <a:gd name="connsiteY110" fmla="*/ 111713 h 1157500"/>
              <a:gd name="connsiteX111" fmla="*/ 9415584 w 12192000"/>
              <a:gd name="connsiteY111" fmla="*/ 157156 h 1157500"/>
              <a:gd name="connsiteX112" fmla="*/ 9505102 w 12192000"/>
              <a:gd name="connsiteY112" fmla="*/ 141042 h 1157500"/>
              <a:gd name="connsiteX113" fmla="*/ 9643040 w 12192000"/>
              <a:gd name="connsiteY113" fmla="*/ 158233 h 1157500"/>
              <a:gd name="connsiteX114" fmla="*/ 9762999 w 12192000"/>
              <a:gd name="connsiteY114" fmla="*/ 162623 h 1157500"/>
              <a:gd name="connsiteX115" fmla="*/ 9776183 w 12192000"/>
              <a:gd name="connsiteY115" fmla="*/ 162191 h 1157500"/>
              <a:gd name="connsiteX116" fmla="*/ 9780532 w 12192000"/>
              <a:gd name="connsiteY116" fmla="*/ 155823 h 1157500"/>
              <a:gd name="connsiteX117" fmla="*/ 9910588 w 12192000"/>
              <a:gd name="connsiteY117" fmla="*/ 154327 h 1157500"/>
              <a:gd name="connsiteX118" fmla="*/ 9924173 w 12192000"/>
              <a:gd name="connsiteY118" fmla="*/ 158591 h 1157500"/>
              <a:gd name="connsiteX119" fmla="*/ 10010969 w 12192000"/>
              <a:gd name="connsiteY119" fmla="*/ 155802 h 1157500"/>
              <a:gd name="connsiteX120" fmla="*/ 10070699 w 12192000"/>
              <a:gd name="connsiteY120" fmla="*/ 157854 h 1157500"/>
              <a:gd name="connsiteX121" fmla="*/ 10155104 w 12192000"/>
              <a:gd name="connsiteY121" fmla="*/ 151613 h 1157500"/>
              <a:gd name="connsiteX122" fmla="*/ 10250982 w 12192000"/>
              <a:gd name="connsiteY122" fmla="*/ 128642 h 1157500"/>
              <a:gd name="connsiteX123" fmla="*/ 10343301 w 12192000"/>
              <a:gd name="connsiteY123" fmla="*/ 90884 h 1157500"/>
              <a:gd name="connsiteX124" fmla="*/ 10366625 w 12192000"/>
              <a:gd name="connsiteY124" fmla="*/ 79428 h 1157500"/>
              <a:gd name="connsiteX125" fmla="*/ 10433505 w 12192000"/>
              <a:gd name="connsiteY125" fmla="*/ 65000 h 1157500"/>
              <a:gd name="connsiteX126" fmla="*/ 10547510 w 12192000"/>
              <a:gd name="connsiteY126" fmla="*/ 47246 h 1157500"/>
              <a:gd name="connsiteX127" fmla="*/ 10588150 w 12192000"/>
              <a:gd name="connsiteY127" fmla="*/ 32287 h 1157500"/>
              <a:gd name="connsiteX128" fmla="*/ 10589457 w 12192000"/>
              <a:gd name="connsiteY128" fmla="*/ 25296 h 1157500"/>
              <a:gd name="connsiteX129" fmla="*/ 10699976 w 12192000"/>
              <a:gd name="connsiteY129" fmla="*/ 43345 h 1157500"/>
              <a:gd name="connsiteX130" fmla="*/ 10812237 w 12192000"/>
              <a:gd name="connsiteY130" fmla="*/ 46327 h 1157500"/>
              <a:gd name="connsiteX131" fmla="*/ 10869837 w 12192000"/>
              <a:gd name="connsiteY131" fmla="*/ 65795 h 1157500"/>
              <a:gd name="connsiteX132" fmla="*/ 10881770 w 12192000"/>
              <a:gd name="connsiteY132" fmla="*/ 73672 h 1157500"/>
              <a:gd name="connsiteX133" fmla="*/ 10896899 w 12192000"/>
              <a:gd name="connsiteY133" fmla="*/ 70731 h 1157500"/>
              <a:gd name="connsiteX134" fmla="*/ 10901748 w 12192000"/>
              <a:gd name="connsiteY134" fmla="*/ 66352 h 1157500"/>
              <a:gd name="connsiteX135" fmla="*/ 10947419 w 12192000"/>
              <a:gd name="connsiteY135" fmla="*/ 83316 h 1157500"/>
              <a:gd name="connsiteX136" fmla="*/ 10953034 w 12192000"/>
              <a:gd name="connsiteY136" fmla="*/ 84438 h 1157500"/>
              <a:gd name="connsiteX137" fmla="*/ 10992070 w 12192000"/>
              <a:gd name="connsiteY137" fmla="*/ 88841 h 1157500"/>
              <a:gd name="connsiteX138" fmla="*/ 11112372 w 12192000"/>
              <a:gd name="connsiteY138" fmla="*/ 82247 h 1157500"/>
              <a:gd name="connsiteX139" fmla="*/ 11147719 w 12192000"/>
              <a:gd name="connsiteY139" fmla="*/ 80560 h 1157500"/>
              <a:gd name="connsiteX140" fmla="*/ 11172617 w 12192000"/>
              <a:gd name="connsiteY140" fmla="*/ 76265 h 1157500"/>
              <a:gd name="connsiteX141" fmla="*/ 11240397 w 12192000"/>
              <a:gd name="connsiteY141" fmla="*/ 81830 h 1157500"/>
              <a:gd name="connsiteX142" fmla="*/ 11270034 w 12192000"/>
              <a:gd name="connsiteY142" fmla="*/ 91947 h 1157500"/>
              <a:gd name="connsiteX143" fmla="*/ 11293091 w 12192000"/>
              <a:gd name="connsiteY143" fmla="*/ 92042 h 1157500"/>
              <a:gd name="connsiteX144" fmla="*/ 11310949 w 12192000"/>
              <a:gd name="connsiteY144" fmla="*/ 97842 h 1157500"/>
              <a:gd name="connsiteX145" fmla="*/ 11345279 w 12192000"/>
              <a:gd name="connsiteY145" fmla="*/ 95451 h 1157500"/>
              <a:gd name="connsiteX146" fmla="*/ 11354597 w 12192000"/>
              <a:gd name="connsiteY146" fmla="*/ 97953 h 1157500"/>
              <a:gd name="connsiteX147" fmla="*/ 11367725 w 12192000"/>
              <a:gd name="connsiteY147" fmla="*/ 97999 h 1157500"/>
              <a:gd name="connsiteX148" fmla="*/ 11399832 w 12192000"/>
              <a:gd name="connsiteY148" fmla="*/ 110616 h 1157500"/>
              <a:gd name="connsiteX149" fmla="*/ 11487595 w 12192000"/>
              <a:gd name="connsiteY149" fmla="*/ 152322 h 1157500"/>
              <a:gd name="connsiteX150" fmla="*/ 11590850 w 12192000"/>
              <a:gd name="connsiteY150" fmla="*/ 238552 h 1157500"/>
              <a:gd name="connsiteX151" fmla="*/ 11736204 w 12192000"/>
              <a:gd name="connsiteY151" fmla="*/ 277509 h 1157500"/>
              <a:gd name="connsiteX152" fmla="*/ 11760331 w 12192000"/>
              <a:gd name="connsiteY152" fmla="*/ 291936 h 1157500"/>
              <a:gd name="connsiteX153" fmla="*/ 11819139 w 12192000"/>
              <a:gd name="connsiteY153" fmla="*/ 304143 h 1157500"/>
              <a:gd name="connsiteX154" fmla="*/ 11821967 w 12192000"/>
              <a:gd name="connsiteY154" fmla="*/ 305790 h 1157500"/>
              <a:gd name="connsiteX155" fmla="*/ 11847125 w 12192000"/>
              <a:gd name="connsiteY155" fmla="*/ 297401 h 1157500"/>
              <a:gd name="connsiteX156" fmla="*/ 11980134 w 12192000"/>
              <a:gd name="connsiteY156" fmla="*/ 321911 h 1157500"/>
              <a:gd name="connsiteX157" fmla="*/ 12174576 w 12192000"/>
              <a:gd name="connsiteY157" fmla="*/ 376108 h 1157500"/>
              <a:gd name="connsiteX158" fmla="*/ 12192000 w 12192000"/>
              <a:gd name="connsiteY158" fmla="*/ 379233 h 1157500"/>
              <a:gd name="connsiteX159" fmla="*/ 12192000 w 12192000"/>
              <a:gd name="connsiteY159" fmla="*/ 1157500 h 1157500"/>
              <a:gd name="connsiteX160" fmla="*/ 0 w 12192000"/>
              <a:gd name="connsiteY160" fmla="*/ 1157500 h 1157500"/>
              <a:gd name="connsiteX161" fmla="*/ 0 w 12192000"/>
              <a:gd name="connsiteY161" fmla="*/ 483545 h 1157500"/>
              <a:gd name="connsiteX162" fmla="*/ 5331 w 12192000"/>
              <a:gd name="connsiteY162" fmla="*/ 482797 h 1157500"/>
              <a:gd name="connsiteX163" fmla="*/ 39902 w 12192000"/>
              <a:gd name="connsiteY163" fmla="*/ 472284 h 1157500"/>
              <a:gd name="connsiteX164" fmla="*/ 117880 w 12192000"/>
              <a:gd name="connsiteY164" fmla="*/ 420956 h 1157500"/>
              <a:gd name="connsiteX165" fmla="*/ 238140 w 12192000"/>
              <a:gd name="connsiteY165" fmla="*/ 379297 h 1157500"/>
              <a:gd name="connsiteX166" fmla="*/ 249589 w 12192000"/>
              <a:gd name="connsiteY166" fmla="*/ 379517 h 1157500"/>
              <a:gd name="connsiteX167" fmla="*/ 296963 w 12192000"/>
              <a:gd name="connsiteY167" fmla="*/ 356102 h 1157500"/>
              <a:gd name="connsiteX168" fmla="*/ 339235 w 12192000"/>
              <a:gd name="connsiteY168" fmla="*/ 324425 h 1157500"/>
              <a:gd name="connsiteX169" fmla="*/ 447152 w 12192000"/>
              <a:gd name="connsiteY169" fmla="*/ 327423 h 1157500"/>
              <a:gd name="connsiteX170" fmla="*/ 475247 w 12192000"/>
              <a:gd name="connsiteY170" fmla="*/ 336714 h 1157500"/>
              <a:gd name="connsiteX171" fmla="*/ 477967 w 12192000"/>
              <a:gd name="connsiteY171" fmla="*/ 337960 h 1157500"/>
              <a:gd name="connsiteX172" fmla="*/ 703732 w 12192000"/>
              <a:gd name="connsiteY172" fmla="*/ 316599 h 1157500"/>
              <a:gd name="connsiteX173" fmla="*/ 853391 w 12192000"/>
              <a:gd name="connsiteY173" fmla="*/ 303591 h 1157500"/>
              <a:gd name="connsiteX174" fmla="*/ 925332 w 12192000"/>
              <a:gd name="connsiteY174" fmla="*/ 298686 h 1157500"/>
              <a:gd name="connsiteX175" fmla="*/ 941286 w 12192000"/>
              <a:gd name="connsiteY175" fmla="*/ 288932 h 1157500"/>
              <a:gd name="connsiteX176" fmla="*/ 950845 w 12192000"/>
              <a:gd name="connsiteY176" fmla="*/ 286595 h 1157500"/>
              <a:gd name="connsiteX177" fmla="*/ 953292 w 12192000"/>
              <a:gd name="connsiteY177" fmla="*/ 280892 h 1157500"/>
              <a:gd name="connsiteX178" fmla="*/ 967499 w 12192000"/>
              <a:gd name="connsiteY178" fmla="*/ 273760 h 1157500"/>
              <a:gd name="connsiteX179" fmla="*/ 1069267 w 12192000"/>
              <a:gd name="connsiteY179" fmla="*/ 262766 h 1157500"/>
              <a:gd name="connsiteX180" fmla="*/ 1138407 w 12192000"/>
              <a:gd name="connsiteY180" fmla="*/ 246567 h 1157500"/>
              <a:gd name="connsiteX181" fmla="*/ 1164931 w 12192000"/>
              <a:gd name="connsiteY181" fmla="*/ 238622 h 1157500"/>
              <a:gd name="connsiteX182" fmla="*/ 1211622 w 12192000"/>
              <a:gd name="connsiteY182" fmla="*/ 220676 h 1157500"/>
              <a:gd name="connsiteX183" fmla="*/ 1274567 w 12192000"/>
              <a:gd name="connsiteY183" fmla="*/ 203380 h 1157500"/>
              <a:gd name="connsiteX184" fmla="*/ 1325029 w 12192000"/>
              <a:gd name="connsiteY184" fmla="*/ 207937 h 1157500"/>
              <a:gd name="connsiteX185" fmla="*/ 1356805 w 12192000"/>
              <a:gd name="connsiteY185" fmla="*/ 203622 h 1157500"/>
              <a:gd name="connsiteX186" fmla="*/ 1468752 w 12192000"/>
              <a:gd name="connsiteY186" fmla="*/ 214604 h 1157500"/>
              <a:gd name="connsiteX187" fmla="*/ 1650750 w 12192000"/>
              <a:gd name="connsiteY187" fmla="*/ 165090 h 1157500"/>
              <a:gd name="connsiteX188" fmla="*/ 1655056 w 12192000"/>
              <a:gd name="connsiteY188" fmla="*/ 172106 h 1157500"/>
              <a:gd name="connsiteX189" fmla="*/ 1683220 w 12192000"/>
              <a:gd name="connsiteY189" fmla="*/ 169652 h 1157500"/>
              <a:gd name="connsiteX190" fmla="*/ 1685599 w 12192000"/>
              <a:gd name="connsiteY190" fmla="*/ 165388 h 1157500"/>
              <a:gd name="connsiteX191" fmla="*/ 1735783 w 12192000"/>
              <a:gd name="connsiteY191" fmla="*/ 177400 h 1157500"/>
              <a:gd name="connsiteX192" fmla="*/ 1797102 w 12192000"/>
              <a:gd name="connsiteY192" fmla="*/ 182289 h 1157500"/>
              <a:gd name="connsiteX193" fmla="*/ 1845638 w 12192000"/>
              <a:gd name="connsiteY193" fmla="*/ 163774 h 1157500"/>
              <a:gd name="connsiteX194" fmla="*/ 1848980 w 12192000"/>
              <a:gd name="connsiteY194" fmla="*/ 167516 h 1157500"/>
              <a:gd name="connsiteX195" fmla="*/ 1880587 w 12192000"/>
              <a:gd name="connsiteY195" fmla="*/ 165506 h 1157500"/>
              <a:gd name="connsiteX196" fmla="*/ 1995803 w 12192000"/>
              <a:gd name="connsiteY196" fmla="*/ 131847 h 1157500"/>
              <a:gd name="connsiteX197" fmla="*/ 2057448 w 12192000"/>
              <a:gd name="connsiteY197" fmla="*/ 128650 h 1157500"/>
              <a:gd name="connsiteX198" fmla="*/ 2119088 w 12192000"/>
              <a:gd name="connsiteY198" fmla="*/ 113508 h 1157500"/>
              <a:gd name="connsiteX199" fmla="*/ 2138831 w 12192000"/>
              <a:gd name="connsiteY199" fmla="*/ 116194 h 1157500"/>
              <a:gd name="connsiteX200" fmla="*/ 2214259 w 12192000"/>
              <a:gd name="connsiteY200" fmla="*/ 110542 h 1157500"/>
              <a:gd name="connsiteX201" fmla="*/ 2264911 w 12192000"/>
              <a:gd name="connsiteY201" fmla="*/ 101639 h 1157500"/>
              <a:gd name="connsiteX202" fmla="*/ 2454058 w 12192000"/>
              <a:gd name="connsiteY202" fmla="*/ 67266 h 1157500"/>
              <a:gd name="connsiteX203" fmla="*/ 2534188 w 12192000"/>
              <a:gd name="connsiteY203" fmla="*/ 63730 h 1157500"/>
              <a:gd name="connsiteX204" fmla="*/ 2616912 w 12192000"/>
              <a:gd name="connsiteY204" fmla="*/ 44757 h 1157500"/>
              <a:gd name="connsiteX205" fmla="*/ 2698592 w 12192000"/>
              <a:gd name="connsiteY205" fmla="*/ 35873 h 1157500"/>
              <a:gd name="connsiteX206" fmla="*/ 2891953 w 12192000"/>
              <a:gd name="connsiteY206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19089 w 12192000"/>
              <a:gd name="connsiteY53" fmla="*/ 191842 h 1157500"/>
              <a:gd name="connsiteX54" fmla="*/ 6595639 w 12192000"/>
              <a:gd name="connsiteY54" fmla="*/ 168164 h 1157500"/>
              <a:gd name="connsiteX55" fmla="*/ 6692265 w 12192000"/>
              <a:gd name="connsiteY55" fmla="*/ 164829 h 1157500"/>
              <a:gd name="connsiteX56" fmla="*/ 6697219 w 12192000"/>
              <a:gd name="connsiteY56" fmla="*/ 165301 h 1157500"/>
              <a:gd name="connsiteX57" fmla="*/ 6713656 w 12192000"/>
              <a:gd name="connsiteY57" fmla="*/ 153600 h 1157500"/>
              <a:gd name="connsiteX58" fmla="*/ 6714383 w 12192000"/>
              <a:gd name="connsiteY58" fmla="*/ 150425 h 1157500"/>
              <a:gd name="connsiteX59" fmla="*/ 6774793 w 12192000"/>
              <a:gd name="connsiteY59" fmla="*/ 159713 h 1157500"/>
              <a:gd name="connsiteX60" fmla="*/ 6782112 w 12192000"/>
              <a:gd name="connsiteY60" fmla="*/ 155255 h 1157500"/>
              <a:gd name="connsiteX61" fmla="*/ 6878958 w 12192000"/>
              <a:gd name="connsiteY61" fmla="*/ 180824 h 1157500"/>
              <a:gd name="connsiteX62" fmla="*/ 6894439 w 12192000"/>
              <a:gd name="connsiteY62" fmla="*/ 177642 h 1157500"/>
              <a:gd name="connsiteX63" fmla="*/ 6963220 w 12192000"/>
              <a:gd name="connsiteY63" fmla="*/ 167304 h 1157500"/>
              <a:gd name="connsiteX64" fmla="*/ 6976706 w 12192000"/>
              <a:gd name="connsiteY64" fmla="*/ 170894 h 1157500"/>
              <a:gd name="connsiteX65" fmla="*/ 6987064 w 12192000"/>
              <a:gd name="connsiteY65" fmla="*/ 160402 h 1157500"/>
              <a:gd name="connsiteX66" fmla="*/ 7058714 w 12192000"/>
              <a:gd name="connsiteY66" fmla="*/ 175992 h 1157500"/>
              <a:gd name="connsiteX67" fmla="*/ 7060499 w 12192000"/>
              <a:gd name="connsiteY67" fmla="*/ 176063 h 1157500"/>
              <a:gd name="connsiteX68" fmla="*/ 7176563 w 12192000"/>
              <a:gd name="connsiteY68" fmla="*/ 173244 h 1157500"/>
              <a:gd name="connsiteX69" fmla="*/ 7205529 w 12192000"/>
              <a:gd name="connsiteY69" fmla="*/ 181011 h 1157500"/>
              <a:gd name="connsiteX70" fmla="*/ 7310118 w 12192000"/>
              <a:gd name="connsiteY70" fmla="*/ 162605 h 1157500"/>
              <a:gd name="connsiteX71" fmla="*/ 7673859 w 12192000"/>
              <a:gd name="connsiteY71" fmla="*/ 150336 h 1157500"/>
              <a:gd name="connsiteX72" fmla="*/ 7692748 w 12192000"/>
              <a:gd name="connsiteY72" fmla="*/ 161537 h 1157500"/>
              <a:gd name="connsiteX73" fmla="*/ 7756672 w 12192000"/>
              <a:gd name="connsiteY73" fmla="*/ 157372 h 1157500"/>
              <a:gd name="connsiteX74" fmla="*/ 7974189 w 12192000"/>
              <a:gd name="connsiteY74" fmla="*/ 154819 h 1157500"/>
              <a:gd name="connsiteX75" fmla="*/ 8101969 w 12192000"/>
              <a:gd name="connsiteY75" fmla="*/ 144495 h 1157500"/>
              <a:gd name="connsiteX76" fmla="*/ 8106826 w 12192000"/>
              <a:gd name="connsiteY76" fmla="*/ 139853 h 1157500"/>
              <a:gd name="connsiteX77" fmla="*/ 8162058 w 12192000"/>
              <a:gd name="connsiteY77" fmla="*/ 96704 h 1157500"/>
              <a:gd name="connsiteX78" fmla="*/ 8184568 w 12192000"/>
              <a:gd name="connsiteY78" fmla="*/ 93990 h 1157500"/>
              <a:gd name="connsiteX79" fmla="*/ 8228227 w 12192000"/>
              <a:gd name="connsiteY79" fmla="*/ 105972 h 1157500"/>
              <a:gd name="connsiteX80" fmla="*/ 8237963 w 12192000"/>
              <a:gd name="connsiteY80" fmla="*/ 106996 h 1157500"/>
              <a:gd name="connsiteX81" fmla="*/ 8248358 w 12192000"/>
              <a:gd name="connsiteY81" fmla="*/ 106062 h 1157500"/>
              <a:gd name="connsiteX82" fmla="*/ 8249309 w 12192000"/>
              <a:gd name="connsiteY82" fmla="*/ 106698 h 1157500"/>
              <a:gd name="connsiteX83" fmla="*/ 8249997 w 12192000"/>
              <a:gd name="connsiteY83" fmla="*/ 105915 h 1157500"/>
              <a:gd name="connsiteX84" fmla="*/ 8272162 w 12192000"/>
              <a:gd name="connsiteY84" fmla="*/ 103924 h 1157500"/>
              <a:gd name="connsiteX85" fmla="*/ 8292349 w 12192000"/>
              <a:gd name="connsiteY85" fmla="*/ 97480 h 1157500"/>
              <a:gd name="connsiteX86" fmla="*/ 8307239 w 12192000"/>
              <a:gd name="connsiteY86" fmla="*/ 94591 h 1157500"/>
              <a:gd name="connsiteX87" fmla="*/ 8339282 w 12192000"/>
              <a:gd name="connsiteY87" fmla="*/ 108942 h 1157500"/>
              <a:gd name="connsiteX88" fmla="*/ 8346156 w 12192000"/>
              <a:gd name="connsiteY88" fmla="*/ 111227 h 1157500"/>
              <a:gd name="connsiteX89" fmla="*/ 8346467 w 12192000"/>
              <a:gd name="connsiteY89" fmla="*/ 111024 h 1157500"/>
              <a:gd name="connsiteX90" fmla="*/ 8354069 w 12192000"/>
              <a:gd name="connsiteY90" fmla="*/ 112942 h 1157500"/>
              <a:gd name="connsiteX91" fmla="*/ 8358687 w 12192000"/>
              <a:gd name="connsiteY91" fmla="*/ 115393 h 1157500"/>
              <a:gd name="connsiteX92" fmla="*/ 8433385 w 12192000"/>
              <a:gd name="connsiteY92" fmla="*/ 99669 h 1157500"/>
              <a:gd name="connsiteX93" fmla="*/ 8533779 w 12192000"/>
              <a:gd name="connsiteY93" fmla="*/ 98374 h 1157500"/>
              <a:gd name="connsiteX94" fmla="*/ 8632833 w 12192000"/>
              <a:gd name="connsiteY94" fmla="*/ 100532 h 1157500"/>
              <a:gd name="connsiteX95" fmla="*/ 8668523 w 12192000"/>
              <a:gd name="connsiteY95" fmla="*/ 102979 h 1157500"/>
              <a:gd name="connsiteX96" fmla="*/ 8732893 w 12192000"/>
              <a:gd name="connsiteY96" fmla="*/ 99991 h 1157500"/>
              <a:gd name="connsiteX97" fmla="*/ 8764071 w 12192000"/>
              <a:gd name="connsiteY97" fmla="*/ 94587 h 1157500"/>
              <a:gd name="connsiteX98" fmla="*/ 8767004 w 12192000"/>
              <a:gd name="connsiteY98" fmla="*/ 91519 h 1157500"/>
              <a:gd name="connsiteX99" fmla="*/ 8772553 w 12192000"/>
              <a:gd name="connsiteY99" fmla="*/ 90314 h 1157500"/>
              <a:gd name="connsiteX100" fmla="*/ 8787201 w 12192000"/>
              <a:gd name="connsiteY100" fmla="*/ 92033 h 1157500"/>
              <a:gd name="connsiteX101" fmla="*/ 8792624 w 12192000"/>
              <a:gd name="connsiteY101" fmla="*/ 93503 h 1157500"/>
              <a:gd name="connsiteX102" fmla="*/ 8800741 w 12192000"/>
              <a:gd name="connsiteY102" fmla="*/ 93897 h 1157500"/>
              <a:gd name="connsiteX103" fmla="*/ 8800966 w 12192000"/>
              <a:gd name="connsiteY103" fmla="*/ 93645 h 1157500"/>
              <a:gd name="connsiteX104" fmla="*/ 8808513 w 12192000"/>
              <a:gd name="connsiteY104" fmla="*/ 94530 h 1157500"/>
              <a:gd name="connsiteX105" fmla="*/ 8845110 w 12192000"/>
              <a:gd name="connsiteY105" fmla="*/ 102179 h 1157500"/>
              <a:gd name="connsiteX106" fmla="*/ 8917529 w 12192000"/>
              <a:gd name="connsiteY106" fmla="*/ 76373 h 1157500"/>
              <a:gd name="connsiteX107" fmla="*/ 9026654 w 12192000"/>
              <a:gd name="connsiteY107" fmla="*/ 93420 h 1157500"/>
              <a:gd name="connsiteX108" fmla="*/ 9088505 w 12192000"/>
              <a:gd name="connsiteY108" fmla="*/ 113002 h 1157500"/>
              <a:gd name="connsiteX109" fmla="*/ 9203241 w 12192000"/>
              <a:gd name="connsiteY109" fmla="*/ 111713 h 1157500"/>
              <a:gd name="connsiteX110" fmla="*/ 9415584 w 12192000"/>
              <a:gd name="connsiteY110" fmla="*/ 157156 h 1157500"/>
              <a:gd name="connsiteX111" fmla="*/ 9505102 w 12192000"/>
              <a:gd name="connsiteY111" fmla="*/ 141042 h 1157500"/>
              <a:gd name="connsiteX112" fmla="*/ 9643040 w 12192000"/>
              <a:gd name="connsiteY112" fmla="*/ 158233 h 1157500"/>
              <a:gd name="connsiteX113" fmla="*/ 9762999 w 12192000"/>
              <a:gd name="connsiteY113" fmla="*/ 162623 h 1157500"/>
              <a:gd name="connsiteX114" fmla="*/ 9776183 w 12192000"/>
              <a:gd name="connsiteY114" fmla="*/ 162191 h 1157500"/>
              <a:gd name="connsiteX115" fmla="*/ 9780532 w 12192000"/>
              <a:gd name="connsiteY115" fmla="*/ 155823 h 1157500"/>
              <a:gd name="connsiteX116" fmla="*/ 9910588 w 12192000"/>
              <a:gd name="connsiteY116" fmla="*/ 154327 h 1157500"/>
              <a:gd name="connsiteX117" fmla="*/ 9924173 w 12192000"/>
              <a:gd name="connsiteY117" fmla="*/ 158591 h 1157500"/>
              <a:gd name="connsiteX118" fmla="*/ 10010969 w 12192000"/>
              <a:gd name="connsiteY118" fmla="*/ 155802 h 1157500"/>
              <a:gd name="connsiteX119" fmla="*/ 10070699 w 12192000"/>
              <a:gd name="connsiteY119" fmla="*/ 157854 h 1157500"/>
              <a:gd name="connsiteX120" fmla="*/ 10155104 w 12192000"/>
              <a:gd name="connsiteY120" fmla="*/ 151613 h 1157500"/>
              <a:gd name="connsiteX121" fmla="*/ 10250982 w 12192000"/>
              <a:gd name="connsiteY121" fmla="*/ 128642 h 1157500"/>
              <a:gd name="connsiteX122" fmla="*/ 10343301 w 12192000"/>
              <a:gd name="connsiteY122" fmla="*/ 90884 h 1157500"/>
              <a:gd name="connsiteX123" fmla="*/ 10366625 w 12192000"/>
              <a:gd name="connsiteY123" fmla="*/ 79428 h 1157500"/>
              <a:gd name="connsiteX124" fmla="*/ 10433505 w 12192000"/>
              <a:gd name="connsiteY124" fmla="*/ 65000 h 1157500"/>
              <a:gd name="connsiteX125" fmla="*/ 10547510 w 12192000"/>
              <a:gd name="connsiteY125" fmla="*/ 47246 h 1157500"/>
              <a:gd name="connsiteX126" fmla="*/ 10588150 w 12192000"/>
              <a:gd name="connsiteY126" fmla="*/ 32287 h 1157500"/>
              <a:gd name="connsiteX127" fmla="*/ 10589457 w 12192000"/>
              <a:gd name="connsiteY127" fmla="*/ 25296 h 1157500"/>
              <a:gd name="connsiteX128" fmla="*/ 10699976 w 12192000"/>
              <a:gd name="connsiteY128" fmla="*/ 43345 h 1157500"/>
              <a:gd name="connsiteX129" fmla="*/ 10812237 w 12192000"/>
              <a:gd name="connsiteY129" fmla="*/ 46327 h 1157500"/>
              <a:gd name="connsiteX130" fmla="*/ 10869837 w 12192000"/>
              <a:gd name="connsiteY130" fmla="*/ 65795 h 1157500"/>
              <a:gd name="connsiteX131" fmla="*/ 10881770 w 12192000"/>
              <a:gd name="connsiteY131" fmla="*/ 73672 h 1157500"/>
              <a:gd name="connsiteX132" fmla="*/ 10896899 w 12192000"/>
              <a:gd name="connsiteY132" fmla="*/ 70731 h 1157500"/>
              <a:gd name="connsiteX133" fmla="*/ 10901748 w 12192000"/>
              <a:gd name="connsiteY133" fmla="*/ 66352 h 1157500"/>
              <a:gd name="connsiteX134" fmla="*/ 10947419 w 12192000"/>
              <a:gd name="connsiteY134" fmla="*/ 83316 h 1157500"/>
              <a:gd name="connsiteX135" fmla="*/ 10953034 w 12192000"/>
              <a:gd name="connsiteY135" fmla="*/ 84438 h 1157500"/>
              <a:gd name="connsiteX136" fmla="*/ 10992070 w 12192000"/>
              <a:gd name="connsiteY136" fmla="*/ 88841 h 1157500"/>
              <a:gd name="connsiteX137" fmla="*/ 11112372 w 12192000"/>
              <a:gd name="connsiteY137" fmla="*/ 82247 h 1157500"/>
              <a:gd name="connsiteX138" fmla="*/ 11147719 w 12192000"/>
              <a:gd name="connsiteY138" fmla="*/ 80560 h 1157500"/>
              <a:gd name="connsiteX139" fmla="*/ 11172617 w 12192000"/>
              <a:gd name="connsiteY139" fmla="*/ 76265 h 1157500"/>
              <a:gd name="connsiteX140" fmla="*/ 11240397 w 12192000"/>
              <a:gd name="connsiteY140" fmla="*/ 81830 h 1157500"/>
              <a:gd name="connsiteX141" fmla="*/ 11270034 w 12192000"/>
              <a:gd name="connsiteY141" fmla="*/ 91947 h 1157500"/>
              <a:gd name="connsiteX142" fmla="*/ 11293091 w 12192000"/>
              <a:gd name="connsiteY142" fmla="*/ 92042 h 1157500"/>
              <a:gd name="connsiteX143" fmla="*/ 11310949 w 12192000"/>
              <a:gd name="connsiteY143" fmla="*/ 97842 h 1157500"/>
              <a:gd name="connsiteX144" fmla="*/ 11345279 w 12192000"/>
              <a:gd name="connsiteY144" fmla="*/ 95451 h 1157500"/>
              <a:gd name="connsiteX145" fmla="*/ 11354597 w 12192000"/>
              <a:gd name="connsiteY145" fmla="*/ 97953 h 1157500"/>
              <a:gd name="connsiteX146" fmla="*/ 11367725 w 12192000"/>
              <a:gd name="connsiteY146" fmla="*/ 97999 h 1157500"/>
              <a:gd name="connsiteX147" fmla="*/ 11399832 w 12192000"/>
              <a:gd name="connsiteY147" fmla="*/ 110616 h 1157500"/>
              <a:gd name="connsiteX148" fmla="*/ 11487595 w 12192000"/>
              <a:gd name="connsiteY148" fmla="*/ 152322 h 1157500"/>
              <a:gd name="connsiteX149" fmla="*/ 11590850 w 12192000"/>
              <a:gd name="connsiteY149" fmla="*/ 238552 h 1157500"/>
              <a:gd name="connsiteX150" fmla="*/ 11736204 w 12192000"/>
              <a:gd name="connsiteY150" fmla="*/ 277509 h 1157500"/>
              <a:gd name="connsiteX151" fmla="*/ 11760331 w 12192000"/>
              <a:gd name="connsiteY151" fmla="*/ 291936 h 1157500"/>
              <a:gd name="connsiteX152" fmla="*/ 11819139 w 12192000"/>
              <a:gd name="connsiteY152" fmla="*/ 304143 h 1157500"/>
              <a:gd name="connsiteX153" fmla="*/ 11821967 w 12192000"/>
              <a:gd name="connsiteY153" fmla="*/ 305790 h 1157500"/>
              <a:gd name="connsiteX154" fmla="*/ 11847125 w 12192000"/>
              <a:gd name="connsiteY154" fmla="*/ 297401 h 1157500"/>
              <a:gd name="connsiteX155" fmla="*/ 11980134 w 12192000"/>
              <a:gd name="connsiteY155" fmla="*/ 321911 h 1157500"/>
              <a:gd name="connsiteX156" fmla="*/ 12174576 w 12192000"/>
              <a:gd name="connsiteY156" fmla="*/ 376108 h 1157500"/>
              <a:gd name="connsiteX157" fmla="*/ 12192000 w 12192000"/>
              <a:gd name="connsiteY157" fmla="*/ 379233 h 1157500"/>
              <a:gd name="connsiteX158" fmla="*/ 12192000 w 12192000"/>
              <a:gd name="connsiteY158" fmla="*/ 1157500 h 1157500"/>
              <a:gd name="connsiteX159" fmla="*/ 0 w 12192000"/>
              <a:gd name="connsiteY159" fmla="*/ 1157500 h 1157500"/>
              <a:gd name="connsiteX160" fmla="*/ 0 w 12192000"/>
              <a:gd name="connsiteY160" fmla="*/ 483545 h 1157500"/>
              <a:gd name="connsiteX161" fmla="*/ 5331 w 12192000"/>
              <a:gd name="connsiteY161" fmla="*/ 482797 h 1157500"/>
              <a:gd name="connsiteX162" fmla="*/ 39902 w 12192000"/>
              <a:gd name="connsiteY162" fmla="*/ 472284 h 1157500"/>
              <a:gd name="connsiteX163" fmla="*/ 117880 w 12192000"/>
              <a:gd name="connsiteY163" fmla="*/ 420956 h 1157500"/>
              <a:gd name="connsiteX164" fmla="*/ 238140 w 12192000"/>
              <a:gd name="connsiteY164" fmla="*/ 379297 h 1157500"/>
              <a:gd name="connsiteX165" fmla="*/ 249589 w 12192000"/>
              <a:gd name="connsiteY165" fmla="*/ 379517 h 1157500"/>
              <a:gd name="connsiteX166" fmla="*/ 296963 w 12192000"/>
              <a:gd name="connsiteY166" fmla="*/ 356102 h 1157500"/>
              <a:gd name="connsiteX167" fmla="*/ 339235 w 12192000"/>
              <a:gd name="connsiteY167" fmla="*/ 324425 h 1157500"/>
              <a:gd name="connsiteX168" fmla="*/ 447152 w 12192000"/>
              <a:gd name="connsiteY168" fmla="*/ 327423 h 1157500"/>
              <a:gd name="connsiteX169" fmla="*/ 475247 w 12192000"/>
              <a:gd name="connsiteY169" fmla="*/ 336714 h 1157500"/>
              <a:gd name="connsiteX170" fmla="*/ 477967 w 12192000"/>
              <a:gd name="connsiteY170" fmla="*/ 337960 h 1157500"/>
              <a:gd name="connsiteX171" fmla="*/ 703732 w 12192000"/>
              <a:gd name="connsiteY171" fmla="*/ 316599 h 1157500"/>
              <a:gd name="connsiteX172" fmla="*/ 853391 w 12192000"/>
              <a:gd name="connsiteY172" fmla="*/ 303591 h 1157500"/>
              <a:gd name="connsiteX173" fmla="*/ 925332 w 12192000"/>
              <a:gd name="connsiteY173" fmla="*/ 298686 h 1157500"/>
              <a:gd name="connsiteX174" fmla="*/ 941286 w 12192000"/>
              <a:gd name="connsiteY174" fmla="*/ 288932 h 1157500"/>
              <a:gd name="connsiteX175" fmla="*/ 950845 w 12192000"/>
              <a:gd name="connsiteY175" fmla="*/ 286595 h 1157500"/>
              <a:gd name="connsiteX176" fmla="*/ 953292 w 12192000"/>
              <a:gd name="connsiteY176" fmla="*/ 280892 h 1157500"/>
              <a:gd name="connsiteX177" fmla="*/ 967499 w 12192000"/>
              <a:gd name="connsiteY177" fmla="*/ 273760 h 1157500"/>
              <a:gd name="connsiteX178" fmla="*/ 1069267 w 12192000"/>
              <a:gd name="connsiteY178" fmla="*/ 262766 h 1157500"/>
              <a:gd name="connsiteX179" fmla="*/ 1138407 w 12192000"/>
              <a:gd name="connsiteY179" fmla="*/ 246567 h 1157500"/>
              <a:gd name="connsiteX180" fmla="*/ 1164931 w 12192000"/>
              <a:gd name="connsiteY180" fmla="*/ 238622 h 1157500"/>
              <a:gd name="connsiteX181" fmla="*/ 1211622 w 12192000"/>
              <a:gd name="connsiteY181" fmla="*/ 220676 h 1157500"/>
              <a:gd name="connsiteX182" fmla="*/ 1274567 w 12192000"/>
              <a:gd name="connsiteY182" fmla="*/ 203380 h 1157500"/>
              <a:gd name="connsiteX183" fmla="*/ 1325029 w 12192000"/>
              <a:gd name="connsiteY183" fmla="*/ 207937 h 1157500"/>
              <a:gd name="connsiteX184" fmla="*/ 1356805 w 12192000"/>
              <a:gd name="connsiteY184" fmla="*/ 203622 h 1157500"/>
              <a:gd name="connsiteX185" fmla="*/ 1468752 w 12192000"/>
              <a:gd name="connsiteY185" fmla="*/ 214604 h 1157500"/>
              <a:gd name="connsiteX186" fmla="*/ 1650750 w 12192000"/>
              <a:gd name="connsiteY186" fmla="*/ 165090 h 1157500"/>
              <a:gd name="connsiteX187" fmla="*/ 1655056 w 12192000"/>
              <a:gd name="connsiteY187" fmla="*/ 172106 h 1157500"/>
              <a:gd name="connsiteX188" fmla="*/ 1683220 w 12192000"/>
              <a:gd name="connsiteY188" fmla="*/ 169652 h 1157500"/>
              <a:gd name="connsiteX189" fmla="*/ 1685599 w 12192000"/>
              <a:gd name="connsiteY189" fmla="*/ 165388 h 1157500"/>
              <a:gd name="connsiteX190" fmla="*/ 1735783 w 12192000"/>
              <a:gd name="connsiteY190" fmla="*/ 177400 h 1157500"/>
              <a:gd name="connsiteX191" fmla="*/ 1797102 w 12192000"/>
              <a:gd name="connsiteY191" fmla="*/ 182289 h 1157500"/>
              <a:gd name="connsiteX192" fmla="*/ 1845638 w 12192000"/>
              <a:gd name="connsiteY192" fmla="*/ 163774 h 1157500"/>
              <a:gd name="connsiteX193" fmla="*/ 1848980 w 12192000"/>
              <a:gd name="connsiteY193" fmla="*/ 167516 h 1157500"/>
              <a:gd name="connsiteX194" fmla="*/ 1880587 w 12192000"/>
              <a:gd name="connsiteY194" fmla="*/ 165506 h 1157500"/>
              <a:gd name="connsiteX195" fmla="*/ 1995803 w 12192000"/>
              <a:gd name="connsiteY195" fmla="*/ 131847 h 1157500"/>
              <a:gd name="connsiteX196" fmla="*/ 2057448 w 12192000"/>
              <a:gd name="connsiteY196" fmla="*/ 128650 h 1157500"/>
              <a:gd name="connsiteX197" fmla="*/ 2119088 w 12192000"/>
              <a:gd name="connsiteY197" fmla="*/ 113508 h 1157500"/>
              <a:gd name="connsiteX198" fmla="*/ 2138831 w 12192000"/>
              <a:gd name="connsiteY198" fmla="*/ 116194 h 1157500"/>
              <a:gd name="connsiteX199" fmla="*/ 2214259 w 12192000"/>
              <a:gd name="connsiteY199" fmla="*/ 110542 h 1157500"/>
              <a:gd name="connsiteX200" fmla="*/ 2264911 w 12192000"/>
              <a:gd name="connsiteY200" fmla="*/ 101639 h 1157500"/>
              <a:gd name="connsiteX201" fmla="*/ 2454058 w 12192000"/>
              <a:gd name="connsiteY201" fmla="*/ 67266 h 1157500"/>
              <a:gd name="connsiteX202" fmla="*/ 2534188 w 12192000"/>
              <a:gd name="connsiteY202" fmla="*/ 63730 h 1157500"/>
              <a:gd name="connsiteX203" fmla="*/ 2616912 w 12192000"/>
              <a:gd name="connsiteY203" fmla="*/ 44757 h 1157500"/>
              <a:gd name="connsiteX204" fmla="*/ 2698592 w 12192000"/>
              <a:gd name="connsiteY204" fmla="*/ 35873 h 1157500"/>
              <a:gd name="connsiteX205" fmla="*/ 2891953 w 12192000"/>
              <a:gd name="connsiteY205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590850 w 12192000"/>
              <a:gd name="connsiteY148" fmla="*/ 238552 h 1157500"/>
              <a:gd name="connsiteX149" fmla="*/ 11736204 w 12192000"/>
              <a:gd name="connsiteY149" fmla="*/ 277509 h 1157500"/>
              <a:gd name="connsiteX150" fmla="*/ 11760331 w 12192000"/>
              <a:gd name="connsiteY150" fmla="*/ 291936 h 1157500"/>
              <a:gd name="connsiteX151" fmla="*/ 11819139 w 12192000"/>
              <a:gd name="connsiteY151" fmla="*/ 304143 h 1157500"/>
              <a:gd name="connsiteX152" fmla="*/ 11821967 w 12192000"/>
              <a:gd name="connsiteY152" fmla="*/ 305790 h 1157500"/>
              <a:gd name="connsiteX153" fmla="*/ 11847125 w 12192000"/>
              <a:gd name="connsiteY153" fmla="*/ 297401 h 1157500"/>
              <a:gd name="connsiteX154" fmla="*/ 11980134 w 12192000"/>
              <a:gd name="connsiteY154" fmla="*/ 321911 h 1157500"/>
              <a:gd name="connsiteX155" fmla="*/ 12174576 w 12192000"/>
              <a:gd name="connsiteY155" fmla="*/ 376108 h 1157500"/>
              <a:gd name="connsiteX156" fmla="*/ 12192000 w 12192000"/>
              <a:gd name="connsiteY156" fmla="*/ 379233 h 1157500"/>
              <a:gd name="connsiteX157" fmla="*/ 12192000 w 12192000"/>
              <a:gd name="connsiteY157" fmla="*/ 1157500 h 1157500"/>
              <a:gd name="connsiteX158" fmla="*/ 0 w 12192000"/>
              <a:gd name="connsiteY158" fmla="*/ 1157500 h 1157500"/>
              <a:gd name="connsiteX159" fmla="*/ 0 w 12192000"/>
              <a:gd name="connsiteY159" fmla="*/ 483545 h 1157500"/>
              <a:gd name="connsiteX160" fmla="*/ 5331 w 12192000"/>
              <a:gd name="connsiteY160" fmla="*/ 482797 h 1157500"/>
              <a:gd name="connsiteX161" fmla="*/ 39902 w 12192000"/>
              <a:gd name="connsiteY161" fmla="*/ 472284 h 1157500"/>
              <a:gd name="connsiteX162" fmla="*/ 117880 w 12192000"/>
              <a:gd name="connsiteY162" fmla="*/ 420956 h 1157500"/>
              <a:gd name="connsiteX163" fmla="*/ 238140 w 12192000"/>
              <a:gd name="connsiteY163" fmla="*/ 379297 h 1157500"/>
              <a:gd name="connsiteX164" fmla="*/ 249589 w 12192000"/>
              <a:gd name="connsiteY164" fmla="*/ 379517 h 1157500"/>
              <a:gd name="connsiteX165" fmla="*/ 296963 w 12192000"/>
              <a:gd name="connsiteY165" fmla="*/ 356102 h 1157500"/>
              <a:gd name="connsiteX166" fmla="*/ 339235 w 12192000"/>
              <a:gd name="connsiteY166" fmla="*/ 324425 h 1157500"/>
              <a:gd name="connsiteX167" fmla="*/ 447152 w 12192000"/>
              <a:gd name="connsiteY167" fmla="*/ 327423 h 1157500"/>
              <a:gd name="connsiteX168" fmla="*/ 475247 w 12192000"/>
              <a:gd name="connsiteY168" fmla="*/ 336714 h 1157500"/>
              <a:gd name="connsiteX169" fmla="*/ 477967 w 12192000"/>
              <a:gd name="connsiteY169" fmla="*/ 337960 h 1157500"/>
              <a:gd name="connsiteX170" fmla="*/ 703732 w 12192000"/>
              <a:gd name="connsiteY170" fmla="*/ 316599 h 1157500"/>
              <a:gd name="connsiteX171" fmla="*/ 853391 w 12192000"/>
              <a:gd name="connsiteY171" fmla="*/ 303591 h 1157500"/>
              <a:gd name="connsiteX172" fmla="*/ 925332 w 12192000"/>
              <a:gd name="connsiteY172" fmla="*/ 298686 h 1157500"/>
              <a:gd name="connsiteX173" fmla="*/ 941286 w 12192000"/>
              <a:gd name="connsiteY173" fmla="*/ 288932 h 1157500"/>
              <a:gd name="connsiteX174" fmla="*/ 950845 w 12192000"/>
              <a:gd name="connsiteY174" fmla="*/ 286595 h 1157500"/>
              <a:gd name="connsiteX175" fmla="*/ 953292 w 12192000"/>
              <a:gd name="connsiteY175" fmla="*/ 280892 h 1157500"/>
              <a:gd name="connsiteX176" fmla="*/ 967499 w 12192000"/>
              <a:gd name="connsiteY176" fmla="*/ 273760 h 1157500"/>
              <a:gd name="connsiteX177" fmla="*/ 1069267 w 12192000"/>
              <a:gd name="connsiteY177" fmla="*/ 262766 h 1157500"/>
              <a:gd name="connsiteX178" fmla="*/ 1138407 w 12192000"/>
              <a:gd name="connsiteY178" fmla="*/ 246567 h 1157500"/>
              <a:gd name="connsiteX179" fmla="*/ 1164931 w 12192000"/>
              <a:gd name="connsiteY179" fmla="*/ 238622 h 1157500"/>
              <a:gd name="connsiteX180" fmla="*/ 1211622 w 12192000"/>
              <a:gd name="connsiteY180" fmla="*/ 220676 h 1157500"/>
              <a:gd name="connsiteX181" fmla="*/ 1274567 w 12192000"/>
              <a:gd name="connsiteY181" fmla="*/ 203380 h 1157500"/>
              <a:gd name="connsiteX182" fmla="*/ 1325029 w 12192000"/>
              <a:gd name="connsiteY182" fmla="*/ 207937 h 1157500"/>
              <a:gd name="connsiteX183" fmla="*/ 1356805 w 12192000"/>
              <a:gd name="connsiteY183" fmla="*/ 203622 h 1157500"/>
              <a:gd name="connsiteX184" fmla="*/ 1468752 w 12192000"/>
              <a:gd name="connsiteY184" fmla="*/ 214604 h 1157500"/>
              <a:gd name="connsiteX185" fmla="*/ 1650750 w 12192000"/>
              <a:gd name="connsiteY185" fmla="*/ 165090 h 1157500"/>
              <a:gd name="connsiteX186" fmla="*/ 1655056 w 12192000"/>
              <a:gd name="connsiteY186" fmla="*/ 172106 h 1157500"/>
              <a:gd name="connsiteX187" fmla="*/ 1683220 w 12192000"/>
              <a:gd name="connsiteY187" fmla="*/ 169652 h 1157500"/>
              <a:gd name="connsiteX188" fmla="*/ 1685599 w 12192000"/>
              <a:gd name="connsiteY188" fmla="*/ 165388 h 1157500"/>
              <a:gd name="connsiteX189" fmla="*/ 1735783 w 12192000"/>
              <a:gd name="connsiteY189" fmla="*/ 177400 h 1157500"/>
              <a:gd name="connsiteX190" fmla="*/ 1797102 w 12192000"/>
              <a:gd name="connsiteY190" fmla="*/ 182289 h 1157500"/>
              <a:gd name="connsiteX191" fmla="*/ 1845638 w 12192000"/>
              <a:gd name="connsiteY191" fmla="*/ 163774 h 1157500"/>
              <a:gd name="connsiteX192" fmla="*/ 1848980 w 12192000"/>
              <a:gd name="connsiteY192" fmla="*/ 167516 h 1157500"/>
              <a:gd name="connsiteX193" fmla="*/ 1880587 w 12192000"/>
              <a:gd name="connsiteY193" fmla="*/ 165506 h 1157500"/>
              <a:gd name="connsiteX194" fmla="*/ 1995803 w 12192000"/>
              <a:gd name="connsiteY194" fmla="*/ 131847 h 1157500"/>
              <a:gd name="connsiteX195" fmla="*/ 2057448 w 12192000"/>
              <a:gd name="connsiteY195" fmla="*/ 128650 h 1157500"/>
              <a:gd name="connsiteX196" fmla="*/ 2119088 w 12192000"/>
              <a:gd name="connsiteY196" fmla="*/ 113508 h 1157500"/>
              <a:gd name="connsiteX197" fmla="*/ 2138831 w 12192000"/>
              <a:gd name="connsiteY197" fmla="*/ 116194 h 1157500"/>
              <a:gd name="connsiteX198" fmla="*/ 2214259 w 12192000"/>
              <a:gd name="connsiteY198" fmla="*/ 110542 h 1157500"/>
              <a:gd name="connsiteX199" fmla="*/ 2264911 w 12192000"/>
              <a:gd name="connsiteY199" fmla="*/ 101639 h 1157500"/>
              <a:gd name="connsiteX200" fmla="*/ 2454058 w 12192000"/>
              <a:gd name="connsiteY200" fmla="*/ 67266 h 1157500"/>
              <a:gd name="connsiteX201" fmla="*/ 2534188 w 12192000"/>
              <a:gd name="connsiteY201" fmla="*/ 63730 h 1157500"/>
              <a:gd name="connsiteX202" fmla="*/ 2616912 w 12192000"/>
              <a:gd name="connsiteY202" fmla="*/ 44757 h 1157500"/>
              <a:gd name="connsiteX203" fmla="*/ 2698592 w 12192000"/>
              <a:gd name="connsiteY203" fmla="*/ 35873 h 1157500"/>
              <a:gd name="connsiteX204" fmla="*/ 2891953 w 12192000"/>
              <a:gd name="connsiteY204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60331 w 12192000"/>
              <a:gd name="connsiteY149" fmla="*/ 291936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847125 w 12192000"/>
              <a:gd name="connsiteY152" fmla="*/ 297401 h 1157500"/>
              <a:gd name="connsiteX153" fmla="*/ 11980134 w 12192000"/>
              <a:gd name="connsiteY153" fmla="*/ 321911 h 1157500"/>
              <a:gd name="connsiteX154" fmla="*/ 12174576 w 12192000"/>
              <a:gd name="connsiteY154" fmla="*/ 376108 h 1157500"/>
              <a:gd name="connsiteX155" fmla="*/ 12192000 w 12192000"/>
              <a:gd name="connsiteY155" fmla="*/ 379233 h 1157500"/>
              <a:gd name="connsiteX156" fmla="*/ 12192000 w 12192000"/>
              <a:gd name="connsiteY156" fmla="*/ 1157500 h 1157500"/>
              <a:gd name="connsiteX157" fmla="*/ 0 w 12192000"/>
              <a:gd name="connsiteY157" fmla="*/ 1157500 h 1157500"/>
              <a:gd name="connsiteX158" fmla="*/ 0 w 12192000"/>
              <a:gd name="connsiteY158" fmla="*/ 483545 h 1157500"/>
              <a:gd name="connsiteX159" fmla="*/ 5331 w 12192000"/>
              <a:gd name="connsiteY159" fmla="*/ 482797 h 1157500"/>
              <a:gd name="connsiteX160" fmla="*/ 39902 w 12192000"/>
              <a:gd name="connsiteY160" fmla="*/ 472284 h 1157500"/>
              <a:gd name="connsiteX161" fmla="*/ 117880 w 12192000"/>
              <a:gd name="connsiteY161" fmla="*/ 420956 h 1157500"/>
              <a:gd name="connsiteX162" fmla="*/ 238140 w 12192000"/>
              <a:gd name="connsiteY162" fmla="*/ 379297 h 1157500"/>
              <a:gd name="connsiteX163" fmla="*/ 249589 w 12192000"/>
              <a:gd name="connsiteY163" fmla="*/ 379517 h 1157500"/>
              <a:gd name="connsiteX164" fmla="*/ 296963 w 12192000"/>
              <a:gd name="connsiteY164" fmla="*/ 356102 h 1157500"/>
              <a:gd name="connsiteX165" fmla="*/ 339235 w 12192000"/>
              <a:gd name="connsiteY165" fmla="*/ 324425 h 1157500"/>
              <a:gd name="connsiteX166" fmla="*/ 447152 w 12192000"/>
              <a:gd name="connsiteY166" fmla="*/ 327423 h 1157500"/>
              <a:gd name="connsiteX167" fmla="*/ 475247 w 12192000"/>
              <a:gd name="connsiteY167" fmla="*/ 336714 h 1157500"/>
              <a:gd name="connsiteX168" fmla="*/ 477967 w 12192000"/>
              <a:gd name="connsiteY168" fmla="*/ 337960 h 1157500"/>
              <a:gd name="connsiteX169" fmla="*/ 703732 w 12192000"/>
              <a:gd name="connsiteY169" fmla="*/ 316599 h 1157500"/>
              <a:gd name="connsiteX170" fmla="*/ 853391 w 12192000"/>
              <a:gd name="connsiteY170" fmla="*/ 303591 h 1157500"/>
              <a:gd name="connsiteX171" fmla="*/ 925332 w 12192000"/>
              <a:gd name="connsiteY171" fmla="*/ 298686 h 1157500"/>
              <a:gd name="connsiteX172" fmla="*/ 941286 w 12192000"/>
              <a:gd name="connsiteY172" fmla="*/ 288932 h 1157500"/>
              <a:gd name="connsiteX173" fmla="*/ 950845 w 12192000"/>
              <a:gd name="connsiteY173" fmla="*/ 286595 h 1157500"/>
              <a:gd name="connsiteX174" fmla="*/ 953292 w 12192000"/>
              <a:gd name="connsiteY174" fmla="*/ 280892 h 1157500"/>
              <a:gd name="connsiteX175" fmla="*/ 967499 w 12192000"/>
              <a:gd name="connsiteY175" fmla="*/ 273760 h 1157500"/>
              <a:gd name="connsiteX176" fmla="*/ 1069267 w 12192000"/>
              <a:gd name="connsiteY176" fmla="*/ 262766 h 1157500"/>
              <a:gd name="connsiteX177" fmla="*/ 1138407 w 12192000"/>
              <a:gd name="connsiteY177" fmla="*/ 246567 h 1157500"/>
              <a:gd name="connsiteX178" fmla="*/ 1164931 w 12192000"/>
              <a:gd name="connsiteY178" fmla="*/ 238622 h 1157500"/>
              <a:gd name="connsiteX179" fmla="*/ 1211622 w 12192000"/>
              <a:gd name="connsiteY179" fmla="*/ 220676 h 1157500"/>
              <a:gd name="connsiteX180" fmla="*/ 1274567 w 12192000"/>
              <a:gd name="connsiteY180" fmla="*/ 203380 h 1157500"/>
              <a:gd name="connsiteX181" fmla="*/ 1325029 w 12192000"/>
              <a:gd name="connsiteY181" fmla="*/ 207937 h 1157500"/>
              <a:gd name="connsiteX182" fmla="*/ 1356805 w 12192000"/>
              <a:gd name="connsiteY182" fmla="*/ 203622 h 1157500"/>
              <a:gd name="connsiteX183" fmla="*/ 1468752 w 12192000"/>
              <a:gd name="connsiteY183" fmla="*/ 214604 h 1157500"/>
              <a:gd name="connsiteX184" fmla="*/ 1650750 w 12192000"/>
              <a:gd name="connsiteY184" fmla="*/ 165090 h 1157500"/>
              <a:gd name="connsiteX185" fmla="*/ 1655056 w 12192000"/>
              <a:gd name="connsiteY185" fmla="*/ 172106 h 1157500"/>
              <a:gd name="connsiteX186" fmla="*/ 1683220 w 12192000"/>
              <a:gd name="connsiteY186" fmla="*/ 169652 h 1157500"/>
              <a:gd name="connsiteX187" fmla="*/ 1685599 w 12192000"/>
              <a:gd name="connsiteY187" fmla="*/ 165388 h 1157500"/>
              <a:gd name="connsiteX188" fmla="*/ 1735783 w 12192000"/>
              <a:gd name="connsiteY188" fmla="*/ 177400 h 1157500"/>
              <a:gd name="connsiteX189" fmla="*/ 1797102 w 12192000"/>
              <a:gd name="connsiteY189" fmla="*/ 182289 h 1157500"/>
              <a:gd name="connsiteX190" fmla="*/ 1845638 w 12192000"/>
              <a:gd name="connsiteY190" fmla="*/ 163774 h 1157500"/>
              <a:gd name="connsiteX191" fmla="*/ 1848980 w 12192000"/>
              <a:gd name="connsiteY191" fmla="*/ 167516 h 1157500"/>
              <a:gd name="connsiteX192" fmla="*/ 1880587 w 12192000"/>
              <a:gd name="connsiteY192" fmla="*/ 165506 h 1157500"/>
              <a:gd name="connsiteX193" fmla="*/ 1995803 w 12192000"/>
              <a:gd name="connsiteY193" fmla="*/ 131847 h 1157500"/>
              <a:gd name="connsiteX194" fmla="*/ 2057448 w 12192000"/>
              <a:gd name="connsiteY194" fmla="*/ 128650 h 1157500"/>
              <a:gd name="connsiteX195" fmla="*/ 2119088 w 12192000"/>
              <a:gd name="connsiteY195" fmla="*/ 113508 h 1157500"/>
              <a:gd name="connsiteX196" fmla="*/ 2138831 w 12192000"/>
              <a:gd name="connsiteY196" fmla="*/ 116194 h 1157500"/>
              <a:gd name="connsiteX197" fmla="*/ 2214259 w 12192000"/>
              <a:gd name="connsiteY197" fmla="*/ 110542 h 1157500"/>
              <a:gd name="connsiteX198" fmla="*/ 2264911 w 12192000"/>
              <a:gd name="connsiteY198" fmla="*/ 101639 h 1157500"/>
              <a:gd name="connsiteX199" fmla="*/ 2454058 w 12192000"/>
              <a:gd name="connsiteY199" fmla="*/ 67266 h 1157500"/>
              <a:gd name="connsiteX200" fmla="*/ 2534188 w 12192000"/>
              <a:gd name="connsiteY200" fmla="*/ 63730 h 1157500"/>
              <a:gd name="connsiteX201" fmla="*/ 2616912 w 12192000"/>
              <a:gd name="connsiteY201" fmla="*/ 44757 h 1157500"/>
              <a:gd name="connsiteX202" fmla="*/ 2698592 w 12192000"/>
              <a:gd name="connsiteY202" fmla="*/ 35873 h 1157500"/>
              <a:gd name="connsiteX203" fmla="*/ 2891953 w 12192000"/>
              <a:gd name="connsiteY203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21967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487595 w 12192000"/>
              <a:gd name="connsiteY147" fmla="*/ 152322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399832 w 12192000"/>
              <a:gd name="connsiteY146" fmla="*/ 11061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367725 w 12192000"/>
              <a:gd name="connsiteY145" fmla="*/ 97999 h 1157500"/>
              <a:gd name="connsiteX146" fmla="*/ 11488543 w 12192000"/>
              <a:gd name="connsiteY146" fmla="*/ 144736 h 1157500"/>
              <a:gd name="connsiteX147" fmla="*/ 11603601 w 12192000"/>
              <a:gd name="connsiteY147" fmla="*/ 193266 h 1157500"/>
              <a:gd name="connsiteX148" fmla="*/ 11736204 w 12192000"/>
              <a:gd name="connsiteY148" fmla="*/ 277509 h 1157500"/>
              <a:gd name="connsiteX149" fmla="*/ 11705740 w 12192000"/>
              <a:gd name="connsiteY149" fmla="*/ 250993 h 1157500"/>
              <a:gd name="connsiteX150" fmla="*/ 11819139 w 12192000"/>
              <a:gd name="connsiteY150" fmla="*/ 304143 h 1157500"/>
              <a:gd name="connsiteX151" fmla="*/ 11835615 w 12192000"/>
              <a:gd name="connsiteY151" fmla="*/ 305790 h 1157500"/>
              <a:gd name="connsiteX152" fmla="*/ 11980134 w 12192000"/>
              <a:gd name="connsiteY152" fmla="*/ 321911 h 1157500"/>
              <a:gd name="connsiteX153" fmla="*/ 12174576 w 12192000"/>
              <a:gd name="connsiteY153" fmla="*/ 376108 h 1157500"/>
              <a:gd name="connsiteX154" fmla="*/ 12192000 w 12192000"/>
              <a:gd name="connsiteY154" fmla="*/ 379233 h 1157500"/>
              <a:gd name="connsiteX155" fmla="*/ 12192000 w 12192000"/>
              <a:gd name="connsiteY155" fmla="*/ 1157500 h 1157500"/>
              <a:gd name="connsiteX156" fmla="*/ 0 w 12192000"/>
              <a:gd name="connsiteY156" fmla="*/ 1157500 h 1157500"/>
              <a:gd name="connsiteX157" fmla="*/ 0 w 12192000"/>
              <a:gd name="connsiteY157" fmla="*/ 483545 h 1157500"/>
              <a:gd name="connsiteX158" fmla="*/ 5331 w 12192000"/>
              <a:gd name="connsiteY158" fmla="*/ 482797 h 1157500"/>
              <a:gd name="connsiteX159" fmla="*/ 39902 w 12192000"/>
              <a:gd name="connsiteY159" fmla="*/ 472284 h 1157500"/>
              <a:gd name="connsiteX160" fmla="*/ 117880 w 12192000"/>
              <a:gd name="connsiteY160" fmla="*/ 420956 h 1157500"/>
              <a:gd name="connsiteX161" fmla="*/ 238140 w 12192000"/>
              <a:gd name="connsiteY161" fmla="*/ 379297 h 1157500"/>
              <a:gd name="connsiteX162" fmla="*/ 249589 w 12192000"/>
              <a:gd name="connsiteY162" fmla="*/ 379517 h 1157500"/>
              <a:gd name="connsiteX163" fmla="*/ 296963 w 12192000"/>
              <a:gd name="connsiteY163" fmla="*/ 356102 h 1157500"/>
              <a:gd name="connsiteX164" fmla="*/ 339235 w 12192000"/>
              <a:gd name="connsiteY164" fmla="*/ 324425 h 1157500"/>
              <a:gd name="connsiteX165" fmla="*/ 447152 w 12192000"/>
              <a:gd name="connsiteY165" fmla="*/ 327423 h 1157500"/>
              <a:gd name="connsiteX166" fmla="*/ 475247 w 12192000"/>
              <a:gd name="connsiteY166" fmla="*/ 336714 h 1157500"/>
              <a:gd name="connsiteX167" fmla="*/ 477967 w 12192000"/>
              <a:gd name="connsiteY167" fmla="*/ 337960 h 1157500"/>
              <a:gd name="connsiteX168" fmla="*/ 703732 w 12192000"/>
              <a:gd name="connsiteY168" fmla="*/ 316599 h 1157500"/>
              <a:gd name="connsiteX169" fmla="*/ 853391 w 12192000"/>
              <a:gd name="connsiteY169" fmla="*/ 303591 h 1157500"/>
              <a:gd name="connsiteX170" fmla="*/ 925332 w 12192000"/>
              <a:gd name="connsiteY170" fmla="*/ 298686 h 1157500"/>
              <a:gd name="connsiteX171" fmla="*/ 941286 w 12192000"/>
              <a:gd name="connsiteY171" fmla="*/ 288932 h 1157500"/>
              <a:gd name="connsiteX172" fmla="*/ 950845 w 12192000"/>
              <a:gd name="connsiteY172" fmla="*/ 286595 h 1157500"/>
              <a:gd name="connsiteX173" fmla="*/ 953292 w 12192000"/>
              <a:gd name="connsiteY173" fmla="*/ 280892 h 1157500"/>
              <a:gd name="connsiteX174" fmla="*/ 967499 w 12192000"/>
              <a:gd name="connsiteY174" fmla="*/ 273760 h 1157500"/>
              <a:gd name="connsiteX175" fmla="*/ 1069267 w 12192000"/>
              <a:gd name="connsiteY175" fmla="*/ 262766 h 1157500"/>
              <a:gd name="connsiteX176" fmla="*/ 1138407 w 12192000"/>
              <a:gd name="connsiteY176" fmla="*/ 246567 h 1157500"/>
              <a:gd name="connsiteX177" fmla="*/ 1164931 w 12192000"/>
              <a:gd name="connsiteY177" fmla="*/ 238622 h 1157500"/>
              <a:gd name="connsiteX178" fmla="*/ 1211622 w 12192000"/>
              <a:gd name="connsiteY178" fmla="*/ 220676 h 1157500"/>
              <a:gd name="connsiteX179" fmla="*/ 1274567 w 12192000"/>
              <a:gd name="connsiteY179" fmla="*/ 203380 h 1157500"/>
              <a:gd name="connsiteX180" fmla="*/ 1325029 w 12192000"/>
              <a:gd name="connsiteY180" fmla="*/ 207937 h 1157500"/>
              <a:gd name="connsiteX181" fmla="*/ 1356805 w 12192000"/>
              <a:gd name="connsiteY181" fmla="*/ 203622 h 1157500"/>
              <a:gd name="connsiteX182" fmla="*/ 1468752 w 12192000"/>
              <a:gd name="connsiteY182" fmla="*/ 214604 h 1157500"/>
              <a:gd name="connsiteX183" fmla="*/ 1650750 w 12192000"/>
              <a:gd name="connsiteY183" fmla="*/ 165090 h 1157500"/>
              <a:gd name="connsiteX184" fmla="*/ 1655056 w 12192000"/>
              <a:gd name="connsiteY184" fmla="*/ 172106 h 1157500"/>
              <a:gd name="connsiteX185" fmla="*/ 1683220 w 12192000"/>
              <a:gd name="connsiteY185" fmla="*/ 169652 h 1157500"/>
              <a:gd name="connsiteX186" fmla="*/ 1685599 w 12192000"/>
              <a:gd name="connsiteY186" fmla="*/ 165388 h 1157500"/>
              <a:gd name="connsiteX187" fmla="*/ 1735783 w 12192000"/>
              <a:gd name="connsiteY187" fmla="*/ 177400 h 1157500"/>
              <a:gd name="connsiteX188" fmla="*/ 1797102 w 12192000"/>
              <a:gd name="connsiteY188" fmla="*/ 182289 h 1157500"/>
              <a:gd name="connsiteX189" fmla="*/ 1845638 w 12192000"/>
              <a:gd name="connsiteY189" fmla="*/ 163774 h 1157500"/>
              <a:gd name="connsiteX190" fmla="*/ 1848980 w 12192000"/>
              <a:gd name="connsiteY190" fmla="*/ 167516 h 1157500"/>
              <a:gd name="connsiteX191" fmla="*/ 1880587 w 12192000"/>
              <a:gd name="connsiteY191" fmla="*/ 165506 h 1157500"/>
              <a:gd name="connsiteX192" fmla="*/ 1995803 w 12192000"/>
              <a:gd name="connsiteY192" fmla="*/ 131847 h 1157500"/>
              <a:gd name="connsiteX193" fmla="*/ 2057448 w 12192000"/>
              <a:gd name="connsiteY193" fmla="*/ 128650 h 1157500"/>
              <a:gd name="connsiteX194" fmla="*/ 2119088 w 12192000"/>
              <a:gd name="connsiteY194" fmla="*/ 113508 h 1157500"/>
              <a:gd name="connsiteX195" fmla="*/ 2138831 w 12192000"/>
              <a:gd name="connsiteY195" fmla="*/ 116194 h 1157500"/>
              <a:gd name="connsiteX196" fmla="*/ 2214259 w 12192000"/>
              <a:gd name="connsiteY196" fmla="*/ 110542 h 1157500"/>
              <a:gd name="connsiteX197" fmla="*/ 2264911 w 12192000"/>
              <a:gd name="connsiteY197" fmla="*/ 101639 h 1157500"/>
              <a:gd name="connsiteX198" fmla="*/ 2454058 w 12192000"/>
              <a:gd name="connsiteY198" fmla="*/ 67266 h 1157500"/>
              <a:gd name="connsiteX199" fmla="*/ 2534188 w 12192000"/>
              <a:gd name="connsiteY199" fmla="*/ 63730 h 1157500"/>
              <a:gd name="connsiteX200" fmla="*/ 2616912 w 12192000"/>
              <a:gd name="connsiteY200" fmla="*/ 44757 h 1157500"/>
              <a:gd name="connsiteX201" fmla="*/ 2698592 w 12192000"/>
              <a:gd name="connsiteY201" fmla="*/ 35873 h 1157500"/>
              <a:gd name="connsiteX202" fmla="*/ 2891953 w 12192000"/>
              <a:gd name="connsiteY202" fmla="*/ 28541 h 1157500"/>
              <a:gd name="connsiteX0" fmla="*/ 2891953 w 12192000"/>
              <a:gd name="connsiteY0" fmla="*/ 28541 h 1157500"/>
              <a:gd name="connsiteX1" fmla="*/ 3052621 w 12192000"/>
              <a:gd name="connsiteY1" fmla="*/ 7598 h 1157500"/>
              <a:gd name="connsiteX2" fmla="*/ 3145220 w 12192000"/>
              <a:gd name="connsiteY2" fmla="*/ 9845 h 1157500"/>
              <a:gd name="connsiteX3" fmla="*/ 3233309 w 12192000"/>
              <a:gd name="connsiteY3" fmla="*/ 2536 h 1157500"/>
              <a:gd name="connsiteX4" fmla="*/ 3320851 w 12192000"/>
              <a:gd name="connsiteY4" fmla="*/ 12470 h 1157500"/>
              <a:gd name="connsiteX5" fmla="*/ 3394552 w 12192000"/>
              <a:gd name="connsiteY5" fmla="*/ 31847 h 1157500"/>
              <a:gd name="connsiteX6" fmla="*/ 3462252 w 12192000"/>
              <a:gd name="connsiteY6" fmla="*/ 62214 h 1157500"/>
              <a:gd name="connsiteX7" fmla="*/ 3504799 w 12192000"/>
              <a:gd name="connsiteY7" fmla="*/ 86931 h 1157500"/>
              <a:gd name="connsiteX8" fmla="*/ 3568807 w 12192000"/>
              <a:gd name="connsiteY8" fmla="*/ 78125 h 1157500"/>
              <a:gd name="connsiteX9" fmla="*/ 3571993 w 12192000"/>
              <a:gd name="connsiteY9" fmla="*/ 80673 h 1157500"/>
              <a:gd name="connsiteX10" fmla="*/ 3590879 w 12192000"/>
              <a:gd name="connsiteY10" fmla="*/ 93683 h 1157500"/>
              <a:gd name="connsiteX11" fmla="*/ 3623973 w 12192000"/>
              <a:gd name="connsiteY11" fmla="*/ 86652 h 1157500"/>
              <a:gd name="connsiteX12" fmla="*/ 3636728 w 12192000"/>
              <a:gd name="connsiteY12" fmla="*/ 91587 h 1157500"/>
              <a:gd name="connsiteX13" fmla="*/ 3676976 w 12192000"/>
              <a:gd name="connsiteY13" fmla="*/ 90168 h 1157500"/>
              <a:gd name="connsiteX14" fmla="*/ 3722653 w 12192000"/>
              <a:gd name="connsiteY14" fmla="*/ 108931 h 1157500"/>
              <a:gd name="connsiteX15" fmla="*/ 3775112 w 12192000"/>
              <a:gd name="connsiteY15" fmla="*/ 92538 h 1157500"/>
              <a:gd name="connsiteX16" fmla="*/ 3932956 w 12192000"/>
              <a:gd name="connsiteY16" fmla="*/ 115905 h 1157500"/>
              <a:gd name="connsiteX17" fmla="*/ 4100593 w 12192000"/>
              <a:gd name="connsiteY17" fmla="*/ 157402 h 1157500"/>
              <a:gd name="connsiteX18" fmla="*/ 4316364 w 12192000"/>
              <a:gd name="connsiteY18" fmla="*/ 171021 h 1157500"/>
              <a:gd name="connsiteX19" fmla="*/ 4387387 w 12192000"/>
              <a:gd name="connsiteY19" fmla="*/ 157928 h 1157500"/>
              <a:gd name="connsiteX20" fmla="*/ 4427957 w 12192000"/>
              <a:gd name="connsiteY20" fmla="*/ 171094 h 1157500"/>
              <a:gd name="connsiteX21" fmla="*/ 4502291 w 12192000"/>
              <a:gd name="connsiteY21" fmla="*/ 181765 h 1157500"/>
              <a:gd name="connsiteX22" fmla="*/ 4600771 w 12192000"/>
              <a:gd name="connsiteY22" fmla="*/ 205711 h 1157500"/>
              <a:gd name="connsiteX23" fmla="*/ 4644102 w 12192000"/>
              <a:gd name="connsiteY23" fmla="*/ 203931 h 1157500"/>
              <a:gd name="connsiteX24" fmla="*/ 4652752 w 12192000"/>
              <a:gd name="connsiteY24" fmla="*/ 204470 h 1157500"/>
              <a:gd name="connsiteX25" fmla="*/ 4652896 w 12192000"/>
              <a:gd name="connsiteY25" fmla="*/ 204854 h 1157500"/>
              <a:gd name="connsiteX26" fmla="*/ 4685303 w 12192000"/>
              <a:gd name="connsiteY26" fmla="*/ 206507 h 1157500"/>
              <a:gd name="connsiteX27" fmla="*/ 4690886 w 12192000"/>
              <a:gd name="connsiteY27" fmla="*/ 209335 h 1157500"/>
              <a:gd name="connsiteX28" fmla="*/ 4725430 w 12192000"/>
              <a:gd name="connsiteY28" fmla="*/ 232300 h 1157500"/>
              <a:gd name="connsiteX29" fmla="*/ 4800051 w 12192000"/>
              <a:gd name="connsiteY29" fmla="*/ 224667 h 1157500"/>
              <a:gd name="connsiteX30" fmla="*/ 4875115 w 12192000"/>
              <a:gd name="connsiteY30" fmla="*/ 257918 h 1157500"/>
              <a:gd name="connsiteX31" fmla="*/ 4936450 w 12192000"/>
              <a:gd name="connsiteY31" fmla="*/ 274470 h 1157500"/>
              <a:gd name="connsiteX32" fmla="*/ 5030961 w 12192000"/>
              <a:gd name="connsiteY32" fmla="*/ 299480 h 1157500"/>
              <a:gd name="connsiteX33" fmla="*/ 5082734 w 12192000"/>
              <a:gd name="connsiteY33" fmla="*/ 302149 h 1157500"/>
              <a:gd name="connsiteX34" fmla="*/ 5138799 w 12192000"/>
              <a:gd name="connsiteY34" fmla="*/ 297368 h 1157500"/>
              <a:gd name="connsiteX35" fmla="*/ 5259695 w 12192000"/>
              <a:gd name="connsiteY35" fmla="*/ 324044 h 1157500"/>
              <a:gd name="connsiteX36" fmla="*/ 5359642 w 12192000"/>
              <a:gd name="connsiteY36" fmla="*/ 334143 h 1157500"/>
              <a:gd name="connsiteX37" fmla="*/ 5372918 w 12192000"/>
              <a:gd name="connsiteY37" fmla="*/ 330402 h 1157500"/>
              <a:gd name="connsiteX38" fmla="*/ 5396084 w 12192000"/>
              <a:gd name="connsiteY38" fmla="*/ 321836 h 1157500"/>
              <a:gd name="connsiteX39" fmla="*/ 5414292 w 12192000"/>
              <a:gd name="connsiteY39" fmla="*/ 314431 h 1157500"/>
              <a:gd name="connsiteX40" fmla="*/ 5487276 w 12192000"/>
              <a:gd name="connsiteY40" fmla="*/ 300918 h 1157500"/>
              <a:gd name="connsiteX41" fmla="*/ 5612716 w 12192000"/>
              <a:gd name="connsiteY41" fmla="*/ 301686 h 1157500"/>
              <a:gd name="connsiteX42" fmla="*/ 5864813 w 12192000"/>
              <a:gd name="connsiteY42" fmla="*/ 251420 h 1157500"/>
              <a:gd name="connsiteX43" fmla="*/ 6151392 w 12192000"/>
              <a:gd name="connsiteY43" fmla="*/ 219300 h 1157500"/>
              <a:gd name="connsiteX44" fmla="*/ 6209396 w 12192000"/>
              <a:gd name="connsiteY44" fmla="*/ 214037 h 1157500"/>
              <a:gd name="connsiteX45" fmla="*/ 6269898 w 12192000"/>
              <a:gd name="connsiteY45" fmla="*/ 219868 h 1157500"/>
              <a:gd name="connsiteX46" fmla="*/ 6352373 w 12192000"/>
              <a:gd name="connsiteY46" fmla="*/ 202729 h 1157500"/>
              <a:gd name="connsiteX47" fmla="*/ 6353759 w 12192000"/>
              <a:gd name="connsiteY47" fmla="*/ 202703 h 1157500"/>
              <a:gd name="connsiteX48" fmla="*/ 6363346 w 12192000"/>
              <a:gd name="connsiteY48" fmla="*/ 190268 h 1157500"/>
              <a:gd name="connsiteX49" fmla="*/ 6400681 w 12192000"/>
              <a:gd name="connsiteY49" fmla="*/ 197970 h 1157500"/>
              <a:gd name="connsiteX50" fmla="*/ 6402041 w 12192000"/>
              <a:gd name="connsiteY50" fmla="*/ 200641 h 1157500"/>
              <a:gd name="connsiteX51" fmla="*/ 6502019 w 12192000"/>
              <a:gd name="connsiteY51" fmla="*/ 192356 h 1157500"/>
              <a:gd name="connsiteX52" fmla="*/ 6518229 w 12192000"/>
              <a:gd name="connsiteY52" fmla="*/ 191407 h 1157500"/>
              <a:gd name="connsiteX53" fmla="*/ 6595639 w 12192000"/>
              <a:gd name="connsiteY53" fmla="*/ 168164 h 1157500"/>
              <a:gd name="connsiteX54" fmla="*/ 6692265 w 12192000"/>
              <a:gd name="connsiteY54" fmla="*/ 164829 h 1157500"/>
              <a:gd name="connsiteX55" fmla="*/ 6697219 w 12192000"/>
              <a:gd name="connsiteY55" fmla="*/ 165301 h 1157500"/>
              <a:gd name="connsiteX56" fmla="*/ 6713656 w 12192000"/>
              <a:gd name="connsiteY56" fmla="*/ 153600 h 1157500"/>
              <a:gd name="connsiteX57" fmla="*/ 6714383 w 12192000"/>
              <a:gd name="connsiteY57" fmla="*/ 150425 h 1157500"/>
              <a:gd name="connsiteX58" fmla="*/ 6774793 w 12192000"/>
              <a:gd name="connsiteY58" fmla="*/ 159713 h 1157500"/>
              <a:gd name="connsiteX59" fmla="*/ 6782112 w 12192000"/>
              <a:gd name="connsiteY59" fmla="*/ 155255 h 1157500"/>
              <a:gd name="connsiteX60" fmla="*/ 6878958 w 12192000"/>
              <a:gd name="connsiteY60" fmla="*/ 180824 h 1157500"/>
              <a:gd name="connsiteX61" fmla="*/ 6894439 w 12192000"/>
              <a:gd name="connsiteY61" fmla="*/ 177642 h 1157500"/>
              <a:gd name="connsiteX62" fmla="*/ 6963220 w 12192000"/>
              <a:gd name="connsiteY62" fmla="*/ 167304 h 1157500"/>
              <a:gd name="connsiteX63" fmla="*/ 6976706 w 12192000"/>
              <a:gd name="connsiteY63" fmla="*/ 170894 h 1157500"/>
              <a:gd name="connsiteX64" fmla="*/ 6987064 w 12192000"/>
              <a:gd name="connsiteY64" fmla="*/ 160402 h 1157500"/>
              <a:gd name="connsiteX65" fmla="*/ 7058714 w 12192000"/>
              <a:gd name="connsiteY65" fmla="*/ 175992 h 1157500"/>
              <a:gd name="connsiteX66" fmla="*/ 7060499 w 12192000"/>
              <a:gd name="connsiteY66" fmla="*/ 176063 h 1157500"/>
              <a:gd name="connsiteX67" fmla="*/ 7176563 w 12192000"/>
              <a:gd name="connsiteY67" fmla="*/ 173244 h 1157500"/>
              <a:gd name="connsiteX68" fmla="*/ 7205529 w 12192000"/>
              <a:gd name="connsiteY68" fmla="*/ 181011 h 1157500"/>
              <a:gd name="connsiteX69" fmla="*/ 7310118 w 12192000"/>
              <a:gd name="connsiteY69" fmla="*/ 162605 h 1157500"/>
              <a:gd name="connsiteX70" fmla="*/ 7673859 w 12192000"/>
              <a:gd name="connsiteY70" fmla="*/ 150336 h 1157500"/>
              <a:gd name="connsiteX71" fmla="*/ 7692748 w 12192000"/>
              <a:gd name="connsiteY71" fmla="*/ 161537 h 1157500"/>
              <a:gd name="connsiteX72" fmla="*/ 7756672 w 12192000"/>
              <a:gd name="connsiteY72" fmla="*/ 157372 h 1157500"/>
              <a:gd name="connsiteX73" fmla="*/ 7974189 w 12192000"/>
              <a:gd name="connsiteY73" fmla="*/ 154819 h 1157500"/>
              <a:gd name="connsiteX74" fmla="*/ 8101969 w 12192000"/>
              <a:gd name="connsiteY74" fmla="*/ 144495 h 1157500"/>
              <a:gd name="connsiteX75" fmla="*/ 8106826 w 12192000"/>
              <a:gd name="connsiteY75" fmla="*/ 139853 h 1157500"/>
              <a:gd name="connsiteX76" fmla="*/ 8162058 w 12192000"/>
              <a:gd name="connsiteY76" fmla="*/ 96704 h 1157500"/>
              <a:gd name="connsiteX77" fmla="*/ 8184568 w 12192000"/>
              <a:gd name="connsiteY77" fmla="*/ 93990 h 1157500"/>
              <a:gd name="connsiteX78" fmla="*/ 8228227 w 12192000"/>
              <a:gd name="connsiteY78" fmla="*/ 105972 h 1157500"/>
              <a:gd name="connsiteX79" fmla="*/ 8237963 w 12192000"/>
              <a:gd name="connsiteY79" fmla="*/ 106996 h 1157500"/>
              <a:gd name="connsiteX80" fmla="*/ 8248358 w 12192000"/>
              <a:gd name="connsiteY80" fmla="*/ 106062 h 1157500"/>
              <a:gd name="connsiteX81" fmla="*/ 8249309 w 12192000"/>
              <a:gd name="connsiteY81" fmla="*/ 106698 h 1157500"/>
              <a:gd name="connsiteX82" fmla="*/ 8249997 w 12192000"/>
              <a:gd name="connsiteY82" fmla="*/ 105915 h 1157500"/>
              <a:gd name="connsiteX83" fmla="*/ 8272162 w 12192000"/>
              <a:gd name="connsiteY83" fmla="*/ 103924 h 1157500"/>
              <a:gd name="connsiteX84" fmla="*/ 8292349 w 12192000"/>
              <a:gd name="connsiteY84" fmla="*/ 97480 h 1157500"/>
              <a:gd name="connsiteX85" fmla="*/ 8307239 w 12192000"/>
              <a:gd name="connsiteY85" fmla="*/ 94591 h 1157500"/>
              <a:gd name="connsiteX86" fmla="*/ 8339282 w 12192000"/>
              <a:gd name="connsiteY86" fmla="*/ 108942 h 1157500"/>
              <a:gd name="connsiteX87" fmla="*/ 8346156 w 12192000"/>
              <a:gd name="connsiteY87" fmla="*/ 111227 h 1157500"/>
              <a:gd name="connsiteX88" fmla="*/ 8346467 w 12192000"/>
              <a:gd name="connsiteY88" fmla="*/ 111024 h 1157500"/>
              <a:gd name="connsiteX89" fmla="*/ 8354069 w 12192000"/>
              <a:gd name="connsiteY89" fmla="*/ 112942 h 1157500"/>
              <a:gd name="connsiteX90" fmla="*/ 8358687 w 12192000"/>
              <a:gd name="connsiteY90" fmla="*/ 115393 h 1157500"/>
              <a:gd name="connsiteX91" fmla="*/ 8433385 w 12192000"/>
              <a:gd name="connsiteY91" fmla="*/ 99669 h 1157500"/>
              <a:gd name="connsiteX92" fmla="*/ 8533779 w 12192000"/>
              <a:gd name="connsiteY92" fmla="*/ 98374 h 1157500"/>
              <a:gd name="connsiteX93" fmla="*/ 8632833 w 12192000"/>
              <a:gd name="connsiteY93" fmla="*/ 100532 h 1157500"/>
              <a:gd name="connsiteX94" fmla="*/ 8668523 w 12192000"/>
              <a:gd name="connsiteY94" fmla="*/ 102979 h 1157500"/>
              <a:gd name="connsiteX95" fmla="*/ 8732893 w 12192000"/>
              <a:gd name="connsiteY95" fmla="*/ 99991 h 1157500"/>
              <a:gd name="connsiteX96" fmla="*/ 8764071 w 12192000"/>
              <a:gd name="connsiteY96" fmla="*/ 94587 h 1157500"/>
              <a:gd name="connsiteX97" fmla="*/ 8767004 w 12192000"/>
              <a:gd name="connsiteY97" fmla="*/ 91519 h 1157500"/>
              <a:gd name="connsiteX98" fmla="*/ 8772553 w 12192000"/>
              <a:gd name="connsiteY98" fmla="*/ 90314 h 1157500"/>
              <a:gd name="connsiteX99" fmla="*/ 8787201 w 12192000"/>
              <a:gd name="connsiteY99" fmla="*/ 92033 h 1157500"/>
              <a:gd name="connsiteX100" fmla="*/ 8792624 w 12192000"/>
              <a:gd name="connsiteY100" fmla="*/ 93503 h 1157500"/>
              <a:gd name="connsiteX101" fmla="*/ 8800741 w 12192000"/>
              <a:gd name="connsiteY101" fmla="*/ 93897 h 1157500"/>
              <a:gd name="connsiteX102" fmla="*/ 8800966 w 12192000"/>
              <a:gd name="connsiteY102" fmla="*/ 93645 h 1157500"/>
              <a:gd name="connsiteX103" fmla="*/ 8808513 w 12192000"/>
              <a:gd name="connsiteY103" fmla="*/ 94530 h 1157500"/>
              <a:gd name="connsiteX104" fmla="*/ 8845110 w 12192000"/>
              <a:gd name="connsiteY104" fmla="*/ 102179 h 1157500"/>
              <a:gd name="connsiteX105" fmla="*/ 8917529 w 12192000"/>
              <a:gd name="connsiteY105" fmla="*/ 76373 h 1157500"/>
              <a:gd name="connsiteX106" fmla="*/ 9026654 w 12192000"/>
              <a:gd name="connsiteY106" fmla="*/ 93420 h 1157500"/>
              <a:gd name="connsiteX107" fmla="*/ 9088505 w 12192000"/>
              <a:gd name="connsiteY107" fmla="*/ 113002 h 1157500"/>
              <a:gd name="connsiteX108" fmla="*/ 9203241 w 12192000"/>
              <a:gd name="connsiteY108" fmla="*/ 111713 h 1157500"/>
              <a:gd name="connsiteX109" fmla="*/ 9415584 w 12192000"/>
              <a:gd name="connsiteY109" fmla="*/ 157156 h 1157500"/>
              <a:gd name="connsiteX110" fmla="*/ 9505102 w 12192000"/>
              <a:gd name="connsiteY110" fmla="*/ 141042 h 1157500"/>
              <a:gd name="connsiteX111" fmla="*/ 9643040 w 12192000"/>
              <a:gd name="connsiteY111" fmla="*/ 158233 h 1157500"/>
              <a:gd name="connsiteX112" fmla="*/ 9762999 w 12192000"/>
              <a:gd name="connsiteY112" fmla="*/ 162623 h 1157500"/>
              <a:gd name="connsiteX113" fmla="*/ 9776183 w 12192000"/>
              <a:gd name="connsiteY113" fmla="*/ 162191 h 1157500"/>
              <a:gd name="connsiteX114" fmla="*/ 9780532 w 12192000"/>
              <a:gd name="connsiteY114" fmla="*/ 155823 h 1157500"/>
              <a:gd name="connsiteX115" fmla="*/ 9910588 w 12192000"/>
              <a:gd name="connsiteY115" fmla="*/ 154327 h 1157500"/>
              <a:gd name="connsiteX116" fmla="*/ 9924173 w 12192000"/>
              <a:gd name="connsiteY116" fmla="*/ 158591 h 1157500"/>
              <a:gd name="connsiteX117" fmla="*/ 10010969 w 12192000"/>
              <a:gd name="connsiteY117" fmla="*/ 155802 h 1157500"/>
              <a:gd name="connsiteX118" fmla="*/ 10070699 w 12192000"/>
              <a:gd name="connsiteY118" fmla="*/ 157854 h 1157500"/>
              <a:gd name="connsiteX119" fmla="*/ 10155104 w 12192000"/>
              <a:gd name="connsiteY119" fmla="*/ 151613 h 1157500"/>
              <a:gd name="connsiteX120" fmla="*/ 10250982 w 12192000"/>
              <a:gd name="connsiteY120" fmla="*/ 128642 h 1157500"/>
              <a:gd name="connsiteX121" fmla="*/ 10343301 w 12192000"/>
              <a:gd name="connsiteY121" fmla="*/ 90884 h 1157500"/>
              <a:gd name="connsiteX122" fmla="*/ 10366625 w 12192000"/>
              <a:gd name="connsiteY122" fmla="*/ 79428 h 1157500"/>
              <a:gd name="connsiteX123" fmla="*/ 10433505 w 12192000"/>
              <a:gd name="connsiteY123" fmla="*/ 65000 h 1157500"/>
              <a:gd name="connsiteX124" fmla="*/ 10547510 w 12192000"/>
              <a:gd name="connsiteY124" fmla="*/ 47246 h 1157500"/>
              <a:gd name="connsiteX125" fmla="*/ 10588150 w 12192000"/>
              <a:gd name="connsiteY125" fmla="*/ 32287 h 1157500"/>
              <a:gd name="connsiteX126" fmla="*/ 10589457 w 12192000"/>
              <a:gd name="connsiteY126" fmla="*/ 25296 h 1157500"/>
              <a:gd name="connsiteX127" fmla="*/ 10699976 w 12192000"/>
              <a:gd name="connsiteY127" fmla="*/ 43345 h 1157500"/>
              <a:gd name="connsiteX128" fmla="*/ 10812237 w 12192000"/>
              <a:gd name="connsiteY128" fmla="*/ 46327 h 1157500"/>
              <a:gd name="connsiteX129" fmla="*/ 10869837 w 12192000"/>
              <a:gd name="connsiteY129" fmla="*/ 65795 h 1157500"/>
              <a:gd name="connsiteX130" fmla="*/ 10881770 w 12192000"/>
              <a:gd name="connsiteY130" fmla="*/ 73672 h 1157500"/>
              <a:gd name="connsiteX131" fmla="*/ 10896899 w 12192000"/>
              <a:gd name="connsiteY131" fmla="*/ 70731 h 1157500"/>
              <a:gd name="connsiteX132" fmla="*/ 10901748 w 12192000"/>
              <a:gd name="connsiteY132" fmla="*/ 66352 h 1157500"/>
              <a:gd name="connsiteX133" fmla="*/ 10947419 w 12192000"/>
              <a:gd name="connsiteY133" fmla="*/ 83316 h 1157500"/>
              <a:gd name="connsiteX134" fmla="*/ 10953034 w 12192000"/>
              <a:gd name="connsiteY134" fmla="*/ 84438 h 1157500"/>
              <a:gd name="connsiteX135" fmla="*/ 10992070 w 12192000"/>
              <a:gd name="connsiteY135" fmla="*/ 88841 h 1157500"/>
              <a:gd name="connsiteX136" fmla="*/ 11112372 w 12192000"/>
              <a:gd name="connsiteY136" fmla="*/ 82247 h 1157500"/>
              <a:gd name="connsiteX137" fmla="*/ 11147719 w 12192000"/>
              <a:gd name="connsiteY137" fmla="*/ 80560 h 1157500"/>
              <a:gd name="connsiteX138" fmla="*/ 11172617 w 12192000"/>
              <a:gd name="connsiteY138" fmla="*/ 76265 h 1157500"/>
              <a:gd name="connsiteX139" fmla="*/ 11240397 w 12192000"/>
              <a:gd name="connsiteY139" fmla="*/ 81830 h 1157500"/>
              <a:gd name="connsiteX140" fmla="*/ 11270034 w 12192000"/>
              <a:gd name="connsiteY140" fmla="*/ 91947 h 1157500"/>
              <a:gd name="connsiteX141" fmla="*/ 11293091 w 12192000"/>
              <a:gd name="connsiteY141" fmla="*/ 92042 h 1157500"/>
              <a:gd name="connsiteX142" fmla="*/ 11310949 w 12192000"/>
              <a:gd name="connsiteY142" fmla="*/ 97842 h 1157500"/>
              <a:gd name="connsiteX143" fmla="*/ 11345279 w 12192000"/>
              <a:gd name="connsiteY143" fmla="*/ 95451 h 1157500"/>
              <a:gd name="connsiteX144" fmla="*/ 11354597 w 12192000"/>
              <a:gd name="connsiteY144" fmla="*/ 97953 h 1157500"/>
              <a:gd name="connsiteX145" fmla="*/ 11488543 w 12192000"/>
              <a:gd name="connsiteY145" fmla="*/ 144736 h 1157500"/>
              <a:gd name="connsiteX146" fmla="*/ 11603601 w 12192000"/>
              <a:gd name="connsiteY146" fmla="*/ 193266 h 1157500"/>
              <a:gd name="connsiteX147" fmla="*/ 11736204 w 12192000"/>
              <a:gd name="connsiteY147" fmla="*/ 277509 h 1157500"/>
              <a:gd name="connsiteX148" fmla="*/ 11705740 w 12192000"/>
              <a:gd name="connsiteY148" fmla="*/ 250993 h 1157500"/>
              <a:gd name="connsiteX149" fmla="*/ 11819139 w 12192000"/>
              <a:gd name="connsiteY149" fmla="*/ 304143 h 1157500"/>
              <a:gd name="connsiteX150" fmla="*/ 11835615 w 12192000"/>
              <a:gd name="connsiteY150" fmla="*/ 305790 h 1157500"/>
              <a:gd name="connsiteX151" fmla="*/ 11980134 w 12192000"/>
              <a:gd name="connsiteY151" fmla="*/ 321911 h 1157500"/>
              <a:gd name="connsiteX152" fmla="*/ 12174576 w 12192000"/>
              <a:gd name="connsiteY152" fmla="*/ 376108 h 1157500"/>
              <a:gd name="connsiteX153" fmla="*/ 12192000 w 12192000"/>
              <a:gd name="connsiteY153" fmla="*/ 379233 h 1157500"/>
              <a:gd name="connsiteX154" fmla="*/ 12192000 w 12192000"/>
              <a:gd name="connsiteY154" fmla="*/ 1157500 h 1157500"/>
              <a:gd name="connsiteX155" fmla="*/ 0 w 12192000"/>
              <a:gd name="connsiteY155" fmla="*/ 1157500 h 1157500"/>
              <a:gd name="connsiteX156" fmla="*/ 0 w 12192000"/>
              <a:gd name="connsiteY156" fmla="*/ 483545 h 1157500"/>
              <a:gd name="connsiteX157" fmla="*/ 5331 w 12192000"/>
              <a:gd name="connsiteY157" fmla="*/ 482797 h 1157500"/>
              <a:gd name="connsiteX158" fmla="*/ 39902 w 12192000"/>
              <a:gd name="connsiteY158" fmla="*/ 472284 h 1157500"/>
              <a:gd name="connsiteX159" fmla="*/ 117880 w 12192000"/>
              <a:gd name="connsiteY159" fmla="*/ 420956 h 1157500"/>
              <a:gd name="connsiteX160" fmla="*/ 238140 w 12192000"/>
              <a:gd name="connsiteY160" fmla="*/ 379297 h 1157500"/>
              <a:gd name="connsiteX161" fmla="*/ 249589 w 12192000"/>
              <a:gd name="connsiteY161" fmla="*/ 379517 h 1157500"/>
              <a:gd name="connsiteX162" fmla="*/ 296963 w 12192000"/>
              <a:gd name="connsiteY162" fmla="*/ 356102 h 1157500"/>
              <a:gd name="connsiteX163" fmla="*/ 339235 w 12192000"/>
              <a:gd name="connsiteY163" fmla="*/ 324425 h 1157500"/>
              <a:gd name="connsiteX164" fmla="*/ 447152 w 12192000"/>
              <a:gd name="connsiteY164" fmla="*/ 327423 h 1157500"/>
              <a:gd name="connsiteX165" fmla="*/ 475247 w 12192000"/>
              <a:gd name="connsiteY165" fmla="*/ 336714 h 1157500"/>
              <a:gd name="connsiteX166" fmla="*/ 477967 w 12192000"/>
              <a:gd name="connsiteY166" fmla="*/ 337960 h 1157500"/>
              <a:gd name="connsiteX167" fmla="*/ 703732 w 12192000"/>
              <a:gd name="connsiteY167" fmla="*/ 316599 h 1157500"/>
              <a:gd name="connsiteX168" fmla="*/ 853391 w 12192000"/>
              <a:gd name="connsiteY168" fmla="*/ 303591 h 1157500"/>
              <a:gd name="connsiteX169" fmla="*/ 925332 w 12192000"/>
              <a:gd name="connsiteY169" fmla="*/ 298686 h 1157500"/>
              <a:gd name="connsiteX170" fmla="*/ 941286 w 12192000"/>
              <a:gd name="connsiteY170" fmla="*/ 288932 h 1157500"/>
              <a:gd name="connsiteX171" fmla="*/ 950845 w 12192000"/>
              <a:gd name="connsiteY171" fmla="*/ 286595 h 1157500"/>
              <a:gd name="connsiteX172" fmla="*/ 953292 w 12192000"/>
              <a:gd name="connsiteY172" fmla="*/ 280892 h 1157500"/>
              <a:gd name="connsiteX173" fmla="*/ 967499 w 12192000"/>
              <a:gd name="connsiteY173" fmla="*/ 273760 h 1157500"/>
              <a:gd name="connsiteX174" fmla="*/ 1069267 w 12192000"/>
              <a:gd name="connsiteY174" fmla="*/ 262766 h 1157500"/>
              <a:gd name="connsiteX175" fmla="*/ 1138407 w 12192000"/>
              <a:gd name="connsiteY175" fmla="*/ 246567 h 1157500"/>
              <a:gd name="connsiteX176" fmla="*/ 1164931 w 12192000"/>
              <a:gd name="connsiteY176" fmla="*/ 238622 h 1157500"/>
              <a:gd name="connsiteX177" fmla="*/ 1211622 w 12192000"/>
              <a:gd name="connsiteY177" fmla="*/ 220676 h 1157500"/>
              <a:gd name="connsiteX178" fmla="*/ 1274567 w 12192000"/>
              <a:gd name="connsiteY178" fmla="*/ 203380 h 1157500"/>
              <a:gd name="connsiteX179" fmla="*/ 1325029 w 12192000"/>
              <a:gd name="connsiteY179" fmla="*/ 207937 h 1157500"/>
              <a:gd name="connsiteX180" fmla="*/ 1356805 w 12192000"/>
              <a:gd name="connsiteY180" fmla="*/ 203622 h 1157500"/>
              <a:gd name="connsiteX181" fmla="*/ 1468752 w 12192000"/>
              <a:gd name="connsiteY181" fmla="*/ 214604 h 1157500"/>
              <a:gd name="connsiteX182" fmla="*/ 1650750 w 12192000"/>
              <a:gd name="connsiteY182" fmla="*/ 165090 h 1157500"/>
              <a:gd name="connsiteX183" fmla="*/ 1655056 w 12192000"/>
              <a:gd name="connsiteY183" fmla="*/ 172106 h 1157500"/>
              <a:gd name="connsiteX184" fmla="*/ 1683220 w 12192000"/>
              <a:gd name="connsiteY184" fmla="*/ 169652 h 1157500"/>
              <a:gd name="connsiteX185" fmla="*/ 1685599 w 12192000"/>
              <a:gd name="connsiteY185" fmla="*/ 165388 h 1157500"/>
              <a:gd name="connsiteX186" fmla="*/ 1735783 w 12192000"/>
              <a:gd name="connsiteY186" fmla="*/ 177400 h 1157500"/>
              <a:gd name="connsiteX187" fmla="*/ 1797102 w 12192000"/>
              <a:gd name="connsiteY187" fmla="*/ 182289 h 1157500"/>
              <a:gd name="connsiteX188" fmla="*/ 1845638 w 12192000"/>
              <a:gd name="connsiteY188" fmla="*/ 163774 h 1157500"/>
              <a:gd name="connsiteX189" fmla="*/ 1848980 w 12192000"/>
              <a:gd name="connsiteY189" fmla="*/ 167516 h 1157500"/>
              <a:gd name="connsiteX190" fmla="*/ 1880587 w 12192000"/>
              <a:gd name="connsiteY190" fmla="*/ 165506 h 1157500"/>
              <a:gd name="connsiteX191" fmla="*/ 1995803 w 12192000"/>
              <a:gd name="connsiteY191" fmla="*/ 131847 h 1157500"/>
              <a:gd name="connsiteX192" fmla="*/ 2057448 w 12192000"/>
              <a:gd name="connsiteY192" fmla="*/ 128650 h 1157500"/>
              <a:gd name="connsiteX193" fmla="*/ 2119088 w 12192000"/>
              <a:gd name="connsiteY193" fmla="*/ 113508 h 1157500"/>
              <a:gd name="connsiteX194" fmla="*/ 2138831 w 12192000"/>
              <a:gd name="connsiteY194" fmla="*/ 116194 h 1157500"/>
              <a:gd name="connsiteX195" fmla="*/ 2214259 w 12192000"/>
              <a:gd name="connsiteY195" fmla="*/ 110542 h 1157500"/>
              <a:gd name="connsiteX196" fmla="*/ 2264911 w 12192000"/>
              <a:gd name="connsiteY196" fmla="*/ 101639 h 1157500"/>
              <a:gd name="connsiteX197" fmla="*/ 2454058 w 12192000"/>
              <a:gd name="connsiteY197" fmla="*/ 67266 h 1157500"/>
              <a:gd name="connsiteX198" fmla="*/ 2534188 w 12192000"/>
              <a:gd name="connsiteY198" fmla="*/ 63730 h 1157500"/>
              <a:gd name="connsiteX199" fmla="*/ 2616912 w 12192000"/>
              <a:gd name="connsiteY199" fmla="*/ 44757 h 1157500"/>
              <a:gd name="connsiteX200" fmla="*/ 2698592 w 12192000"/>
              <a:gd name="connsiteY200" fmla="*/ 35873 h 1157500"/>
              <a:gd name="connsiteX201" fmla="*/ 2891953 w 12192000"/>
              <a:gd name="connsiteY201" fmla="*/ 28541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201" fmla="*/ 11402389 w 12192000"/>
              <a:gd name="connsiteY201" fmla="*/ 18928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200" fmla="*/ 11293091 w 12192000"/>
              <a:gd name="connsiteY200" fmla="*/ 92042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354597 w 12192000"/>
              <a:gd name="connsiteY2" fmla="*/ 97953 h 1157500"/>
              <a:gd name="connsiteX3" fmla="*/ 11488543 w 12192000"/>
              <a:gd name="connsiteY3" fmla="*/ 144736 h 1157500"/>
              <a:gd name="connsiteX4" fmla="*/ 11603601 w 12192000"/>
              <a:gd name="connsiteY4" fmla="*/ 193266 h 1157500"/>
              <a:gd name="connsiteX5" fmla="*/ 11736204 w 12192000"/>
              <a:gd name="connsiteY5" fmla="*/ 277509 h 1157500"/>
              <a:gd name="connsiteX6" fmla="*/ 11705740 w 12192000"/>
              <a:gd name="connsiteY6" fmla="*/ 250993 h 1157500"/>
              <a:gd name="connsiteX7" fmla="*/ 11819139 w 12192000"/>
              <a:gd name="connsiteY7" fmla="*/ 304143 h 1157500"/>
              <a:gd name="connsiteX8" fmla="*/ 11835615 w 12192000"/>
              <a:gd name="connsiteY8" fmla="*/ 305790 h 1157500"/>
              <a:gd name="connsiteX9" fmla="*/ 11980134 w 12192000"/>
              <a:gd name="connsiteY9" fmla="*/ 321911 h 1157500"/>
              <a:gd name="connsiteX10" fmla="*/ 12174576 w 12192000"/>
              <a:gd name="connsiteY10" fmla="*/ 376108 h 1157500"/>
              <a:gd name="connsiteX11" fmla="*/ 12192000 w 12192000"/>
              <a:gd name="connsiteY11" fmla="*/ 379233 h 1157500"/>
              <a:gd name="connsiteX12" fmla="*/ 12192000 w 12192000"/>
              <a:gd name="connsiteY12" fmla="*/ 1157500 h 1157500"/>
              <a:gd name="connsiteX13" fmla="*/ 0 w 12192000"/>
              <a:gd name="connsiteY13" fmla="*/ 1157500 h 1157500"/>
              <a:gd name="connsiteX14" fmla="*/ 0 w 12192000"/>
              <a:gd name="connsiteY14" fmla="*/ 483545 h 1157500"/>
              <a:gd name="connsiteX15" fmla="*/ 5331 w 12192000"/>
              <a:gd name="connsiteY15" fmla="*/ 482797 h 1157500"/>
              <a:gd name="connsiteX16" fmla="*/ 39902 w 12192000"/>
              <a:gd name="connsiteY16" fmla="*/ 472284 h 1157500"/>
              <a:gd name="connsiteX17" fmla="*/ 117880 w 12192000"/>
              <a:gd name="connsiteY17" fmla="*/ 420956 h 1157500"/>
              <a:gd name="connsiteX18" fmla="*/ 238140 w 12192000"/>
              <a:gd name="connsiteY18" fmla="*/ 379297 h 1157500"/>
              <a:gd name="connsiteX19" fmla="*/ 249589 w 12192000"/>
              <a:gd name="connsiteY19" fmla="*/ 379517 h 1157500"/>
              <a:gd name="connsiteX20" fmla="*/ 296963 w 12192000"/>
              <a:gd name="connsiteY20" fmla="*/ 356102 h 1157500"/>
              <a:gd name="connsiteX21" fmla="*/ 339235 w 12192000"/>
              <a:gd name="connsiteY21" fmla="*/ 324425 h 1157500"/>
              <a:gd name="connsiteX22" fmla="*/ 447152 w 12192000"/>
              <a:gd name="connsiteY22" fmla="*/ 327423 h 1157500"/>
              <a:gd name="connsiteX23" fmla="*/ 475247 w 12192000"/>
              <a:gd name="connsiteY23" fmla="*/ 336714 h 1157500"/>
              <a:gd name="connsiteX24" fmla="*/ 477967 w 12192000"/>
              <a:gd name="connsiteY24" fmla="*/ 337960 h 1157500"/>
              <a:gd name="connsiteX25" fmla="*/ 703732 w 12192000"/>
              <a:gd name="connsiteY25" fmla="*/ 316599 h 1157500"/>
              <a:gd name="connsiteX26" fmla="*/ 853391 w 12192000"/>
              <a:gd name="connsiteY26" fmla="*/ 303591 h 1157500"/>
              <a:gd name="connsiteX27" fmla="*/ 925332 w 12192000"/>
              <a:gd name="connsiteY27" fmla="*/ 298686 h 1157500"/>
              <a:gd name="connsiteX28" fmla="*/ 941286 w 12192000"/>
              <a:gd name="connsiteY28" fmla="*/ 288932 h 1157500"/>
              <a:gd name="connsiteX29" fmla="*/ 950845 w 12192000"/>
              <a:gd name="connsiteY29" fmla="*/ 286595 h 1157500"/>
              <a:gd name="connsiteX30" fmla="*/ 953292 w 12192000"/>
              <a:gd name="connsiteY30" fmla="*/ 280892 h 1157500"/>
              <a:gd name="connsiteX31" fmla="*/ 967499 w 12192000"/>
              <a:gd name="connsiteY31" fmla="*/ 273760 h 1157500"/>
              <a:gd name="connsiteX32" fmla="*/ 1069267 w 12192000"/>
              <a:gd name="connsiteY32" fmla="*/ 262766 h 1157500"/>
              <a:gd name="connsiteX33" fmla="*/ 1138407 w 12192000"/>
              <a:gd name="connsiteY33" fmla="*/ 246567 h 1157500"/>
              <a:gd name="connsiteX34" fmla="*/ 1164931 w 12192000"/>
              <a:gd name="connsiteY34" fmla="*/ 238622 h 1157500"/>
              <a:gd name="connsiteX35" fmla="*/ 1211622 w 12192000"/>
              <a:gd name="connsiteY35" fmla="*/ 220676 h 1157500"/>
              <a:gd name="connsiteX36" fmla="*/ 1274567 w 12192000"/>
              <a:gd name="connsiteY36" fmla="*/ 203380 h 1157500"/>
              <a:gd name="connsiteX37" fmla="*/ 1325029 w 12192000"/>
              <a:gd name="connsiteY37" fmla="*/ 207937 h 1157500"/>
              <a:gd name="connsiteX38" fmla="*/ 1356805 w 12192000"/>
              <a:gd name="connsiteY38" fmla="*/ 203622 h 1157500"/>
              <a:gd name="connsiteX39" fmla="*/ 1468752 w 12192000"/>
              <a:gd name="connsiteY39" fmla="*/ 214604 h 1157500"/>
              <a:gd name="connsiteX40" fmla="*/ 1650750 w 12192000"/>
              <a:gd name="connsiteY40" fmla="*/ 165090 h 1157500"/>
              <a:gd name="connsiteX41" fmla="*/ 1655056 w 12192000"/>
              <a:gd name="connsiteY41" fmla="*/ 172106 h 1157500"/>
              <a:gd name="connsiteX42" fmla="*/ 1683220 w 12192000"/>
              <a:gd name="connsiteY42" fmla="*/ 169652 h 1157500"/>
              <a:gd name="connsiteX43" fmla="*/ 1685599 w 12192000"/>
              <a:gd name="connsiteY43" fmla="*/ 165388 h 1157500"/>
              <a:gd name="connsiteX44" fmla="*/ 1735783 w 12192000"/>
              <a:gd name="connsiteY44" fmla="*/ 177400 h 1157500"/>
              <a:gd name="connsiteX45" fmla="*/ 1797102 w 12192000"/>
              <a:gd name="connsiteY45" fmla="*/ 182289 h 1157500"/>
              <a:gd name="connsiteX46" fmla="*/ 1845638 w 12192000"/>
              <a:gd name="connsiteY46" fmla="*/ 163774 h 1157500"/>
              <a:gd name="connsiteX47" fmla="*/ 1848980 w 12192000"/>
              <a:gd name="connsiteY47" fmla="*/ 167516 h 1157500"/>
              <a:gd name="connsiteX48" fmla="*/ 1880587 w 12192000"/>
              <a:gd name="connsiteY48" fmla="*/ 165506 h 1157500"/>
              <a:gd name="connsiteX49" fmla="*/ 1995803 w 12192000"/>
              <a:gd name="connsiteY49" fmla="*/ 131847 h 1157500"/>
              <a:gd name="connsiteX50" fmla="*/ 2057448 w 12192000"/>
              <a:gd name="connsiteY50" fmla="*/ 128650 h 1157500"/>
              <a:gd name="connsiteX51" fmla="*/ 2119088 w 12192000"/>
              <a:gd name="connsiteY51" fmla="*/ 113508 h 1157500"/>
              <a:gd name="connsiteX52" fmla="*/ 2138831 w 12192000"/>
              <a:gd name="connsiteY52" fmla="*/ 116194 h 1157500"/>
              <a:gd name="connsiteX53" fmla="*/ 2214259 w 12192000"/>
              <a:gd name="connsiteY53" fmla="*/ 110542 h 1157500"/>
              <a:gd name="connsiteX54" fmla="*/ 2264911 w 12192000"/>
              <a:gd name="connsiteY54" fmla="*/ 101639 h 1157500"/>
              <a:gd name="connsiteX55" fmla="*/ 2454058 w 12192000"/>
              <a:gd name="connsiteY55" fmla="*/ 67266 h 1157500"/>
              <a:gd name="connsiteX56" fmla="*/ 2534188 w 12192000"/>
              <a:gd name="connsiteY56" fmla="*/ 63730 h 1157500"/>
              <a:gd name="connsiteX57" fmla="*/ 2616912 w 12192000"/>
              <a:gd name="connsiteY57" fmla="*/ 44757 h 1157500"/>
              <a:gd name="connsiteX58" fmla="*/ 2698592 w 12192000"/>
              <a:gd name="connsiteY58" fmla="*/ 35873 h 1157500"/>
              <a:gd name="connsiteX59" fmla="*/ 2891953 w 12192000"/>
              <a:gd name="connsiteY59" fmla="*/ 28541 h 1157500"/>
              <a:gd name="connsiteX60" fmla="*/ 3052621 w 12192000"/>
              <a:gd name="connsiteY60" fmla="*/ 7598 h 1157500"/>
              <a:gd name="connsiteX61" fmla="*/ 3145220 w 12192000"/>
              <a:gd name="connsiteY61" fmla="*/ 9845 h 1157500"/>
              <a:gd name="connsiteX62" fmla="*/ 3233309 w 12192000"/>
              <a:gd name="connsiteY62" fmla="*/ 2536 h 1157500"/>
              <a:gd name="connsiteX63" fmla="*/ 3320851 w 12192000"/>
              <a:gd name="connsiteY63" fmla="*/ 12470 h 1157500"/>
              <a:gd name="connsiteX64" fmla="*/ 3394552 w 12192000"/>
              <a:gd name="connsiteY64" fmla="*/ 31847 h 1157500"/>
              <a:gd name="connsiteX65" fmla="*/ 3462252 w 12192000"/>
              <a:gd name="connsiteY65" fmla="*/ 62214 h 1157500"/>
              <a:gd name="connsiteX66" fmla="*/ 3504799 w 12192000"/>
              <a:gd name="connsiteY66" fmla="*/ 86931 h 1157500"/>
              <a:gd name="connsiteX67" fmla="*/ 3568807 w 12192000"/>
              <a:gd name="connsiteY67" fmla="*/ 78125 h 1157500"/>
              <a:gd name="connsiteX68" fmla="*/ 3571993 w 12192000"/>
              <a:gd name="connsiteY68" fmla="*/ 80673 h 1157500"/>
              <a:gd name="connsiteX69" fmla="*/ 3590879 w 12192000"/>
              <a:gd name="connsiteY69" fmla="*/ 93683 h 1157500"/>
              <a:gd name="connsiteX70" fmla="*/ 3623973 w 12192000"/>
              <a:gd name="connsiteY70" fmla="*/ 86652 h 1157500"/>
              <a:gd name="connsiteX71" fmla="*/ 3636728 w 12192000"/>
              <a:gd name="connsiteY71" fmla="*/ 91587 h 1157500"/>
              <a:gd name="connsiteX72" fmla="*/ 3676976 w 12192000"/>
              <a:gd name="connsiteY72" fmla="*/ 90168 h 1157500"/>
              <a:gd name="connsiteX73" fmla="*/ 3722653 w 12192000"/>
              <a:gd name="connsiteY73" fmla="*/ 108931 h 1157500"/>
              <a:gd name="connsiteX74" fmla="*/ 3775112 w 12192000"/>
              <a:gd name="connsiteY74" fmla="*/ 92538 h 1157500"/>
              <a:gd name="connsiteX75" fmla="*/ 3932956 w 12192000"/>
              <a:gd name="connsiteY75" fmla="*/ 115905 h 1157500"/>
              <a:gd name="connsiteX76" fmla="*/ 4100593 w 12192000"/>
              <a:gd name="connsiteY76" fmla="*/ 157402 h 1157500"/>
              <a:gd name="connsiteX77" fmla="*/ 4316364 w 12192000"/>
              <a:gd name="connsiteY77" fmla="*/ 171021 h 1157500"/>
              <a:gd name="connsiteX78" fmla="*/ 4387387 w 12192000"/>
              <a:gd name="connsiteY78" fmla="*/ 157928 h 1157500"/>
              <a:gd name="connsiteX79" fmla="*/ 4427957 w 12192000"/>
              <a:gd name="connsiteY79" fmla="*/ 171094 h 1157500"/>
              <a:gd name="connsiteX80" fmla="*/ 4502291 w 12192000"/>
              <a:gd name="connsiteY80" fmla="*/ 181765 h 1157500"/>
              <a:gd name="connsiteX81" fmla="*/ 4600771 w 12192000"/>
              <a:gd name="connsiteY81" fmla="*/ 205711 h 1157500"/>
              <a:gd name="connsiteX82" fmla="*/ 4644102 w 12192000"/>
              <a:gd name="connsiteY82" fmla="*/ 203931 h 1157500"/>
              <a:gd name="connsiteX83" fmla="*/ 4652752 w 12192000"/>
              <a:gd name="connsiteY83" fmla="*/ 204470 h 1157500"/>
              <a:gd name="connsiteX84" fmla="*/ 4652896 w 12192000"/>
              <a:gd name="connsiteY84" fmla="*/ 204854 h 1157500"/>
              <a:gd name="connsiteX85" fmla="*/ 4685303 w 12192000"/>
              <a:gd name="connsiteY85" fmla="*/ 206507 h 1157500"/>
              <a:gd name="connsiteX86" fmla="*/ 4690886 w 12192000"/>
              <a:gd name="connsiteY86" fmla="*/ 209335 h 1157500"/>
              <a:gd name="connsiteX87" fmla="*/ 4725430 w 12192000"/>
              <a:gd name="connsiteY87" fmla="*/ 232300 h 1157500"/>
              <a:gd name="connsiteX88" fmla="*/ 4800051 w 12192000"/>
              <a:gd name="connsiteY88" fmla="*/ 224667 h 1157500"/>
              <a:gd name="connsiteX89" fmla="*/ 4875115 w 12192000"/>
              <a:gd name="connsiteY89" fmla="*/ 257918 h 1157500"/>
              <a:gd name="connsiteX90" fmla="*/ 4936450 w 12192000"/>
              <a:gd name="connsiteY90" fmla="*/ 274470 h 1157500"/>
              <a:gd name="connsiteX91" fmla="*/ 5030961 w 12192000"/>
              <a:gd name="connsiteY91" fmla="*/ 299480 h 1157500"/>
              <a:gd name="connsiteX92" fmla="*/ 5082734 w 12192000"/>
              <a:gd name="connsiteY92" fmla="*/ 302149 h 1157500"/>
              <a:gd name="connsiteX93" fmla="*/ 5138799 w 12192000"/>
              <a:gd name="connsiteY93" fmla="*/ 297368 h 1157500"/>
              <a:gd name="connsiteX94" fmla="*/ 5259695 w 12192000"/>
              <a:gd name="connsiteY94" fmla="*/ 324044 h 1157500"/>
              <a:gd name="connsiteX95" fmla="*/ 5359642 w 12192000"/>
              <a:gd name="connsiteY95" fmla="*/ 334143 h 1157500"/>
              <a:gd name="connsiteX96" fmla="*/ 5372918 w 12192000"/>
              <a:gd name="connsiteY96" fmla="*/ 330402 h 1157500"/>
              <a:gd name="connsiteX97" fmla="*/ 5396084 w 12192000"/>
              <a:gd name="connsiteY97" fmla="*/ 321836 h 1157500"/>
              <a:gd name="connsiteX98" fmla="*/ 5414292 w 12192000"/>
              <a:gd name="connsiteY98" fmla="*/ 314431 h 1157500"/>
              <a:gd name="connsiteX99" fmla="*/ 5487276 w 12192000"/>
              <a:gd name="connsiteY99" fmla="*/ 300918 h 1157500"/>
              <a:gd name="connsiteX100" fmla="*/ 5612716 w 12192000"/>
              <a:gd name="connsiteY100" fmla="*/ 301686 h 1157500"/>
              <a:gd name="connsiteX101" fmla="*/ 5864813 w 12192000"/>
              <a:gd name="connsiteY101" fmla="*/ 251420 h 1157500"/>
              <a:gd name="connsiteX102" fmla="*/ 6151392 w 12192000"/>
              <a:gd name="connsiteY102" fmla="*/ 219300 h 1157500"/>
              <a:gd name="connsiteX103" fmla="*/ 6209396 w 12192000"/>
              <a:gd name="connsiteY103" fmla="*/ 214037 h 1157500"/>
              <a:gd name="connsiteX104" fmla="*/ 6269898 w 12192000"/>
              <a:gd name="connsiteY104" fmla="*/ 219868 h 1157500"/>
              <a:gd name="connsiteX105" fmla="*/ 6352373 w 12192000"/>
              <a:gd name="connsiteY105" fmla="*/ 202729 h 1157500"/>
              <a:gd name="connsiteX106" fmla="*/ 6353759 w 12192000"/>
              <a:gd name="connsiteY106" fmla="*/ 202703 h 1157500"/>
              <a:gd name="connsiteX107" fmla="*/ 6363346 w 12192000"/>
              <a:gd name="connsiteY107" fmla="*/ 190268 h 1157500"/>
              <a:gd name="connsiteX108" fmla="*/ 6400681 w 12192000"/>
              <a:gd name="connsiteY108" fmla="*/ 197970 h 1157500"/>
              <a:gd name="connsiteX109" fmla="*/ 6402041 w 12192000"/>
              <a:gd name="connsiteY109" fmla="*/ 200641 h 1157500"/>
              <a:gd name="connsiteX110" fmla="*/ 6502019 w 12192000"/>
              <a:gd name="connsiteY110" fmla="*/ 192356 h 1157500"/>
              <a:gd name="connsiteX111" fmla="*/ 6518229 w 12192000"/>
              <a:gd name="connsiteY111" fmla="*/ 191407 h 1157500"/>
              <a:gd name="connsiteX112" fmla="*/ 6595639 w 12192000"/>
              <a:gd name="connsiteY112" fmla="*/ 168164 h 1157500"/>
              <a:gd name="connsiteX113" fmla="*/ 6692265 w 12192000"/>
              <a:gd name="connsiteY113" fmla="*/ 164829 h 1157500"/>
              <a:gd name="connsiteX114" fmla="*/ 6697219 w 12192000"/>
              <a:gd name="connsiteY114" fmla="*/ 165301 h 1157500"/>
              <a:gd name="connsiteX115" fmla="*/ 6713656 w 12192000"/>
              <a:gd name="connsiteY115" fmla="*/ 153600 h 1157500"/>
              <a:gd name="connsiteX116" fmla="*/ 6714383 w 12192000"/>
              <a:gd name="connsiteY116" fmla="*/ 150425 h 1157500"/>
              <a:gd name="connsiteX117" fmla="*/ 6774793 w 12192000"/>
              <a:gd name="connsiteY117" fmla="*/ 159713 h 1157500"/>
              <a:gd name="connsiteX118" fmla="*/ 6782112 w 12192000"/>
              <a:gd name="connsiteY118" fmla="*/ 155255 h 1157500"/>
              <a:gd name="connsiteX119" fmla="*/ 6878958 w 12192000"/>
              <a:gd name="connsiteY119" fmla="*/ 180824 h 1157500"/>
              <a:gd name="connsiteX120" fmla="*/ 6894439 w 12192000"/>
              <a:gd name="connsiteY120" fmla="*/ 177642 h 1157500"/>
              <a:gd name="connsiteX121" fmla="*/ 6963220 w 12192000"/>
              <a:gd name="connsiteY121" fmla="*/ 167304 h 1157500"/>
              <a:gd name="connsiteX122" fmla="*/ 6976706 w 12192000"/>
              <a:gd name="connsiteY122" fmla="*/ 170894 h 1157500"/>
              <a:gd name="connsiteX123" fmla="*/ 6987064 w 12192000"/>
              <a:gd name="connsiteY123" fmla="*/ 160402 h 1157500"/>
              <a:gd name="connsiteX124" fmla="*/ 7058714 w 12192000"/>
              <a:gd name="connsiteY124" fmla="*/ 175992 h 1157500"/>
              <a:gd name="connsiteX125" fmla="*/ 7060499 w 12192000"/>
              <a:gd name="connsiteY125" fmla="*/ 176063 h 1157500"/>
              <a:gd name="connsiteX126" fmla="*/ 7176563 w 12192000"/>
              <a:gd name="connsiteY126" fmla="*/ 173244 h 1157500"/>
              <a:gd name="connsiteX127" fmla="*/ 7205529 w 12192000"/>
              <a:gd name="connsiteY127" fmla="*/ 181011 h 1157500"/>
              <a:gd name="connsiteX128" fmla="*/ 7310118 w 12192000"/>
              <a:gd name="connsiteY128" fmla="*/ 162605 h 1157500"/>
              <a:gd name="connsiteX129" fmla="*/ 7673859 w 12192000"/>
              <a:gd name="connsiteY129" fmla="*/ 150336 h 1157500"/>
              <a:gd name="connsiteX130" fmla="*/ 7692748 w 12192000"/>
              <a:gd name="connsiteY130" fmla="*/ 161537 h 1157500"/>
              <a:gd name="connsiteX131" fmla="*/ 7756672 w 12192000"/>
              <a:gd name="connsiteY131" fmla="*/ 157372 h 1157500"/>
              <a:gd name="connsiteX132" fmla="*/ 7974189 w 12192000"/>
              <a:gd name="connsiteY132" fmla="*/ 154819 h 1157500"/>
              <a:gd name="connsiteX133" fmla="*/ 8101969 w 12192000"/>
              <a:gd name="connsiteY133" fmla="*/ 144495 h 1157500"/>
              <a:gd name="connsiteX134" fmla="*/ 8106826 w 12192000"/>
              <a:gd name="connsiteY134" fmla="*/ 139853 h 1157500"/>
              <a:gd name="connsiteX135" fmla="*/ 8162058 w 12192000"/>
              <a:gd name="connsiteY135" fmla="*/ 96704 h 1157500"/>
              <a:gd name="connsiteX136" fmla="*/ 8184568 w 12192000"/>
              <a:gd name="connsiteY136" fmla="*/ 93990 h 1157500"/>
              <a:gd name="connsiteX137" fmla="*/ 8228227 w 12192000"/>
              <a:gd name="connsiteY137" fmla="*/ 105972 h 1157500"/>
              <a:gd name="connsiteX138" fmla="*/ 8237963 w 12192000"/>
              <a:gd name="connsiteY138" fmla="*/ 106996 h 1157500"/>
              <a:gd name="connsiteX139" fmla="*/ 8248358 w 12192000"/>
              <a:gd name="connsiteY139" fmla="*/ 106062 h 1157500"/>
              <a:gd name="connsiteX140" fmla="*/ 8249309 w 12192000"/>
              <a:gd name="connsiteY140" fmla="*/ 106698 h 1157500"/>
              <a:gd name="connsiteX141" fmla="*/ 8249997 w 12192000"/>
              <a:gd name="connsiteY141" fmla="*/ 105915 h 1157500"/>
              <a:gd name="connsiteX142" fmla="*/ 8272162 w 12192000"/>
              <a:gd name="connsiteY142" fmla="*/ 103924 h 1157500"/>
              <a:gd name="connsiteX143" fmla="*/ 8292349 w 12192000"/>
              <a:gd name="connsiteY143" fmla="*/ 97480 h 1157500"/>
              <a:gd name="connsiteX144" fmla="*/ 8307239 w 12192000"/>
              <a:gd name="connsiteY144" fmla="*/ 94591 h 1157500"/>
              <a:gd name="connsiteX145" fmla="*/ 8339282 w 12192000"/>
              <a:gd name="connsiteY145" fmla="*/ 108942 h 1157500"/>
              <a:gd name="connsiteX146" fmla="*/ 8346156 w 12192000"/>
              <a:gd name="connsiteY146" fmla="*/ 111227 h 1157500"/>
              <a:gd name="connsiteX147" fmla="*/ 8346467 w 12192000"/>
              <a:gd name="connsiteY147" fmla="*/ 111024 h 1157500"/>
              <a:gd name="connsiteX148" fmla="*/ 8354069 w 12192000"/>
              <a:gd name="connsiteY148" fmla="*/ 112942 h 1157500"/>
              <a:gd name="connsiteX149" fmla="*/ 8358687 w 12192000"/>
              <a:gd name="connsiteY149" fmla="*/ 115393 h 1157500"/>
              <a:gd name="connsiteX150" fmla="*/ 8433385 w 12192000"/>
              <a:gd name="connsiteY150" fmla="*/ 99669 h 1157500"/>
              <a:gd name="connsiteX151" fmla="*/ 8533779 w 12192000"/>
              <a:gd name="connsiteY151" fmla="*/ 98374 h 1157500"/>
              <a:gd name="connsiteX152" fmla="*/ 8632833 w 12192000"/>
              <a:gd name="connsiteY152" fmla="*/ 100532 h 1157500"/>
              <a:gd name="connsiteX153" fmla="*/ 8668523 w 12192000"/>
              <a:gd name="connsiteY153" fmla="*/ 102979 h 1157500"/>
              <a:gd name="connsiteX154" fmla="*/ 8732893 w 12192000"/>
              <a:gd name="connsiteY154" fmla="*/ 99991 h 1157500"/>
              <a:gd name="connsiteX155" fmla="*/ 8764071 w 12192000"/>
              <a:gd name="connsiteY155" fmla="*/ 94587 h 1157500"/>
              <a:gd name="connsiteX156" fmla="*/ 8767004 w 12192000"/>
              <a:gd name="connsiteY156" fmla="*/ 91519 h 1157500"/>
              <a:gd name="connsiteX157" fmla="*/ 8772553 w 12192000"/>
              <a:gd name="connsiteY157" fmla="*/ 90314 h 1157500"/>
              <a:gd name="connsiteX158" fmla="*/ 8787201 w 12192000"/>
              <a:gd name="connsiteY158" fmla="*/ 92033 h 1157500"/>
              <a:gd name="connsiteX159" fmla="*/ 8792624 w 12192000"/>
              <a:gd name="connsiteY159" fmla="*/ 93503 h 1157500"/>
              <a:gd name="connsiteX160" fmla="*/ 8800741 w 12192000"/>
              <a:gd name="connsiteY160" fmla="*/ 93897 h 1157500"/>
              <a:gd name="connsiteX161" fmla="*/ 8800966 w 12192000"/>
              <a:gd name="connsiteY161" fmla="*/ 93645 h 1157500"/>
              <a:gd name="connsiteX162" fmla="*/ 8808513 w 12192000"/>
              <a:gd name="connsiteY162" fmla="*/ 94530 h 1157500"/>
              <a:gd name="connsiteX163" fmla="*/ 8845110 w 12192000"/>
              <a:gd name="connsiteY163" fmla="*/ 102179 h 1157500"/>
              <a:gd name="connsiteX164" fmla="*/ 8917529 w 12192000"/>
              <a:gd name="connsiteY164" fmla="*/ 76373 h 1157500"/>
              <a:gd name="connsiteX165" fmla="*/ 9026654 w 12192000"/>
              <a:gd name="connsiteY165" fmla="*/ 93420 h 1157500"/>
              <a:gd name="connsiteX166" fmla="*/ 9088505 w 12192000"/>
              <a:gd name="connsiteY166" fmla="*/ 113002 h 1157500"/>
              <a:gd name="connsiteX167" fmla="*/ 9203241 w 12192000"/>
              <a:gd name="connsiteY167" fmla="*/ 111713 h 1157500"/>
              <a:gd name="connsiteX168" fmla="*/ 9415584 w 12192000"/>
              <a:gd name="connsiteY168" fmla="*/ 157156 h 1157500"/>
              <a:gd name="connsiteX169" fmla="*/ 9505102 w 12192000"/>
              <a:gd name="connsiteY169" fmla="*/ 141042 h 1157500"/>
              <a:gd name="connsiteX170" fmla="*/ 9643040 w 12192000"/>
              <a:gd name="connsiteY170" fmla="*/ 158233 h 1157500"/>
              <a:gd name="connsiteX171" fmla="*/ 9762999 w 12192000"/>
              <a:gd name="connsiteY171" fmla="*/ 162623 h 1157500"/>
              <a:gd name="connsiteX172" fmla="*/ 9776183 w 12192000"/>
              <a:gd name="connsiteY172" fmla="*/ 162191 h 1157500"/>
              <a:gd name="connsiteX173" fmla="*/ 9780532 w 12192000"/>
              <a:gd name="connsiteY173" fmla="*/ 155823 h 1157500"/>
              <a:gd name="connsiteX174" fmla="*/ 9910588 w 12192000"/>
              <a:gd name="connsiteY174" fmla="*/ 154327 h 1157500"/>
              <a:gd name="connsiteX175" fmla="*/ 9924173 w 12192000"/>
              <a:gd name="connsiteY175" fmla="*/ 158591 h 1157500"/>
              <a:gd name="connsiteX176" fmla="*/ 10010969 w 12192000"/>
              <a:gd name="connsiteY176" fmla="*/ 155802 h 1157500"/>
              <a:gd name="connsiteX177" fmla="*/ 10070699 w 12192000"/>
              <a:gd name="connsiteY177" fmla="*/ 157854 h 1157500"/>
              <a:gd name="connsiteX178" fmla="*/ 10155104 w 12192000"/>
              <a:gd name="connsiteY178" fmla="*/ 151613 h 1157500"/>
              <a:gd name="connsiteX179" fmla="*/ 10250982 w 12192000"/>
              <a:gd name="connsiteY179" fmla="*/ 128642 h 1157500"/>
              <a:gd name="connsiteX180" fmla="*/ 10343301 w 12192000"/>
              <a:gd name="connsiteY180" fmla="*/ 90884 h 1157500"/>
              <a:gd name="connsiteX181" fmla="*/ 10366625 w 12192000"/>
              <a:gd name="connsiteY181" fmla="*/ 79428 h 1157500"/>
              <a:gd name="connsiteX182" fmla="*/ 10433505 w 12192000"/>
              <a:gd name="connsiteY182" fmla="*/ 65000 h 1157500"/>
              <a:gd name="connsiteX183" fmla="*/ 10547510 w 12192000"/>
              <a:gd name="connsiteY183" fmla="*/ 47246 h 1157500"/>
              <a:gd name="connsiteX184" fmla="*/ 10588150 w 12192000"/>
              <a:gd name="connsiteY184" fmla="*/ 32287 h 1157500"/>
              <a:gd name="connsiteX185" fmla="*/ 10589457 w 12192000"/>
              <a:gd name="connsiteY185" fmla="*/ 25296 h 1157500"/>
              <a:gd name="connsiteX186" fmla="*/ 10699976 w 12192000"/>
              <a:gd name="connsiteY186" fmla="*/ 43345 h 1157500"/>
              <a:gd name="connsiteX187" fmla="*/ 10812237 w 12192000"/>
              <a:gd name="connsiteY187" fmla="*/ 46327 h 1157500"/>
              <a:gd name="connsiteX188" fmla="*/ 10869837 w 12192000"/>
              <a:gd name="connsiteY188" fmla="*/ 65795 h 1157500"/>
              <a:gd name="connsiteX189" fmla="*/ 10881770 w 12192000"/>
              <a:gd name="connsiteY189" fmla="*/ 73672 h 1157500"/>
              <a:gd name="connsiteX190" fmla="*/ 10896899 w 12192000"/>
              <a:gd name="connsiteY190" fmla="*/ 70731 h 1157500"/>
              <a:gd name="connsiteX191" fmla="*/ 10901748 w 12192000"/>
              <a:gd name="connsiteY191" fmla="*/ 66352 h 1157500"/>
              <a:gd name="connsiteX192" fmla="*/ 10947419 w 12192000"/>
              <a:gd name="connsiteY192" fmla="*/ 83316 h 1157500"/>
              <a:gd name="connsiteX193" fmla="*/ 10953034 w 12192000"/>
              <a:gd name="connsiteY193" fmla="*/ 84438 h 1157500"/>
              <a:gd name="connsiteX194" fmla="*/ 10992070 w 12192000"/>
              <a:gd name="connsiteY194" fmla="*/ 88841 h 1157500"/>
              <a:gd name="connsiteX195" fmla="*/ 11112372 w 12192000"/>
              <a:gd name="connsiteY195" fmla="*/ 82247 h 1157500"/>
              <a:gd name="connsiteX196" fmla="*/ 11147719 w 12192000"/>
              <a:gd name="connsiteY196" fmla="*/ 80560 h 1157500"/>
              <a:gd name="connsiteX197" fmla="*/ 11172617 w 12192000"/>
              <a:gd name="connsiteY197" fmla="*/ 76265 h 1157500"/>
              <a:gd name="connsiteX198" fmla="*/ 11240397 w 12192000"/>
              <a:gd name="connsiteY198" fmla="*/ 81830 h 1157500"/>
              <a:gd name="connsiteX199" fmla="*/ 11270034 w 12192000"/>
              <a:gd name="connsiteY199" fmla="*/ 91947 h 1157500"/>
              <a:gd name="connsiteX0" fmla="*/ 11310949 w 12192000"/>
              <a:gd name="connsiteY0" fmla="*/ 97842 h 1157500"/>
              <a:gd name="connsiteX1" fmla="*/ 11345279 w 12192000"/>
              <a:gd name="connsiteY1" fmla="*/ 95451 h 1157500"/>
              <a:gd name="connsiteX2" fmla="*/ 11488543 w 12192000"/>
              <a:gd name="connsiteY2" fmla="*/ 144736 h 1157500"/>
              <a:gd name="connsiteX3" fmla="*/ 11603601 w 12192000"/>
              <a:gd name="connsiteY3" fmla="*/ 193266 h 1157500"/>
              <a:gd name="connsiteX4" fmla="*/ 11736204 w 12192000"/>
              <a:gd name="connsiteY4" fmla="*/ 277509 h 1157500"/>
              <a:gd name="connsiteX5" fmla="*/ 11705740 w 12192000"/>
              <a:gd name="connsiteY5" fmla="*/ 250993 h 1157500"/>
              <a:gd name="connsiteX6" fmla="*/ 11819139 w 12192000"/>
              <a:gd name="connsiteY6" fmla="*/ 304143 h 1157500"/>
              <a:gd name="connsiteX7" fmla="*/ 11835615 w 12192000"/>
              <a:gd name="connsiteY7" fmla="*/ 305790 h 1157500"/>
              <a:gd name="connsiteX8" fmla="*/ 11980134 w 12192000"/>
              <a:gd name="connsiteY8" fmla="*/ 321911 h 1157500"/>
              <a:gd name="connsiteX9" fmla="*/ 12174576 w 12192000"/>
              <a:gd name="connsiteY9" fmla="*/ 376108 h 1157500"/>
              <a:gd name="connsiteX10" fmla="*/ 12192000 w 12192000"/>
              <a:gd name="connsiteY10" fmla="*/ 379233 h 1157500"/>
              <a:gd name="connsiteX11" fmla="*/ 12192000 w 12192000"/>
              <a:gd name="connsiteY11" fmla="*/ 1157500 h 1157500"/>
              <a:gd name="connsiteX12" fmla="*/ 0 w 12192000"/>
              <a:gd name="connsiteY12" fmla="*/ 1157500 h 1157500"/>
              <a:gd name="connsiteX13" fmla="*/ 0 w 12192000"/>
              <a:gd name="connsiteY13" fmla="*/ 483545 h 1157500"/>
              <a:gd name="connsiteX14" fmla="*/ 5331 w 12192000"/>
              <a:gd name="connsiteY14" fmla="*/ 482797 h 1157500"/>
              <a:gd name="connsiteX15" fmla="*/ 39902 w 12192000"/>
              <a:gd name="connsiteY15" fmla="*/ 472284 h 1157500"/>
              <a:gd name="connsiteX16" fmla="*/ 117880 w 12192000"/>
              <a:gd name="connsiteY16" fmla="*/ 420956 h 1157500"/>
              <a:gd name="connsiteX17" fmla="*/ 238140 w 12192000"/>
              <a:gd name="connsiteY17" fmla="*/ 379297 h 1157500"/>
              <a:gd name="connsiteX18" fmla="*/ 249589 w 12192000"/>
              <a:gd name="connsiteY18" fmla="*/ 379517 h 1157500"/>
              <a:gd name="connsiteX19" fmla="*/ 296963 w 12192000"/>
              <a:gd name="connsiteY19" fmla="*/ 356102 h 1157500"/>
              <a:gd name="connsiteX20" fmla="*/ 339235 w 12192000"/>
              <a:gd name="connsiteY20" fmla="*/ 324425 h 1157500"/>
              <a:gd name="connsiteX21" fmla="*/ 447152 w 12192000"/>
              <a:gd name="connsiteY21" fmla="*/ 327423 h 1157500"/>
              <a:gd name="connsiteX22" fmla="*/ 475247 w 12192000"/>
              <a:gd name="connsiteY22" fmla="*/ 336714 h 1157500"/>
              <a:gd name="connsiteX23" fmla="*/ 477967 w 12192000"/>
              <a:gd name="connsiteY23" fmla="*/ 337960 h 1157500"/>
              <a:gd name="connsiteX24" fmla="*/ 703732 w 12192000"/>
              <a:gd name="connsiteY24" fmla="*/ 316599 h 1157500"/>
              <a:gd name="connsiteX25" fmla="*/ 853391 w 12192000"/>
              <a:gd name="connsiteY25" fmla="*/ 303591 h 1157500"/>
              <a:gd name="connsiteX26" fmla="*/ 925332 w 12192000"/>
              <a:gd name="connsiteY26" fmla="*/ 298686 h 1157500"/>
              <a:gd name="connsiteX27" fmla="*/ 941286 w 12192000"/>
              <a:gd name="connsiteY27" fmla="*/ 288932 h 1157500"/>
              <a:gd name="connsiteX28" fmla="*/ 950845 w 12192000"/>
              <a:gd name="connsiteY28" fmla="*/ 286595 h 1157500"/>
              <a:gd name="connsiteX29" fmla="*/ 953292 w 12192000"/>
              <a:gd name="connsiteY29" fmla="*/ 280892 h 1157500"/>
              <a:gd name="connsiteX30" fmla="*/ 967499 w 12192000"/>
              <a:gd name="connsiteY30" fmla="*/ 273760 h 1157500"/>
              <a:gd name="connsiteX31" fmla="*/ 1069267 w 12192000"/>
              <a:gd name="connsiteY31" fmla="*/ 262766 h 1157500"/>
              <a:gd name="connsiteX32" fmla="*/ 1138407 w 12192000"/>
              <a:gd name="connsiteY32" fmla="*/ 246567 h 1157500"/>
              <a:gd name="connsiteX33" fmla="*/ 1164931 w 12192000"/>
              <a:gd name="connsiteY33" fmla="*/ 238622 h 1157500"/>
              <a:gd name="connsiteX34" fmla="*/ 1211622 w 12192000"/>
              <a:gd name="connsiteY34" fmla="*/ 220676 h 1157500"/>
              <a:gd name="connsiteX35" fmla="*/ 1274567 w 12192000"/>
              <a:gd name="connsiteY35" fmla="*/ 203380 h 1157500"/>
              <a:gd name="connsiteX36" fmla="*/ 1325029 w 12192000"/>
              <a:gd name="connsiteY36" fmla="*/ 207937 h 1157500"/>
              <a:gd name="connsiteX37" fmla="*/ 1356805 w 12192000"/>
              <a:gd name="connsiteY37" fmla="*/ 203622 h 1157500"/>
              <a:gd name="connsiteX38" fmla="*/ 1468752 w 12192000"/>
              <a:gd name="connsiteY38" fmla="*/ 214604 h 1157500"/>
              <a:gd name="connsiteX39" fmla="*/ 1650750 w 12192000"/>
              <a:gd name="connsiteY39" fmla="*/ 165090 h 1157500"/>
              <a:gd name="connsiteX40" fmla="*/ 1655056 w 12192000"/>
              <a:gd name="connsiteY40" fmla="*/ 172106 h 1157500"/>
              <a:gd name="connsiteX41" fmla="*/ 1683220 w 12192000"/>
              <a:gd name="connsiteY41" fmla="*/ 169652 h 1157500"/>
              <a:gd name="connsiteX42" fmla="*/ 1685599 w 12192000"/>
              <a:gd name="connsiteY42" fmla="*/ 165388 h 1157500"/>
              <a:gd name="connsiteX43" fmla="*/ 1735783 w 12192000"/>
              <a:gd name="connsiteY43" fmla="*/ 177400 h 1157500"/>
              <a:gd name="connsiteX44" fmla="*/ 1797102 w 12192000"/>
              <a:gd name="connsiteY44" fmla="*/ 182289 h 1157500"/>
              <a:gd name="connsiteX45" fmla="*/ 1845638 w 12192000"/>
              <a:gd name="connsiteY45" fmla="*/ 163774 h 1157500"/>
              <a:gd name="connsiteX46" fmla="*/ 1848980 w 12192000"/>
              <a:gd name="connsiteY46" fmla="*/ 167516 h 1157500"/>
              <a:gd name="connsiteX47" fmla="*/ 1880587 w 12192000"/>
              <a:gd name="connsiteY47" fmla="*/ 165506 h 1157500"/>
              <a:gd name="connsiteX48" fmla="*/ 1995803 w 12192000"/>
              <a:gd name="connsiteY48" fmla="*/ 131847 h 1157500"/>
              <a:gd name="connsiteX49" fmla="*/ 2057448 w 12192000"/>
              <a:gd name="connsiteY49" fmla="*/ 128650 h 1157500"/>
              <a:gd name="connsiteX50" fmla="*/ 2119088 w 12192000"/>
              <a:gd name="connsiteY50" fmla="*/ 113508 h 1157500"/>
              <a:gd name="connsiteX51" fmla="*/ 2138831 w 12192000"/>
              <a:gd name="connsiteY51" fmla="*/ 116194 h 1157500"/>
              <a:gd name="connsiteX52" fmla="*/ 2214259 w 12192000"/>
              <a:gd name="connsiteY52" fmla="*/ 110542 h 1157500"/>
              <a:gd name="connsiteX53" fmla="*/ 2264911 w 12192000"/>
              <a:gd name="connsiteY53" fmla="*/ 101639 h 1157500"/>
              <a:gd name="connsiteX54" fmla="*/ 2454058 w 12192000"/>
              <a:gd name="connsiteY54" fmla="*/ 67266 h 1157500"/>
              <a:gd name="connsiteX55" fmla="*/ 2534188 w 12192000"/>
              <a:gd name="connsiteY55" fmla="*/ 63730 h 1157500"/>
              <a:gd name="connsiteX56" fmla="*/ 2616912 w 12192000"/>
              <a:gd name="connsiteY56" fmla="*/ 44757 h 1157500"/>
              <a:gd name="connsiteX57" fmla="*/ 2698592 w 12192000"/>
              <a:gd name="connsiteY57" fmla="*/ 35873 h 1157500"/>
              <a:gd name="connsiteX58" fmla="*/ 2891953 w 12192000"/>
              <a:gd name="connsiteY58" fmla="*/ 28541 h 1157500"/>
              <a:gd name="connsiteX59" fmla="*/ 3052621 w 12192000"/>
              <a:gd name="connsiteY59" fmla="*/ 7598 h 1157500"/>
              <a:gd name="connsiteX60" fmla="*/ 3145220 w 12192000"/>
              <a:gd name="connsiteY60" fmla="*/ 9845 h 1157500"/>
              <a:gd name="connsiteX61" fmla="*/ 3233309 w 12192000"/>
              <a:gd name="connsiteY61" fmla="*/ 2536 h 1157500"/>
              <a:gd name="connsiteX62" fmla="*/ 3320851 w 12192000"/>
              <a:gd name="connsiteY62" fmla="*/ 12470 h 1157500"/>
              <a:gd name="connsiteX63" fmla="*/ 3394552 w 12192000"/>
              <a:gd name="connsiteY63" fmla="*/ 31847 h 1157500"/>
              <a:gd name="connsiteX64" fmla="*/ 3462252 w 12192000"/>
              <a:gd name="connsiteY64" fmla="*/ 62214 h 1157500"/>
              <a:gd name="connsiteX65" fmla="*/ 3504799 w 12192000"/>
              <a:gd name="connsiteY65" fmla="*/ 86931 h 1157500"/>
              <a:gd name="connsiteX66" fmla="*/ 3568807 w 12192000"/>
              <a:gd name="connsiteY66" fmla="*/ 78125 h 1157500"/>
              <a:gd name="connsiteX67" fmla="*/ 3571993 w 12192000"/>
              <a:gd name="connsiteY67" fmla="*/ 80673 h 1157500"/>
              <a:gd name="connsiteX68" fmla="*/ 3590879 w 12192000"/>
              <a:gd name="connsiteY68" fmla="*/ 93683 h 1157500"/>
              <a:gd name="connsiteX69" fmla="*/ 3623973 w 12192000"/>
              <a:gd name="connsiteY69" fmla="*/ 86652 h 1157500"/>
              <a:gd name="connsiteX70" fmla="*/ 3636728 w 12192000"/>
              <a:gd name="connsiteY70" fmla="*/ 91587 h 1157500"/>
              <a:gd name="connsiteX71" fmla="*/ 3676976 w 12192000"/>
              <a:gd name="connsiteY71" fmla="*/ 90168 h 1157500"/>
              <a:gd name="connsiteX72" fmla="*/ 3722653 w 12192000"/>
              <a:gd name="connsiteY72" fmla="*/ 108931 h 1157500"/>
              <a:gd name="connsiteX73" fmla="*/ 3775112 w 12192000"/>
              <a:gd name="connsiteY73" fmla="*/ 92538 h 1157500"/>
              <a:gd name="connsiteX74" fmla="*/ 3932956 w 12192000"/>
              <a:gd name="connsiteY74" fmla="*/ 115905 h 1157500"/>
              <a:gd name="connsiteX75" fmla="*/ 4100593 w 12192000"/>
              <a:gd name="connsiteY75" fmla="*/ 157402 h 1157500"/>
              <a:gd name="connsiteX76" fmla="*/ 4316364 w 12192000"/>
              <a:gd name="connsiteY76" fmla="*/ 171021 h 1157500"/>
              <a:gd name="connsiteX77" fmla="*/ 4387387 w 12192000"/>
              <a:gd name="connsiteY77" fmla="*/ 157928 h 1157500"/>
              <a:gd name="connsiteX78" fmla="*/ 4427957 w 12192000"/>
              <a:gd name="connsiteY78" fmla="*/ 171094 h 1157500"/>
              <a:gd name="connsiteX79" fmla="*/ 4502291 w 12192000"/>
              <a:gd name="connsiteY79" fmla="*/ 181765 h 1157500"/>
              <a:gd name="connsiteX80" fmla="*/ 4600771 w 12192000"/>
              <a:gd name="connsiteY80" fmla="*/ 205711 h 1157500"/>
              <a:gd name="connsiteX81" fmla="*/ 4644102 w 12192000"/>
              <a:gd name="connsiteY81" fmla="*/ 203931 h 1157500"/>
              <a:gd name="connsiteX82" fmla="*/ 4652752 w 12192000"/>
              <a:gd name="connsiteY82" fmla="*/ 204470 h 1157500"/>
              <a:gd name="connsiteX83" fmla="*/ 4652896 w 12192000"/>
              <a:gd name="connsiteY83" fmla="*/ 204854 h 1157500"/>
              <a:gd name="connsiteX84" fmla="*/ 4685303 w 12192000"/>
              <a:gd name="connsiteY84" fmla="*/ 206507 h 1157500"/>
              <a:gd name="connsiteX85" fmla="*/ 4690886 w 12192000"/>
              <a:gd name="connsiteY85" fmla="*/ 209335 h 1157500"/>
              <a:gd name="connsiteX86" fmla="*/ 4725430 w 12192000"/>
              <a:gd name="connsiteY86" fmla="*/ 232300 h 1157500"/>
              <a:gd name="connsiteX87" fmla="*/ 4800051 w 12192000"/>
              <a:gd name="connsiteY87" fmla="*/ 224667 h 1157500"/>
              <a:gd name="connsiteX88" fmla="*/ 4875115 w 12192000"/>
              <a:gd name="connsiteY88" fmla="*/ 257918 h 1157500"/>
              <a:gd name="connsiteX89" fmla="*/ 4936450 w 12192000"/>
              <a:gd name="connsiteY89" fmla="*/ 274470 h 1157500"/>
              <a:gd name="connsiteX90" fmla="*/ 5030961 w 12192000"/>
              <a:gd name="connsiteY90" fmla="*/ 299480 h 1157500"/>
              <a:gd name="connsiteX91" fmla="*/ 5082734 w 12192000"/>
              <a:gd name="connsiteY91" fmla="*/ 302149 h 1157500"/>
              <a:gd name="connsiteX92" fmla="*/ 5138799 w 12192000"/>
              <a:gd name="connsiteY92" fmla="*/ 297368 h 1157500"/>
              <a:gd name="connsiteX93" fmla="*/ 5259695 w 12192000"/>
              <a:gd name="connsiteY93" fmla="*/ 324044 h 1157500"/>
              <a:gd name="connsiteX94" fmla="*/ 5359642 w 12192000"/>
              <a:gd name="connsiteY94" fmla="*/ 334143 h 1157500"/>
              <a:gd name="connsiteX95" fmla="*/ 5372918 w 12192000"/>
              <a:gd name="connsiteY95" fmla="*/ 330402 h 1157500"/>
              <a:gd name="connsiteX96" fmla="*/ 5396084 w 12192000"/>
              <a:gd name="connsiteY96" fmla="*/ 321836 h 1157500"/>
              <a:gd name="connsiteX97" fmla="*/ 5414292 w 12192000"/>
              <a:gd name="connsiteY97" fmla="*/ 314431 h 1157500"/>
              <a:gd name="connsiteX98" fmla="*/ 5487276 w 12192000"/>
              <a:gd name="connsiteY98" fmla="*/ 300918 h 1157500"/>
              <a:gd name="connsiteX99" fmla="*/ 5612716 w 12192000"/>
              <a:gd name="connsiteY99" fmla="*/ 301686 h 1157500"/>
              <a:gd name="connsiteX100" fmla="*/ 5864813 w 12192000"/>
              <a:gd name="connsiteY100" fmla="*/ 251420 h 1157500"/>
              <a:gd name="connsiteX101" fmla="*/ 6151392 w 12192000"/>
              <a:gd name="connsiteY101" fmla="*/ 219300 h 1157500"/>
              <a:gd name="connsiteX102" fmla="*/ 6209396 w 12192000"/>
              <a:gd name="connsiteY102" fmla="*/ 214037 h 1157500"/>
              <a:gd name="connsiteX103" fmla="*/ 6269898 w 12192000"/>
              <a:gd name="connsiteY103" fmla="*/ 219868 h 1157500"/>
              <a:gd name="connsiteX104" fmla="*/ 6352373 w 12192000"/>
              <a:gd name="connsiteY104" fmla="*/ 202729 h 1157500"/>
              <a:gd name="connsiteX105" fmla="*/ 6353759 w 12192000"/>
              <a:gd name="connsiteY105" fmla="*/ 202703 h 1157500"/>
              <a:gd name="connsiteX106" fmla="*/ 6363346 w 12192000"/>
              <a:gd name="connsiteY106" fmla="*/ 190268 h 1157500"/>
              <a:gd name="connsiteX107" fmla="*/ 6400681 w 12192000"/>
              <a:gd name="connsiteY107" fmla="*/ 197970 h 1157500"/>
              <a:gd name="connsiteX108" fmla="*/ 6402041 w 12192000"/>
              <a:gd name="connsiteY108" fmla="*/ 200641 h 1157500"/>
              <a:gd name="connsiteX109" fmla="*/ 6502019 w 12192000"/>
              <a:gd name="connsiteY109" fmla="*/ 192356 h 1157500"/>
              <a:gd name="connsiteX110" fmla="*/ 6518229 w 12192000"/>
              <a:gd name="connsiteY110" fmla="*/ 191407 h 1157500"/>
              <a:gd name="connsiteX111" fmla="*/ 6595639 w 12192000"/>
              <a:gd name="connsiteY111" fmla="*/ 168164 h 1157500"/>
              <a:gd name="connsiteX112" fmla="*/ 6692265 w 12192000"/>
              <a:gd name="connsiteY112" fmla="*/ 164829 h 1157500"/>
              <a:gd name="connsiteX113" fmla="*/ 6697219 w 12192000"/>
              <a:gd name="connsiteY113" fmla="*/ 165301 h 1157500"/>
              <a:gd name="connsiteX114" fmla="*/ 6713656 w 12192000"/>
              <a:gd name="connsiteY114" fmla="*/ 153600 h 1157500"/>
              <a:gd name="connsiteX115" fmla="*/ 6714383 w 12192000"/>
              <a:gd name="connsiteY115" fmla="*/ 150425 h 1157500"/>
              <a:gd name="connsiteX116" fmla="*/ 6774793 w 12192000"/>
              <a:gd name="connsiteY116" fmla="*/ 159713 h 1157500"/>
              <a:gd name="connsiteX117" fmla="*/ 6782112 w 12192000"/>
              <a:gd name="connsiteY117" fmla="*/ 155255 h 1157500"/>
              <a:gd name="connsiteX118" fmla="*/ 6878958 w 12192000"/>
              <a:gd name="connsiteY118" fmla="*/ 180824 h 1157500"/>
              <a:gd name="connsiteX119" fmla="*/ 6894439 w 12192000"/>
              <a:gd name="connsiteY119" fmla="*/ 177642 h 1157500"/>
              <a:gd name="connsiteX120" fmla="*/ 6963220 w 12192000"/>
              <a:gd name="connsiteY120" fmla="*/ 167304 h 1157500"/>
              <a:gd name="connsiteX121" fmla="*/ 6976706 w 12192000"/>
              <a:gd name="connsiteY121" fmla="*/ 170894 h 1157500"/>
              <a:gd name="connsiteX122" fmla="*/ 6987064 w 12192000"/>
              <a:gd name="connsiteY122" fmla="*/ 160402 h 1157500"/>
              <a:gd name="connsiteX123" fmla="*/ 7058714 w 12192000"/>
              <a:gd name="connsiteY123" fmla="*/ 175992 h 1157500"/>
              <a:gd name="connsiteX124" fmla="*/ 7060499 w 12192000"/>
              <a:gd name="connsiteY124" fmla="*/ 176063 h 1157500"/>
              <a:gd name="connsiteX125" fmla="*/ 7176563 w 12192000"/>
              <a:gd name="connsiteY125" fmla="*/ 173244 h 1157500"/>
              <a:gd name="connsiteX126" fmla="*/ 7205529 w 12192000"/>
              <a:gd name="connsiteY126" fmla="*/ 181011 h 1157500"/>
              <a:gd name="connsiteX127" fmla="*/ 7310118 w 12192000"/>
              <a:gd name="connsiteY127" fmla="*/ 162605 h 1157500"/>
              <a:gd name="connsiteX128" fmla="*/ 7673859 w 12192000"/>
              <a:gd name="connsiteY128" fmla="*/ 150336 h 1157500"/>
              <a:gd name="connsiteX129" fmla="*/ 7692748 w 12192000"/>
              <a:gd name="connsiteY129" fmla="*/ 161537 h 1157500"/>
              <a:gd name="connsiteX130" fmla="*/ 7756672 w 12192000"/>
              <a:gd name="connsiteY130" fmla="*/ 157372 h 1157500"/>
              <a:gd name="connsiteX131" fmla="*/ 7974189 w 12192000"/>
              <a:gd name="connsiteY131" fmla="*/ 154819 h 1157500"/>
              <a:gd name="connsiteX132" fmla="*/ 8101969 w 12192000"/>
              <a:gd name="connsiteY132" fmla="*/ 144495 h 1157500"/>
              <a:gd name="connsiteX133" fmla="*/ 8106826 w 12192000"/>
              <a:gd name="connsiteY133" fmla="*/ 139853 h 1157500"/>
              <a:gd name="connsiteX134" fmla="*/ 8162058 w 12192000"/>
              <a:gd name="connsiteY134" fmla="*/ 96704 h 1157500"/>
              <a:gd name="connsiteX135" fmla="*/ 8184568 w 12192000"/>
              <a:gd name="connsiteY135" fmla="*/ 93990 h 1157500"/>
              <a:gd name="connsiteX136" fmla="*/ 8228227 w 12192000"/>
              <a:gd name="connsiteY136" fmla="*/ 105972 h 1157500"/>
              <a:gd name="connsiteX137" fmla="*/ 8237963 w 12192000"/>
              <a:gd name="connsiteY137" fmla="*/ 106996 h 1157500"/>
              <a:gd name="connsiteX138" fmla="*/ 8248358 w 12192000"/>
              <a:gd name="connsiteY138" fmla="*/ 106062 h 1157500"/>
              <a:gd name="connsiteX139" fmla="*/ 8249309 w 12192000"/>
              <a:gd name="connsiteY139" fmla="*/ 106698 h 1157500"/>
              <a:gd name="connsiteX140" fmla="*/ 8249997 w 12192000"/>
              <a:gd name="connsiteY140" fmla="*/ 105915 h 1157500"/>
              <a:gd name="connsiteX141" fmla="*/ 8272162 w 12192000"/>
              <a:gd name="connsiteY141" fmla="*/ 103924 h 1157500"/>
              <a:gd name="connsiteX142" fmla="*/ 8292349 w 12192000"/>
              <a:gd name="connsiteY142" fmla="*/ 97480 h 1157500"/>
              <a:gd name="connsiteX143" fmla="*/ 8307239 w 12192000"/>
              <a:gd name="connsiteY143" fmla="*/ 94591 h 1157500"/>
              <a:gd name="connsiteX144" fmla="*/ 8339282 w 12192000"/>
              <a:gd name="connsiteY144" fmla="*/ 108942 h 1157500"/>
              <a:gd name="connsiteX145" fmla="*/ 8346156 w 12192000"/>
              <a:gd name="connsiteY145" fmla="*/ 111227 h 1157500"/>
              <a:gd name="connsiteX146" fmla="*/ 8346467 w 12192000"/>
              <a:gd name="connsiteY146" fmla="*/ 111024 h 1157500"/>
              <a:gd name="connsiteX147" fmla="*/ 8354069 w 12192000"/>
              <a:gd name="connsiteY147" fmla="*/ 112942 h 1157500"/>
              <a:gd name="connsiteX148" fmla="*/ 8358687 w 12192000"/>
              <a:gd name="connsiteY148" fmla="*/ 115393 h 1157500"/>
              <a:gd name="connsiteX149" fmla="*/ 8433385 w 12192000"/>
              <a:gd name="connsiteY149" fmla="*/ 99669 h 1157500"/>
              <a:gd name="connsiteX150" fmla="*/ 8533779 w 12192000"/>
              <a:gd name="connsiteY150" fmla="*/ 98374 h 1157500"/>
              <a:gd name="connsiteX151" fmla="*/ 8632833 w 12192000"/>
              <a:gd name="connsiteY151" fmla="*/ 100532 h 1157500"/>
              <a:gd name="connsiteX152" fmla="*/ 8668523 w 12192000"/>
              <a:gd name="connsiteY152" fmla="*/ 102979 h 1157500"/>
              <a:gd name="connsiteX153" fmla="*/ 8732893 w 12192000"/>
              <a:gd name="connsiteY153" fmla="*/ 99991 h 1157500"/>
              <a:gd name="connsiteX154" fmla="*/ 8764071 w 12192000"/>
              <a:gd name="connsiteY154" fmla="*/ 94587 h 1157500"/>
              <a:gd name="connsiteX155" fmla="*/ 8767004 w 12192000"/>
              <a:gd name="connsiteY155" fmla="*/ 91519 h 1157500"/>
              <a:gd name="connsiteX156" fmla="*/ 8772553 w 12192000"/>
              <a:gd name="connsiteY156" fmla="*/ 90314 h 1157500"/>
              <a:gd name="connsiteX157" fmla="*/ 8787201 w 12192000"/>
              <a:gd name="connsiteY157" fmla="*/ 92033 h 1157500"/>
              <a:gd name="connsiteX158" fmla="*/ 8792624 w 12192000"/>
              <a:gd name="connsiteY158" fmla="*/ 93503 h 1157500"/>
              <a:gd name="connsiteX159" fmla="*/ 8800741 w 12192000"/>
              <a:gd name="connsiteY159" fmla="*/ 93897 h 1157500"/>
              <a:gd name="connsiteX160" fmla="*/ 8800966 w 12192000"/>
              <a:gd name="connsiteY160" fmla="*/ 93645 h 1157500"/>
              <a:gd name="connsiteX161" fmla="*/ 8808513 w 12192000"/>
              <a:gd name="connsiteY161" fmla="*/ 94530 h 1157500"/>
              <a:gd name="connsiteX162" fmla="*/ 8845110 w 12192000"/>
              <a:gd name="connsiteY162" fmla="*/ 102179 h 1157500"/>
              <a:gd name="connsiteX163" fmla="*/ 8917529 w 12192000"/>
              <a:gd name="connsiteY163" fmla="*/ 76373 h 1157500"/>
              <a:gd name="connsiteX164" fmla="*/ 9026654 w 12192000"/>
              <a:gd name="connsiteY164" fmla="*/ 93420 h 1157500"/>
              <a:gd name="connsiteX165" fmla="*/ 9088505 w 12192000"/>
              <a:gd name="connsiteY165" fmla="*/ 113002 h 1157500"/>
              <a:gd name="connsiteX166" fmla="*/ 9203241 w 12192000"/>
              <a:gd name="connsiteY166" fmla="*/ 111713 h 1157500"/>
              <a:gd name="connsiteX167" fmla="*/ 9415584 w 12192000"/>
              <a:gd name="connsiteY167" fmla="*/ 157156 h 1157500"/>
              <a:gd name="connsiteX168" fmla="*/ 9505102 w 12192000"/>
              <a:gd name="connsiteY168" fmla="*/ 141042 h 1157500"/>
              <a:gd name="connsiteX169" fmla="*/ 9643040 w 12192000"/>
              <a:gd name="connsiteY169" fmla="*/ 158233 h 1157500"/>
              <a:gd name="connsiteX170" fmla="*/ 9762999 w 12192000"/>
              <a:gd name="connsiteY170" fmla="*/ 162623 h 1157500"/>
              <a:gd name="connsiteX171" fmla="*/ 9776183 w 12192000"/>
              <a:gd name="connsiteY171" fmla="*/ 162191 h 1157500"/>
              <a:gd name="connsiteX172" fmla="*/ 9780532 w 12192000"/>
              <a:gd name="connsiteY172" fmla="*/ 155823 h 1157500"/>
              <a:gd name="connsiteX173" fmla="*/ 9910588 w 12192000"/>
              <a:gd name="connsiteY173" fmla="*/ 154327 h 1157500"/>
              <a:gd name="connsiteX174" fmla="*/ 9924173 w 12192000"/>
              <a:gd name="connsiteY174" fmla="*/ 158591 h 1157500"/>
              <a:gd name="connsiteX175" fmla="*/ 10010969 w 12192000"/>
              <a:gd name="connsiteY175" fmla="*/ 155802 h 1157500"/>
              <a:gd name="connsiteX176" fmla="*/ 10070699 w 12192000"/>
              <a:gd name="connsiteY176" fmla="*/ 157854 h 1157500"/>
              <a:gd name="connsiteX177" fmla="*/ 10155104 w 12192000"/>
              <a:gd name="connsiteY177" fmla="*/ 151613 h 1157500"/>
              <a:gd name="connsiteX178" fmla="*/ 10250982 w 12192000"/>
              <a:gd name="connsiteY178" fmla="*/ 128642 h 1157500"/>
              <a:gd name="connsiteX179" fmla="*/ 10343301 w 12192000"/>
              <a:gd name="connsiteY179" fmla="*/ 90884 h 1157500"/>
              <a:gd name="connsiteX180" fmla="*/ 10366625 w 12192000"/>
              <a:gd name="connsiteY180" fmla="*/ 79428 h 1157500"/>
              <a:gd name="connsiteX181" fmla="*/ 10433505 w 12192000"/>
              <a:gd name="connsiteY181" fmla="*/ 65000 h 1157500"/>
              <a:gd name="connsiteX182" fmla="*/ 10547510 w 12192000"/>
              <a:gd name="connsiteY182" fmla="*/ 47246 h 1157500"/>
              <a:gd name="connsiteX183" fmla="*/ 10588150 w 12192000"/>
              <a:gd name="connsiteY183" fmla="*/ 32287 h 1157500"/>
              <a:gd name="connsiteX184" fmla="*/ 10589457 w 12192000"/>
              <a:gd name="connsiteY184" fmla="*/ 25296 h 1157500"/>
              <a:gd name="connsiteX185" fmla="*/ 10699976 w 12192000"/>
              <a:gd name="connsiteY185" fmla="*/ 43345 h 1157500"/>
              <a:gd name="connsiteX186" fmla="*/ 10812237 w 12192000"/>
              <a:gd name="connsiteY186" fmla="*/ 46327 h 1157500"/>
              <a:gd name="connsiteX187" fmla="*/ 10869837 w 12192000"/>
              <a:gd name="connsiteY187" fmla="*/ 65795 h 1157500"/>
              <a:gd name="connsiteX188" fmla="*/ 10881770 w 12192000"/>
              <a:gd name="connsiteY188" fmla="*/ 73672 h 1157500"/>
              <a:gd name="connsiteX189" fmla="*/ 10896899 w 12192000"/>
              <a:gd name="connsiteY189" fmla="*/ 70731 h 1157500"/>
              <a:gd name="connsiteX190" fmla="*/ 10901748 w 12192000"/>
              <a:gd name="connsiteY190" fmla="*/ 66352 h 1157500"/>
              <a:gd name="connsiteX191" fmla="*/ 10947419 w 12192000"/>
              <a:gd name="connsiteY191" fmla="*/ 83316 h 1157500"/>
              <a:gd name="connsiteX192" fmla="*/ 10953034 w 12192000"/>
              <a:gd name="connsiteY192" fmla="*/ 84438 h 1157500"/>
              <a:gd name="connsiteX193" fmla="*/ 10992070 w 12192000"/>
              <a:gd name="connsiteY193" fmla="*/ 88841 h 1157500"/>
              <a:gd name="connsiteX194" fmla="*/ 11112372 w 12192000"/>
              <a:gd name="connsiteY194" fmla="*/ 82247 h 1157500"/>
              <a:gd name="connsiteX195" fmla="*/ 11147719 w 12192000"/>
              <a:gd name="connsiteY195" fmla="*/ 80560 h 1157500"/>
              <a:gd name="connsiteX196" fmla="*/ 11172617 w 12192000"/>
              <a:gd name="connsiteY196" fmla="*/ 76265 h 1157500"/>
              <a:gd name="connsiteX197" fmla="*/ 11240397 w 12192000"/>
              <a:gd name="connsiteY197" fmla="*/ 81830 h 1157500"/>
              <a:gd name="connsiteX198" fmla="*/ 11270034 w 12192000"/>
              <a:gd name="connsiteY198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603601 w 12192000"/>
              <a:gd name="connsiteY2" fmla="*/ 193266 h 1157500"/>
              <a:gd name="connsiteX3" fmla="*/ 11736204 w 12192000"/>
              <a:gd name="connsiteY3" fmla="*/ 277509 h 1157500"/>
              <a:gd name="connsiteX4" fmla="*/ 11705740 w 12192000"/>
              <a:gd name="connsiteY4" fmla="*/ 250993 h 1157500"/>
              <a:gd name="connsiteX5" fmla="*/ 11819139 w 12192000"/>
              <a:gd name="connsiteY5" fmla="*/ 304143 h 1157500"/>
              <a:gd name="connsiteX6" fmla="*/ 11835615 w 12192000"/>
              <a:gd name="connsiteY6" fmla="*/ 305790 h 1157500"/>
              <a:gd name="connsiteX7" fmla="*/ 11980134 w 12192000"/>
              <a:gd name="connsiteY7" fmla="*/ 321911 h 1157500"/>
              <a:gd name="connsiteX8" fmla="*/ 12174576 w 12192000"/>
              <a:gd name="connsiteY8" fmla="*/ 376108 h 1157500"/>
              <a:gd name="connsiteX9" fmla="*/ 12192000 w 12192000"/>
              <a:gd name="connsiteY9" fmla="*/ 379233 h 1157500"/>
              <a:gd name="connsiteX10" fmla="*/ 12192000 w 12192000"/>
              <a:gd name="connsiteY10" fmla="*/ 1157500 h 1157500"/>
              <a:gd name="connsiteX11" fmla="*/ 0 w 12192000"/>
              <a:gd name="connsiteY11" fmla="*/ 1157500 h 1157500"/>
              <a:gd name="connsiteX12" fmla="*/ 0 w 12192000"/>
              <a:gd name="connsiteY12" fmla="*/ 483545 h 1157500"/>
              <a:gd name="connsiteX13" fmla="*/ 5331 w 12192000"/>
              <a:gd name="connsiteY13" fmla="*/ 482797 h 1157500"/>
              <a:gd name="connsiteX14" fmla="*/ 39902 w 12192000"/>
              <a:gd name="connsiteY14" fmla="*/ 472284 h 1157500"/>
              <a:gd name="connsiteX15" fmla="*/ 117880 w 12192000"/>
              <a:gd name="connsiteY15" fmla="*/ 420956 h 1157500"/>
              <a:gd name="connsiteX16" fmla="*/ 238140 w 12192000"/>
              <a:gd name="connsiteY16" fmla="*/ 379297 h 1157500"/>
              <a:gd name="connsiteX17" fmla="*/ 249589 w 12192000"/>
              <a:gd name="connsiteY17" fmla="*/ 379517 h 1157500"/>
              <a:gd name="connsiteX18" fmla="*/ 296963 w 12192000"/>
              <a:gd name="connsiteY18" fmla="*/ 356102 h 1157500"/>
              <a:gd name="connsiteX19" fmla="*/ 339235 w 12192000"/>
              <a:gd name="connsiteY19" fmla="*/ 324425 h 1157500"/>
              <a:gd name="connsiteX20" fmla="*/ 447152 w 12192000"/>
              <a:gd name="connsiteY20" fmla="*/ 327423 h 1157500"/>
              <a:gd name="connsiteX21" fmla="*/ 475247 w 12192000"/>
              <a:gd name="connsiteY21" fmla="*/ 336714 h 1157500"/>
              <a:gd name="connsiteX22" fmla="*/ 477967 w 12192000"/>
              <a:gd name="connsiteY22" fmla="*/ 337960 h 1157500"/>
              <a:gd name="connsiteX23" fmla="*/ 703732 w 12192000"/>
              <a:gd name="connsiteY23" fmla="*/ 316599 h 1157500"/>
              <a:gd name="connsiteX24" fmla="*/ 853391 w 12192000"/>
              <a:gd name="connsiteY24" fmla="*/ 303591 h 1157500"/>
              <a:gd name="connsiteX25" fmla="*/ 925332 w 12192000"/>
              <a:gd name="connsiteY25" fmla="*/ 298686 h 1157500"/>
              <a:gd name="connsiteX26" fmla="*/ 941286 w 12192000"/>
              <a:gd name="connsiteY26" fmla="*/ 288932 h 1157500"/>
              <a:gd name="connsiteX27" fmla="*/ 950845 w 12192000"/>
              <a:gd name="connsiteY27" fmla="*/ 286595 h 1157500"/>
              <a:gd name="connsiteX28" fmla="*/ 953292 w 12192000"/>
              <a:gd name="connsiteY28" fmla="*/ 280892 h 1157500"/>
              <a:gd name="connsiteX29" fmla="*/ 967499 w 12192000"/>
              <a:gd name="connsiteY29" fmla="*/ 273760 h 1157500"/>
              <a:gd name="connsiteX30" fmla="*/ 1069267 w 12192000"/>
              <a:gd name="connsiteY30" fmla="*/ 262766 h 1157500"/>
              <a:gd name="connsiteX31" fmla="*/ 1138407 w 12192000"/>
              <a:gd name="connsiteY31" fmla="*/ 246567 h 1157500"/>
              <a:gd name="connsiteX32" fmla="*/ 1164931 w 12192000"/>
              <a:gd name="connsiteY32" fmla="*/ 238622 h 1157500"/>
              <a:gd name="connsiteX33" fmla="*/ 1211622 w 12192000"/>
              <a:gd name="connsiteY33" fmla="*/ 220676 h 1157500"/>
              <a:gd name="connsiteX34" fmla="*/ 1274567 w 12192000"/>
              <a:gd name="connsiteY34" fmla="*/ 203380 h 1157500"/>
              <a:gd name="connsiteX35" fmla="*/ 1325029 w 12192000"/>
              <a:gd name="connsiteY35" fmla="*/ 207937 h 1157500"/>
              <a:gd name="connsiteX36" fmla="*/ 1356805 w 12192000"/>
              <a:gd name="connsiteY36" fmla="*/ 203622 h 1157500"/>
              <a:gd name="connsiteX37" fmla="*/ 1468752 w 12192000"/>
              <a:gd name="connsiteY37" fmla="*/ 214604 h 1157500"/>
              <a:gd name="connsiteX38" fmla="*/ 1650750 w 12192000"/>
              <a:gd name="connsiteY38" fmla="*/ 165090 h 1157500"/>
              <a:gd name="connsiteX39" fmla="*/ 1655056 w 12192000"/>
              <a:gd name="connsiteY39" fmla="*/ 172106 h 1157500"/>
              <a:gd name="connsiteX40" fmla="*/ 1683220 w 12192000"/>
              <a:gd name="connsiteY40" fmla="*/ 169652 h 1157500"/>
              <a:gd name="connsiteX41" fmla="*/ 1685599 w 12192000"/>
              <a:gd name="connsiteY41" fmla="*/ 165388 h 1157500"/>
              <a:gd name="connsiteX42" fmla="*/ 1735783 w 12192000"/>
              <a:gd name="connsiteY42" fmla="*/ 177400 h 1157500"/>
              <a:gd name="connsiteX43" fmla="*/ 1797102 w 12192000"/>
              <a:gd name="connsiteY43" fmla="*/ 182289 h 1157500"/>
              <a:gd name="connsiteX44" fmla="*/ 1845638 w 12192000"/>
              <a:gd name="connsiteY44" fmla="*/ 163774 h 1157500"/>
              <a:gd name="connsiteX45" fmla="*/ 1848980 w 12192000"/>
              <a:gd name="connsiteY45" fmla="*/ 167516 h 1157500"/>
              <a:gd name="connsiteX46" fmla="*/ 1880587 w 12192000"/>
              <a:gd name="connsiteY46" fmla="*/ 165506 h 1157500"/>
              <a:gd name="connsiteX47" fmla="*/ 1995803 w 12192000"/>
              <a:gd name="connsiteY47" fmla="*/ 131847 h 1157500"/>
              <a:gd name="connsiteX48" fmla="*/ 2057448 w 12192000"/>
              <a:gd name="connsiteY48" fmla="*/ 128650 h 1157500"/>
              <a:gd name="connsiteX49" fmla="*/ 2119088 w 12192000"/>
              <a:gd name="connsiteY49" fmla="*/ 113508 h 1157500"/>
              <a:gd name="connsiteX50" fmla="*/ 2138831 w 12192000"/>
              <a:gd name="connsiteY50" fmla="*/ 116194 h 1157500"/>
              <a:gd name="connsiteX51" fmla="*/ 2214259 w 12192000"/>
              <a:gd name="connsiteY51" fmla="*/ 110542 h 1157500"/>
              <a:gd name="connsiteX52" fmla="*/ 2264911 w 12192000"/>
              <a:gd name="connsiteY52" fmla="*/ 101639 h 1157500"/>
              <a:gd name="connsiteX53" fmla="*/ 2454058 w 12192000"/>
              <a:gd name="connsiteY53" fmla="*/ 67266 h 1157500"/>
              <a:gd name="connsiteX54" fmla="*/ 2534188 w 12192000"/>
              <a:gd name="connsiteY54" fmla="*/ 63730 h 1157500"/>
              <a:gd name="connsiteX55" fmla="*/ 2616912 w 12192000"/>
              <a:gd name="connsiteY55" fmla="*/ 44757 h 1157500"/>
              <a:gd name="connsiteX56" fmla="*/ 2698592 w 12192000"/>
              <a:gd name="connsiteY56" fmla="*/ 35873 h 1157500"/>
              <a:gd name="connsiteX57" fmla="*/ 2891953 w 12192000"/>
              <a:gd name="connsiteY57" fmla="*/ 28541 h 1157500"/>
              <a:gd name="connsiteX58" fmla="*/ 3052621 w 12192000"/>
              <a:gd name="connsiteY58" fmla="*/ 7598 h 1157500"/>
              <a:gd name="connsiteX59" fmla="*/ 3145220 w 12192000"/>
              <a:gd name="connsiteY59" fmla="*/ 9845 h 1157500"/>
              <a:gd name="connsiteX60" fmla="*/ 3233309 w 12192000"/>
              <a:gd name="connsiteY60" fmla="*/ 2536 h 1157500"/>
              <a:gd name="connsiteX61" fmla="*/ 3320851 w 12192000"/>
              <a:gd name="connsiteY61" fmla="*/ 12470 h 1157500"/>
              <a:gd name="connsiteX62" fmla="*/ 3394552 w 12192000"/>
              <a:gd name="connsiteY62" fmla="*/ 31847 h 1157500"/>
              <a:gd name="connsiteX63" fmla="*/ 3462252 w 12192000"/>
              <a:gd name="connsiteY63" fmla="*/ 62214 h 1157500"/>
              <a:gd name="connsiteX64" fmla="*/ 3504799 w 12192000"/>
              <a:gd name="connsiteY64" fmla="*/ 86931 h 1157500"/>
              <a:gd name="connsiteX65" fmla="*/ 3568807 w 12192000"/>
              <a:gd name="connsiteY65" fmla="*/ 78125 h 1157500"/>
              <a:gd name="connsiteX66" fmla="*/ 3571993 w 12192000"/>
              <a:gd name="connsiteY66" fmla="*/ 80673 h 1157500"/>
              <a:gd name="connsiteX67" fmla="*/ 3590879 w 12192000"/>
              <a:gd name="connsiteY67" fmla="*/ 93683 h 1157500"/>
              <a:gd name="connsiteX68" fmla="*/ 3623973 w 12192000"/>
              <a:gd name="connsiteY68" fmla="*/ 86652 h 1157500"/>
              <a:gd name="connsiteX69" fmla="*/ 3636728 w 12192000"/>
              <a:gd name="connsiteY69" fmla="*/ 91587 h 1157500"/>
              <a:gd name="connsiteX70" fmla="*/ 3676976 w 12192000"/>
              <a:gd name="connsiteY70" fmla="*/ 90168 h 1157500"/>
              <a:gd name="connsiteX71" fmla="*/ 3722653 w 12192000"/>
              <a:gd name="connsiteY71" fmla="*/ 108931 h 1157500"/>
              <a:gd name="connsiteX72" fmla="*/ 3775112 w 12192000"/>
              <a:gd name="connsiteY72" fmla="*/ 92538 h 1157500"/>
              <a:gd name="connsiteX73" fmla="*/ 3932956 w 12192000"/>
              <a:gd name="connsiteY73" fmla="*/ 115905 h 1157500"/>
              <a:gd name="connsiteX74" fmla="*/ 4100593 w 12192000"/>
              <a:gd name="connsiteY74" fmla="*/ 157402 h 1157500"/>
              <a:gd name="connsiteX75" fmla="*/ 4316364 w 12192000"/>
              <a:gd name="connsiteY75" fmla="*/ 171021 h 1157500"/>
              <a:gd name="connsiteX76" fmla="*/ 4387387 w 12192000"/>
              <a:gd name="connsiteY76" fmla="*/ 157928 h 1157500"/>
              <a:gd name="connsiteX77" fmla="*/ 4427957 w 12192000"/>
              <a:gd name="connsiteY77" fmla="*/ 171094 h 1157500"/>
              <a:gd name="connsiteX78" fmla="*/ 4502291 w 12192000"/>
              <a:gd name="connsiteY78" fmla="*/ 181765 h 1157500"/>
              <a:gd name="connsiteX79" fmla="*/ 4600771 w 12192000"/>
              <a:gd name="connsiteY79" fmla="*/ 205711 h 1157500"/>
              <a:gd name="connsiteX80" fmla="*/ 4644102 w 12192000"/>
              <a:gd name="connsiteY80" fmla="*/ 203931 h 1157500"/>
              <a:gd name="connsiteX81" fmla="*/ 4652752 w 12192000"/>
              <a:gd name="connsiteY81" fmla="*/ 204470 h 1157500"/>
              <a:gd name="connsiteX82" fmla="*/ 4652896 w 12192000"/>
              <a:gd name="connsiteY82" fmla="*/ 204854 h 1157500"/>
              <a:gd name="connsiteX83" fmla="*/ 4685303 w 12192000"/>
              <a:gd name="connsiteY83" fmla="*/ 206507 h 1157500"/>
              <a:gd name="connsiteX84" fmla="*/ 4690886 w 12192000"/>
              <a:gd name="connsiteY84" fmla="*/ 209335 h 1157500"/>
              <a:gd name="connsiteX85" fmla="*/ 4725430 w 12192000"/>
              <a:gd name="connsiteY85" fmla="*/ 232300 h 1157500"/>
              <a:gd name="connsiteX86" fmla="*/ 4800051 w 12192000"/>
              <a:gd name="connsiteY86" fmla="*/ 224667 h 1157500"/>
              <a:gd name="connsiteX87" fmla="*/ 4875115 w 12192000"/>
              <a:gd name="connsiteY87" fmla="*/ 257918 h 1157500"/>
              <a:gd name="connsiteX88" fmla="*/ 4936450 w 12192000"/>
              <a:gd name="connsiteY88" fmla="*/ 274470 h 1157500"/>
              <a:gd name="connsiteX89" fmla="*/ 5030961 w 12192000"/>
              <a:gd name="connsiteY89" fmla="*/ 299480 h 1157500"/>
              <a:gd name="connsiteX90" fmla="*/ 5082734 w 12192000"/>
              <a:gd name="connsiteY90" fmla="*/ 302149 h 1157500"/>
              <a:gd name="connsiteX91" fmla="*/ 5138799 w 12192000"/>
              <a:gd name="connsiteY91" fmla="*/ 297368 h 1157500"/>
              <a:gd name="connsiteX92" fmla="*/ 5259695 w 12192000"/>
              <a:gd name="connsiteY92" fmla="*/ 324044 h 1157500"/>
              <a:gd name="connsiteX93" fmla="*/ 5359642 w 12192000"/>
              <a:gd name="connsiteY93" fmla="*/ 334143 h 1157500"/>
              <a:gd name="connsiteX94" fmla="*/ 5372918 w 12192000"/>
              <a:gd name="connsiteY94" fmla="*/ 330402 h 1157500"/>
              <a:gd name="connsiteX95" fmla="*/ 5396084 w 12192000"/>
              <a:gd name="connsiteY95" fmla="*/ 321836 h 1157500"/>
              <a:gd name="connsiteX96" fmla="*/ 5414292 w 12192000"/>
              <a:gd name="connsiteY96" fmla="*/ 314431 h 1157500"/>
              <a:gd name="connsiteX97" fmla="*/ 5487276 w 12192000"/>
              <a:gd name="connsiteY97" fmla="*/ 300918 h 1157500"/>
              <a:gd name="connsiteX98" fmla="*/ 5612716 w 12192000"/>
              <a:gd name="connsiteY98" fmla="*/ 301686 h 1157500"/>
              <a:gd name="connsiteX99" fmla="*/ 5864813 w 12192000"/>
              <a:gd name="connsiteY99" fmla="*/ 251420 h 1157500"/>
              <a:gd name="connsiteX100" fmla="*/ 6151392 w 12192000"/>
              <a:gd name="connsiteY100" fmla="*/ 219300 h 1157500"/>
              <a:gd name="connsiteX101" fmla="*/ 6209396 w 12192000"/>
              <a:gd name="connsiteY101" fmla="*/ 214037 h 1157500"/>
              <a:gd name="connsiteX102" fmla="*/ 6269898 w 12192000"/>
              <a:gd name="connsiteY102" fmla="*/ 219868 h 1157500"/>
              <a:gd name="connsiteX103" fmla="*/ 6352373 w 12192000"/>
              <a:gd name="connsiteY103" fmla="*/ 202729 h 1157500"/>
              <a:gd name="connsiteX104" fmla="*/ 6353759 w 12192000"/>
              <a:gd name="connsiteY104" fmla="*/ 202703 h 1157500"/>
              <a:gd name="connsiteX105" fmla="*/ 6363346 w 12192000"/>
              <a:gd name="connsiteY105" fmla="*/ 190268 h 1157500"/>
              <a:gd name="connsiteX106" fmla="*/ 6400681 w 12192000"/>
              <a:gd name="connsiteY106" fmla="*/ 197970 h 1157500"/>
              <a:gd name="connsiteX107" fmla="*/ 6402041 w 12192000"/>
              <a:gd name="connsiteY107" fmla="*/ 200641 h 1157500"/>
              <a:gd name="connsiteX108" fmla="*/ 6502019 w 12192000"/>
              <a:gd name="connsiteY108" fmla="*/ 192356 h 1157500"/>
              <a:gd name="connsiteX109" fmla="*/ 6518229 w 12192000"/>
              <a:gd name="connsiteY109" fmla="*/ 191407 h 1157500"/>
              <a:gd name="connsiteX110" fmla="*/ 6595639 w 12192000"/>
              <a:gd name="connsiteY110" fmla="*/ 168164 h 1157500"/>
              <a:gd name="connsiteX111" fmla="*/ 6692265 w 12192000"/>
              <a:gd name="connsiteY111" fmla="*/ 164829 h 1157500"/>
              <a:gd name="connsiteX112" fmla="*/ 6697219 w 12192000"/>
              <a:gd name="connsiteY112" fmla="*/ 165301 h 1157500"/>
              <a:gd name="connsiteX113" fmla="*/ 6713656 w 12192000"/>
              <a:gd name="connsiteY113" fmla="*/ 153600 h 1157500"/>
              <a:gd name="connsiteX114" fmla="*/ 6714383 w 12192000"/>
              <a:gd name="connsiteY114" fmla="*/ 150425 h 1157500"/>
              <a:gd name="connsiteX115" fmla="*/ 6774793 w 12192000"/>
              <a:gd name="connsiteY115" fmla="*/ 159713 h 1157500"/>
              <a:gd name="connsiteX116" fmla="*/ 6782112 w 12192000"/>
              <a:gd name="connsiteY116" fmla="*/ 155255 h 1157500"/>
              <a:gd name="connsiteX117" fmla="*/ 6878958 w 12192000"/>
              <a:gd name="connsiteY117" fmla="*/ 180824 h 1157500"/>
              <a:gd name="connsiteX118" fmla="*/ 6894439 w 12192000"/>
              <a:gd name="connsiteY118" fmla="*/ 177642 h 1157500"/>
              <a:gd name="connsiteX119" fmla="*/ 6963220 w 12192000"/>
              <a:gd name="connsiteY119" fmla="*/ 167304 h 1157500"/>
              <a:gd name="connsiteX120" fmla="*/ 6976706 w 12192000"/>
              <a:gd name="connsiteY120" fmla="*/ 170894 h 1157500"/>
              <a:gd name="connsiteX121" fmla="*/ 6987064 w 12192000"/>
              <a:gd name="connsiteY121" fmla="*/ 160402 h 1157500"/>
              <a:gd name="connsiteX122" fmla="*/ 7058714 w 12192000"/>
              <a:gd name="connsiteY122" fmla="*/ 175992 h 1157500"/>
              <a:gd name="connsiteX123" fmla="*/ 7060499 w 12192000"/>
              <a:gd name="connsiteY123" fmla="*/ 176063 h 1157500"/>
              <a:gd name="connsiteX124" fmla="*/ 7176563 w 12192000"/>
              <a:gd name="connsiteY124" fmla="*/ 173244 h 1157500"/>
              <a:gd name="connsiteX125" fmla="*/ 7205529 w 12192000"/>
              <a:gd name="connsiteY125" fmla="*/ 181011 h 1157500"/>
              <a:gd name="connsiteX126" fmla="*/ 7310118 w 12192000"/>
              <a:gd name="connsiteY126" fmla="*/ 162605 h 1157500"/>
              <a:gd name="connsiteX127" fmla="*/ 7673859 w 12192000"/>
              <a:gd name="connsiteY127" fmla="*/ 150336 h 1157500"/>
              <a:gd name="connsiteX128" fmla="*/ 7692748 w 12192000"/>
              <a:gd name="connsiteY128" fmla="*/ 161537 h 1157500"/>
              <a:gd name="connsiteX129" fmla="*/ 7756672 w 12192000"/>
              <a:gd name="connsiteY129" fmla="*/ 157372 h 1157500"/>
              <a:gd name="connsiteX130" fmla="*/ 7974189 w 12192000"/>
              <a:gd name="connsiteY130" fmla="*/ 154819 h 1157500"/>
              <a:gd name="connsiteX131" fmla="*/ 8101969 w 12192000"/>
              <a:gd name="connsiteY131" fmla="*/ 144495 h 1157500"/>
              <a:gd name="connsiteX132" fmla="*/ 8106826 w 12192000"/>
              <a:gd name="connsiteY132" fmla="*/ 139853 h 1157500"/>
              <a:gd name="connsiteX133" fmla="*/ 8162058 w 12192000"/>
              <a:gd name="connsiteY133" fmla="*/ 96704 h 1157500"/>
              <a:gd name="connsiteX134" fmla="*/ 8184568 w 12192000"/>
              <a:gd name="connsiteY134" fmla="*/ 93990 h 1157500"/>
              <a:gd name="connsiteX135" fmla="*/ 8228227 w 12192000"/>
              <a:gd name="connsiteY135" fmla="*/ 105972 h 1157500"/>
              <a:gd name="connsiteX136" fmla="*/ 8237963 w 12192000"/>
              <a:gd name="connsiteY136" fmla="*/ 106996 h 1157500"/>
              <a:gd name="connsiteX137" fmla="*/ 8248358 w 12192000"/>
              <a:gd name="connsiteY137" fmla="*/ 106062 h 1157500"/>
              <a:gd name="connsiteX138" fmla="*/ 8249309 w 12192000"/>
              <a:gd name="connsiteY138" fmla="*/ 106698 h 1157500"/>
              <a:gd name="connsiteX139" fmla="*/ 8249997 w 12192000"/>
              <a:gd name="connsiteY139" fmla="*/ 105915 h 1157500"/>
              <a:gd name="connsiteX140" fmla="*/ 8272162 w 12192000"/>
              <a:gd name="connsiteY140" fmla="*/ 103924 h 1157500"/>
              <a:gd name="connsiteX141" fmla="*/ 8292349 w 12192000"/>
              <a:gd name="connsiteY141" fmla="*/ 97480 h 1157500"/>
              <a:gd name="connsiteX142" fmla="*/ 8307239 w 12192000"/>
              <a:gd name="connsiteY142" fmla="*/ 94591 h 1157500"/>
              <a:gd name="connsiteX143" fmla="*/ 8339282 w 12192000"/>
              <a:gd name="connsiteY143" fmla="*/ 108942 h 1157500"/>
              <a:gd name="connsiteX144" fmla="*/ 8346156 w 12192000"/>
              <a:gd name="connsiteY144" fmla="*/ 111227 h 1157500"/>
              <a:gd name="connsiteX145" fmla="*/ 8346467 w 12192000"/>
              <a:gd name="connsiteY145" fmla="*/ 111024 h 1157500"/>
              <a:gd name="connsiteX146" fmla="*/ 8354069 w 12192000"/>
              <a:gd name="connsiteY146" fmla="*/ 112942 h 1157500"/>
              <a:gd name="connsiteX147" fmla="*/ 8358687 w 12192000"/>
              <a:gd name="connsiteY147" fmla="*/ 115393 h 1157500"/>
              <a:gd name="connsiteX148" fmla="*/ 8433385 w 12192000"/>
              <a:gd name="connsiteY148" fmla="*/ 99669 h 1157500"/>
              <a:gd name="connsiteX149" fmla="*/ 8533779 w 12192000"/>
              <a:gd name="connsiteY149" fmla="*/ 98374 h 1157500"/>
              <a:gd name="connsiteX150" fmla="*/ 8632833 w 12192000"/>
              <a:gd name="connsiteY150" fmla="*/ 100532 h 1157500"/>
              <a:gd name="connsiteX151" fmla="*/ 8668523 w 12192000"/>
              <a:gd name="connsiteY151" fmla="*/ 102979 h 1157500"/>
              <a:gd name="connsiteX152" fmla="*/ 8732893 w 12192000"/>
              <a:gd name="connsiteY152" fmla="*/ 99991 h 1157500"/>
              <a:gd name="connsiteX153" fmla="*/ 8764071 w 12192000"/>
              <a:gd name="connsiteY153" fmla="*/ 94587 h 1157500"/>
              <a:gd name="connsiteX154" fmla="*/ 8767004 w 12192000"/>
              <a:gd name="connsiteY154" fmla="*/ 91519 h 1157500"/>
              <a:gd name="connsiteX155" fmla="*/ 8772553 w 12192000"/>
              <a:gd name="connsiteY155" fmla="*/ 90314 h 1157500"/>
              <a:gd name="connsiteX156" fmla="*/ 8787201 w 12192000"/>
              <a:gd name="connsiteY156" fmla="*/ 92033 h 1157500"/>
              <a:gd name="connsiteX157" fmla="*/ 8792624 w 12192000"/>
              <a:gd name="connsiteY157" fmla="*/ 93503 h 1157500"/>
              <a:gd name="connsiteX158" fmla="*/ 8800741 w 12192000"/>
              <a:gd name="connsiteY158" fmla="*/ 93897 h 1157500"/>
              <a:gd name="connsiteX159" fmla="*/ 8800966 w 12192000"/>
              <a:gd name="connsiteY159" fmla="*/ 93645 h 1157500"/>
              <a:gd name="connsiteX160" fmla="*/ 8808513 w 12192000"/>
              <a:gd name="connsiteY160" fmla="*/ 94530 h 1157500"/>
              <a:gd name="connsiteX161" fmla="*/ 8845110 w 12192000"/>
              <a:gd name="connsiteY161" fmla="*/ 102179 h 1157500"/>
              <a:gd name="connsiteX162" fmla="*/ 8917529 w 12192000"/>
              <a:gd name="connsiteY162" fmla="*/ 76373 h 1157500"/>
              <a:gd name="connsiteX163" fmla="*/ 9026654 w 12192000"/>
              <a:gd name="connsiteY163" fmla="*/ 93420 h 1157500"/>
              <a:gd name="connsiteX164" fmla="*/ 9088505 w 12192000"/>
              <a:gd name="connsiteY164" fmla="*/ 113002 h 1157500"/>
              <a:gd name="connsiteX165" fmla="*/ 9203241 w 12192000"/>
              <a:gd name="connsiteY165" fmla="*/ 111713 h 1157500"/>
              <a:gd name="connsiteX166" fmla="*/ 9415584 w 12192000"/>
              <a:gd name="connsiteY166" fmla="*/ 157156 h 1157500"/>
              <a:gd name="connsiteX167" fmla="*/ 9505102 w 12192000"/>
              <a:gd name="connsiteY167" fmla="*/ 141042 h 1157500"/>
              <a:gd name="connsiteX168" fmla="*/ 9643040 w 12192000"/>
              <a:gd name="connsiteY168" fmla="*/ 158233 h 1157500"/>
              <a:gd name="connsiteX169" fmla="*/ 9762999 w 12192000"/>
              <a:gd name="connsiteY169" fmla="*/ 162623 h 1157500"/>
              <a:gd name="connsiteX170" fmla="*/ 9776183 w 12192000"/>
              <a:gd name="connsiteY170" fmla="*/ 162191 h 1157500"/>
              <a:gd name="connsiteX171" fmla="*/ 9780532 w 12192000"/>
              <a:gd name="connsiteY171" fmla="*/ 155823 h 1157500"/>
              <a:gd name="connsiteX172" fmla="*/ 9910588 w 12192000"/>
              <a:gd name="connsiteY172" fmla="*/ 154327 h 1157500"/>
              <a:gd name="connsiteX173" fmla="*/ 9924173 w 12192000"/>
              <a:gd name="connsiteY173" fmla="*/ 158591 h 1157500"/>
              <a:gd name="connsiteX174" fmla="*/ 10010969 w 12192000"/>
              <a:gd name="connsiteY174" fmla="*/ 155802 h 1157500"/>
              <a:gd name="connsiteX175" fmla="*/ 10070699 w 12192000"/>
              <a:gd name="connsiteY175" fmla="*/ 157854 h 1157500"/>
              <a:gd name="connsiteX176" fmla="*/ 10155104 w 12192000"/>
              <a:gd name="connsiteY176" fmla="*/ 151613 h 1157500"/>
              <a:gd name="connsiteX177" fmla="*/ 10250982 w 12192000"/>
              <a:gd name="connsiteY177" fmla="*/ 128642 h 1157500"/>
              <a:gd name="connsiteX178" fmla="*/ 10343301 w 12192000"/>
              <a:gd name="connsiteY178" fmla="*/ 90884 h 1157500"/>
              <a:gd name="connsiteX179" fmla="*/ 10366625 w 12192000"/>
              <a:gd name="connsiteY179" fmla="*/ 79428 h 1157500"/>
              <a:gd name="connsiteX180" fmla="*/ 10433505 w 12192000"/>
              <a:gd name="connsiteY180" fmla="*/ 65000 h 1157500"/>
              <a:gd name="connsiteX181" fmla="*/ 10547510 w 12192000"/>
              <a:gd name="connsiteY181" fmla="*/ 47246 h 1157500"/>
              <a:gd name="connsiteX182" fmla="*/ 10588150 w 12192000"/>
              <a:gd name="connsiteY182" fmla="*/ 32287 h 1157500"/>
              <a:gd name="connsiteX183" fmla="*/ 10589457 w 12192000"/>
              <a:gd name="connsiteY183" fmla="*/ 25296 h 1157500"/>
              <a:gd name="connsiteX184" fmla="*/ 10699976 w 12192000"/>
              <a:gd name="connsiteY184" fmla="*/ 43345 h 1157500"/>
              <a:gd name="connsiteX185" fmla="*/ 10812237 w 12192000"/>
              <a:gd name="connsiteY185" fmla="*/ 46327 h 1157500"/>
              <a:gd name="connsiteX186" fmla="*/ 10869837 w 12192000"/>
              <a:gd name="connsiteY186" fmla="*/ 65795 h 1157500"/>
              <a:gd name="connsiteX187" fmla="*/ 10881770 w 12192000"/>
              <a:gd name="connsiteY187" fmla="*/ 73672 h 1157500"/>
              <a:gd name="connsiteX188" fmla="*/ 10896899 w 12192000"/>
              <a:gd name="connsiteY188" fmla="*/ 70731 h 1157500"/>
              <a:gd name="connsiteX189" fmla="*/ 10901748 w 12192000"/>
              <a:gd name="connsiteY189" fmla="*/ 66352 h 1157500"/>
              <a:gd name="connsiteX190" fmla="*/ 10947419 w 12192000"/>
              <a:gd name="connsiteY190" fmla="*/ 83316 h 1157500"/>
              <a:gd name="connsiteX191" fmla="*/ 10953034 w 12192000"/>
              <a:gd name="connsiteY191" fmla="*/ 84438 h 1157500"/>
              <a:gd name="connsiteX192" fmla="*/ 10992070 w 12192000"/>
              <a:gd name="connsiteY192" fmla="*/ 88841 h 1157500"/>
              <a:gd name="connsiteX193" fmla="*/ 11112372 w 12192000"/>
              <a:gd name="connsiteY193" fmla="*/ 82247 h 1157500"/>
              <a:gd name="connsiteX194" fmla="*/ 11147719 w 12192000"/>
              <a:gd name="connsiteY194" fmla="*/ 80560 h 1157500"/>
              <a:gd name="connsiteX195" fmla="*/ 11172617 w 12192000"/>
              <a:gd name="connsiteY195" fmla="*/ 76265 h 1157500"/>
              <a:gd name="connsiteX196" fmla="*/ 11240397 w 12192000"/>
              <a:gd name="connsiteY196" fmla="*/ 81830 h 1157500"/>
              <a:gd name="connsiteX197" fmla="*/ 11270034 w 12192000"/>
              <a:gd name="connsiteY197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488543 w 12192000"/>
              <a:gd name="connsiteY1" fmla="*/ 144736 h 1157500"/>
              <a:gd name="connsiteX2" fmla="*/ 11736204 w 12192000"/>
              <a:gd name="connsiteY2" fmla="*/ 277509 h 1157500"/>
              <a:gd name="connsiteX3" fmla="*/ 11705740 w 12192000"/>
              <a:gd name="connsiteY3" fmla="*/ 250993 h 1157500"/>
              <a:gd name="connsiteX4" fmla="*/ 11819139 w 12192000"/>
              <a:gd name="connsiteY4" fmla="*/ 304143 h 1157500"/>
              <a:gd name="connsiteX5" fmla="*/ 11835615 w 12192000"/>
              <a:gd name="connsiteY5" fmla="*/ 305790 h 1157500"/>
              <a:gd name="connsiteX6" fmla="*/ 11980134 w 12192000"/>
              <a:gd name="connsiteY6" fmla="*/ 321911 h 1157500"/>
              <a:gd name="connsiteX7" fmla="*/ 12174576 w 12192000"/>
              <a:gd name="connsiteY7" fmla="*/ 376108 h 1157500"/>
              <a:gd name="connsiteX8" fmla="*/ 12192000 w 12192000"/>
              <a:gd name="connsiteY8" fmla="*/ 379233 h 1157500"/>
              <a:gd name="connsiteX9" fmla="*/ 12192000 w 12192000"/>
              <a:gd name="connsiteY9" fmla="*/ 1157500 h 1157500"/>
              <a:gd name="connsiteX10" fmla="*/ 0 w 12192000"/>
              <a:gd name="connsiteY10" fmla="*/ 1157500 h 1157500"/>
              <a:gd name="connsiteX11" fmla="*/ 0 w 12192000"/>
              <a:gd name="connsiteY11" fmla="*/ 483545 h 1157500"/>
              <a:gd name="connsiteX12" fmla="*/ 5331 w 12192000"/>
              <a:gd name="connsiteY12" fmla="*/ 482797 h 1157500"/>
              <a:gd name="connsiteX13" fmla="*/ 39902 w 12192000"/>
              <a:gd name="connsiteY13" fmla="*/ 472284 h 1157500"/>
              <a:gd name="connsiteX14" fmla="*/ 117880 w 12192000"/>
              <a:gd name="connsiteY14" fmla="*/ 420956 h 1157500"/>
              <a:gd name="connsiteX15" fmla="*/ 238140 w 12192000"/>
              <a:gd name="connsiteY15" fmla="*/ 379297 h 1157500"/>
              <a:gd name="connsiteX16" fmla="*/ 249589 w 12192000"/>
              <a:gd name="connsiteY16" fmla="*/ 379517 h 1157500"/>
              <a:gd name="connsiteX17" fmla="*/ 296963 w 12192000"/>
              <a:gd name="connsiteY17" fmla="*/ 356102 h 1157500"/>
              <a:gd name="connsiteX18" fmla="*/ 339235 w 12192000"/>
              <a:gd name="connsiteY18" fmla="*/ 324425 h 1157500"/>
              <a:gd name="connsiteX19" fmla="*/ 447152 w 12192000"/>
              <a:gd name="connsiteY19" fmla="*/ 327423 h 1157500"/>
              <a:gd name="connsiteX20" fmla="*/ 475247 w 12192000"/>
              <a:gd name="connsiteY20" fmla="*/ 336714 h 1157500"/>
              <a:gd name="connsiteX21" fmla="*/ 477967 w 12192000"/>
              <a:gd name="connsiteY21" fmla="*/ 337960 h 1157500"/>
              <a:gd name="connsiteX22" fmla="*/ 703732 w 12192000"/>
              <a:gd name="connsiteY22" fmla="*/ 316599 h 1157500"/>
              <a:gd name="connsiteX23" fmla="*/ 853391 w 12192000"/>
              <a:gd name="connsiteY23" fmla="*/ 303591 h 1157500"/>
              <a:gd name="connsiteX24" fmla="*/ 925332 w 12192000"/>
              <a:gd name="connsiteY24" fmla="*/ 298686 h 1157500"/>
              <a:gd name="connsiteX25" fmla="*/ 941286 w 12192000"/>
              <a:gd name="connsiteY25" fmla="*/ 288932 h 1157500"/>
              <a:gd name="connsiteX26" fmla="*/ 950845 w 12192000"/>
              <a:gd name="connsiteY26" fmla="*/ 286595 h 1157500"/>
              <a:gd name="connsiteX27" fmla="*/ 953292 w 12192000"/>
              <a:gd name="connsiteY27" fmla="*/ 280892 h 1157500"/>
              <a:gd name="connsiteX28" fmla="*/ 967499 w 12192000"/>
              <a:gd name="connsiteY28" fmla="*/ 273760 h 1157500"/>
              <a:gd name="connsiteX29" fmla="*/ 1069267 w 12192000"/>
              <a:gd name="connsiteY29" fmla="*/ 262766 h 1157500"/>
              <a:gd name="connsiteX30" fmla="*/ 1138407 w 12192000"/>
              <a:gd name="connsiteY30" fmla="*/ 246567 h 1157500"/>
              <a:gd name="connsiteX31" fmla="*/ 1164931 w 12192000"/>
              <a:gd name="connsiteY31" fmla="*/ 238622 h 1157500"/>
              <a:gd name="connsiteX32" fmla="*/ 1211622 w 12192000"/>
              <a:gd name="connsiteY32" fmla="*/ 220676 h 1157500"/>
              <a:gd name="connsiteX33" fmla="*/ 1274567 w 12192000"/>
              <a:gd name="connsiteY33" fmla="*/ 203380 h 1157500"/>
              <a:gd name="connsiteX34" fmla="*/ 1325029 w 12192000"/>
              <a:gd name="connsiteY34" fmla="*/ 207937 h 1157500"/>
              <a:gd name="connsiteX35" fmla="*/ 1356805 w 12192000"/>
              <a:gd name="connsiteY35" fmla="*/ 203622 h 1157500"/>
              <a:gd name="connsiteX36" fmla="*/ 1468752 w 12192000"/>
              <a:gd name="connsiteY36" fmla="*/ 214604 h 1157500"/>
              <a:gd name="connsiteX37" fmla="*/ 1650750 w 12192000"/>
              <a:gd name="connsiteY37" fmla="*/ 165090 h 1157500"/>
              <a:gd name="connsiteX38" fmla="*/ 1655056 w 12192000"/>
              <a:gd name="connsiteY38" fmla="*/ 172106 h 1157500"/>
              <a:gd name="connsiteX39" fmla="*/ 1683220 w 12192000"/>
              <a:gd name="connsiteY39" fmla="*/ 169652 h 1157500"/>
              <a:gd name="connsiteX40" fmla="*/ 1685599 w 12192000"/>
              <a:gd name="connsiteY40" fmla="*/ 165388 h 1157500"/>
              <a:gd name="connsiteX41" fmla="*/ 1735783 w 12192000"/>
              <a:gd name="connsiteY41" fmla="*/ 177400 h 1157500"/>
              <a:gd name="connsiteX42" fmla="*/ 1797102 w 12192000"/>
              <a:gd name="connsiteY42" fmla="*/ 182289 h 1157500"/>
              <a:gd name="connsiteX43" fmla="*/ 1845638 w 12192000"/>
              <a:gd name="connsiteY43" fmla="*/ 163774 h 1157500"/>
              <a:gd name="connsiteX44" fmla="*/ 1848980 w 12192000"/>
              <a:gd name="connsiteY44" fmla="*/ 167516 h 1157500"/>
              <a:gd name="connsiteX45" fmla="*/ 1880587 w 12192000"/>
              <a:gd name="connsiteY45" fmla="*/ 165506 h 1157500"/>
              <a:gd name="connsiteX46" fmla="*/ 1995803 w 12192000"/>
              <a:gd name="connsiteY46" fmla="*/ 131847 h 1157500"/>
              <a:gd name="connsiteX47" fmla="*/ 2057448 w 12192000"/>
              <a:gd name="connsiteY47" fmla="*/ 128650 h 1157500"/>
              <a:gd name="connsiteX48" fmla="*/ 2119088 w 12192000"/>
              <a:gd name="connsiteY48" fmla="*/ 113508 h 1157500"/>
              <a:gd name="connsiteX49" fmla="*/ 2138831 w 12192000"/>
              <a:gd name="connsiteY49" fmla="*/ 116194 h 1157500"/>
              <a:gd name="connsiteX50" fmla="*/ 2214259 w 12192000"/>
              <a:gd name="connsiteY50" fmla="*/ 110542 h 1157500"/>
              <a:gd name="connsiteX51" fmla="*/ 2264911 w 12192000"/>
              <a:gd name="connsiteY51" fmla="*/ 101639 h 1157500"/>
              <a:gd name="connsiteX52" fmla="*/ 2454058 w 12192000"/>
              <a:gd name="connsiteY52" fmla="*/ 67266 h 1157500"/>
              <a:gd name="connsiteX53" fmla="*/ 2534188 w 12192000"/>
              <a:gd name="connsiteY53" fmla="*/ 63730 h 1157500"/>
              <a:gd name="connsiteX54" fmla="*/ 2616912 w 12192000"/>
              <a:gd name="connsiteY54" fmla="*/ 44757 h 1157500"/>
              <a:gd name="connsiteX55" fmla="*/ 2698592 w 12192000"/>
              <a:gd name="connsiteY55" fmla="*/ 35873 h 1157500"/>
              <a:gd name="connsiteX56" fmla="*/ 2891953 w 12192000"/>
              <a:gd name="connsiteY56" fmla="*/ 28541 h 1157500"/>
              <a:gd name="connsiteX57" fmla="*/ 3052621 w 12192000"/>
              <a:gd name="connsiteY57" fmla="*/ 7598 h 1157500"/>
              <a:gd name="connsiteX58" fmla="*/ 3145220 w 12192000"/>
              <a:gd name="connsiteY58" fmla="*/ 9845 h 1157500"/>
              <a:gd name="connsiteX59" fmla="*/ 3233309 w 12192000"/>
              <a:gd name="connsiteY59" fmla="*/ 2536 h 1157500"/>
              <a:gd name="connsiteX60" fmla="*/ 3320851 w 12192000"/>
              <a:gd name="connsiteY60" fmla="*/ 12470 h 1157500"/>
              <a:gd name="connsiteX61" fmla="*/ 3394552 w 12192000"/>
              <a:gd name="connsiteY61" fmla="*/ 31847 h 1157500"/>
              <a:gd name="connsiteX62" fmla="*/ 3462252 w 12192000"/>
              <a:gd name="connsiteY62" fmla="*/ 62214 h 1157500"/>
              <a:gd name="connsiteX63" fmla="*/ 3504799 w 12192000"/>
              <a:gd name="connsiteY63" fmla="*/ 86931 h 1157500"/>
              <a:gd name="connsiteX64" fmla="*/ 3568807 w 12192000"/>
              <a:gd name="connsiteY64" fmla="*/ 78125 h 1157500"/>
              <a:gd name="connsiteX65" fmla="*/ 3571993 w 12192000"/>
              <a:gd name="connsiteY65" fmla="*/ 80673 h 1157500"/>
              <a:gd name="connsiteX66" fmla="*/ 3590879 w 12192000"/>
              <a:gd name="connsiteY66" fmla="*/ 93683 h 1157500"/>
              <a:gd name="connsiteX67" fmla="*/ 3623973 w 12192000"/>
              <a:gd name="connsiteY67" fmla="*/ 86652 h 1157500"/>
              <a:gd name="connsiteX68" fmla="*/ 3636728 w 12192000"/>
              <a:gd name="connsiteY68" fmla="*/ 91587 h 1157500"/>
              <a:gd name="connsiteX69" fmla="*/ 3676976 w 12192000"/>
              <a:gd name="connsiteY69" fmla="*/ 90168 h 1157500"/>
              <a:gd name="connsiteX70" fmla="*/ 3722653 w 12192000"/>
              <a:gd name="connsiteY70" fmla="*/ 108931 h 1157500"/>
              <a:gd name="connsiteX71" fmla="*/ 3775112 w 12192000"/>
              <a:gd name="connsiteY71" fmla="*/ 92538 h 1157500"/>
              <a:gd name="connsiteX72" fmla="*/ 3932956 w 12192000"/>
              <a:gd name="connsiteY72" fmla="*/ 115905 h 1157500"/>
              <a:gd name="connsiteX73" fmla="*/ 4100593 w 12192000"/>
              <a:gd name="connsiteY73" fmla="*/ 157402 h 1157500"/>
              <a:gd name="connsiteX74" fmla="*/ 4316364 w 12192000"/>
              <a:gd name="connsiteY74" fmla="*/ 171021 h 1157500"/>
              <a:gd name="connsiteX75" fmla="*/ 4387387 w 12192000"/>
              <a:gd name="connsiteY75" fmla="*/ 157928 h 1157500"/>
              <a:gd name="connsiteX76" fmla="*/ 4427957 w 12192000"/>
              <a:gd name="connsiteY76" fmla="*/ 171094 h 1157500"/>
              <a:gd name="connsiteX77" fmla="*/ 4502291 w 12192000"/>
              <a:gd name="connsiteY77" fmla="*/ 181765 h 1157500"/>
              <a:gd name="connsiteX78" fmla="*/ 4600771 w 12192000"/>
              <a:gd name="connsiteY78" fmla="*/ 205711 h 1157500"/>
              <a:gd name="connsiteX79" fmla="*/ 4644102 w 12192000"/>
              <a:gd name="connsiteY79" fmla="*/ 203931 h 1157500"/>
              <a:gd name="connsiteX80" fmla="*/ 4652752 w 12192000"/>
              <a:gd name="connsiteY80" fmla="*/ 204470 h 1157500"/>
              <a:gd name="connsiteX81" fmla="*/ 4652896 w 12192000"/>
              <a:gd name="connsiteY81" fmla="*/ 204854 h 1157500"/>
              <a:gd name="connsiteX82" fmla="*/ 4685303 w 12192000"/>
              <a:gd name="connsiteY82" fmla="*/ 206507 h 1157500"/>
              <a:gd name="connsiteX83" fmla="*/ 4690886 w 12192000"/>
              <a:gd name="connsiteY83" fmla="*/ 209335 h 1157500"/>
              <a:gd name="connsiteX84" fmla="*/ 4725430 w 12192000"/>
              <a:gd name="connsiteY84" fmla="*/ 232300 h 1157500"/>
              <a:gd name="connsiteX85" fmla="*/ 4800051 w 12192000"/>
              <a:gd name="connsiteY85" fmla="*/ 224667 h 1157500"/>
              <a:gd name="connsiteX86" fmla="*/ 4875115 w 12192000"/>
              <a:gd name="connsiteY86" fmla="*/ 257918 h 1157500"/>
              <a:gd name="connsiteX87" fmla="*/ 4936450 w 12192000"/>
              <a:gd name="connsiteY87" fmla="*/ 274470 h 1157500"/>
              <a:gd name="connsiteX88" fmla="*/ 5030961 w 12192000"/>
              <a:gd name="connsiteY88" fmla="*/ 299480 h 1157500"/>
              <a:gd name="connsiteX89" fmla="*/ 5082734 w 12192000"/>
              <a:gd name="connsiteY89" fmla="*/ 302149 h 1157500"/>
              <a:gd name="connsiteX90" fmla="*/ 5138799 w 12192000"/>
              <a:gd name="connsiteY90" fmla="*/ 297368 h 1157500"/>
              <a:gd name="connsiteX91" fmla="*/ 5259695 w 12192000"/>
              <a:gd name="connsiteY91" fmla="*/ 324044 h 1157500"/>
              <a:gd name="connsiteX92" fmla="*/ 5359642 w 12192000"/>
              <a:gd name="connsiteY92" fmla="*/ 334143 h 1157500"/>
              <a:gd name="connsiteX93" fmla="*/ 5372918 w 12192000"/>
              <a:gd name="connsiteY93" fmla="*/ 330402 h 1157500"/>
              <a:gd name="connsiteX94" fmla="*/ 5396084 w 12192000"/>
              <a:gd name="connsiteY94" fmla="*/ 321836 h 1157500"/>
              <a:gd name="connsiteX95" fmla="*/ 5414292 w 12192000"/>
              <a:gd name="connsiteY95" fmla="*/ 314431 h 1157500"/>
              <a:gd name="connsiteX96" fmla="*/ 5487276 w 12192000"/>
              <a:gd name="connsiteY96" fmla="*/ 300918 h 1157500"/>
              <a:gd name="connsiteX97" fmla="*/ 5612716 w 12192000"/>
              <a:gd name="connsiteY97" fmla="*/ 301686 h 1157500"/>
              <a:gd name="connsiteX98" fmla="*/ 5864813 w 12192000"/>
              <a:gd name="connsiteY98" fmla="*/ 251420 h 1157500"/>
              <a:gd name="connsiteX99" fmla="*/ 6151392 w 12192000"/>
              <a:gd name="connsiteY99" fmla="*/ 219300 h 1157500"/>
              <a:gd name="connsiteX100" fmla="*/ 6209396 w 12192000"/>
              <a:gd name="connsiteY100" fmla="*/ 214037 h 1157500"/>
              <a:gd name="connsiteX101" fmla="*/ 6269898 w 12192000"/>
              <a:gd name="connsiteY101" fmla="*/ 219868 h 1157500"/>
              <a:gd name="connsiteX102" fmla="*/ 6352373 w 12192000"/>
              <a:gd name="connsiteY102" fmla="*/ 202729 h 1157500"/>
              <a:gd name="connsiteX103" fmla="*/ 6353759 w 12192000"/>
              <a:gd name="connsiteY103" fmla="*/ 202703 h 1157500"/>
              <a:gd name="connsiteX104" fmla="*/ 6363346 w 12192000"/>
              <a:gd name="connsiteY104" fmla="*/ 190268 h 1157500"/>
              <a:gd name="connsiteX105" fmla="*/ 6400681 w 12192000"/>
              <a:gd name="connsiteY105" fmla="*/ 197970 h 1157500"/>
              <a:gd name="connsiteX106" fmla="*/ 6402041 w 12192000"/>
              <a:gd name="connsiteY106" fmla="*/ 200641 h 1157500"/>
              <a:gd name="connsiteX107" fmla="*/ 6502019 w 12192000"/>
              <a:gd name="connsiteY107" fmla="*/ 192356 h 1157500"/>
              <a:gd name="connsiteX108" fmla="*/ 6518229 w 12192000"/>
              <a:gd name="connsiteY108" fmla="*/ 191407 h 1157500"/>
              <a:gd name="connsiteX109" fmla="*/ 6595639 w 12192000"/>
              <a:gd name="connsiteY109" fmla="*/ 168164 h 1157500"/>
              <a:gd name="connsiteX110" fmla="*/ 6692265 w 12192000"/>
              <a:gd name="connsiteY110" fmla="*/ 164829 h 1157500"/>
              <a:gd name="connsiteX111" fmla="*/ 6697219 w 12192000"/>
              <a:gd name="connsiteY111" fmla="*/ 165301 h 1157500"/>
              <a:gd name="connsiteX112" fmla="*/ 6713656 w 12192000"/>
              <a:gd name="connsiteY112" fmla="*/ 153600 h 1157500"/>
              <a:gd name="connsiteX113" fmla="*/ 6714383 w 12192000"/>
              <a:gd name="connsiteY113" fmla="*/ 150425 h 1157500"/>
              <a:gd name="connsiteX114" fmla="*/ 6774793 w 12192000"/>
              <a:gd name="connsiteY114" fmla="*/ 159713 h 1157500"/>
              <a:gd name="connsiteX115" fmla="*/ 6782112 w 12192000"/>
              <a:gd name="connsiteY115" fmla="*/ 155255 h 1157500"/>
              <a:gd name="connsiteX116" fmla="*/ 6878958 w 12192000"/>
              <a:gd name="connsiteY116" fmla="*/ 180824 h 1157500"/>
              <a:gd name="connsiteX117" fmla="*/ 6894439 w 12192000"/>
              <a:gd name="connsiteY117" fmla="*/ 177642 h 1157500"/>
              <a:gd name="connsiteX118" fmla="*/ 6963220 w 12192000"/>
              <a:gd name="connsiteY118" fmla="*/ 167304 h 1157500"/>
              <a:gd name="connsiteX119" fmla="*/ 6976706 w 12192000"/>
              <a:gd name="connsiteY119" fmla="*/ 170894 h 1157500"/>
              <a:gd name="connsiteX120" fmla="*/ 6987064 w 12192000"/>
              <a:gd name="connsiteY120" fmla="*/ 160402 h 1157500"/>
              <a:gd name="connsiteX121" fmla="*/ 7058714 w 12192000"/>
              <a:gd name="connsiteY121" fmla="*/ 175992 h 1157500"/>
              <a:gd name="connsiteX122" fmla="*/ 7060499 w 12192000"/>
              <a:gd name="connsiteY122" fmla="*/ 176063 h 1157500"/>
              <a:gd name="connsiteX123" fmla="*/ 7176563 w 12192000"/>
              <a:gd name="connsiteY123" fmla="*/ 173244 h 1157500"/>
              <a:gd name="connsiteX124" fmla="*/ 7205529 w 12192000"/>
              <a:gd name="connsiteY124" fmla="*/ 181011 h 1157500"/>
              <a:gd name="connsiteX125" fmla="*/ 7310118 w 12192000"/>
              <a:gd name="connsiteY125" fmla="*/ 162605 h 1157500"/>
              <a:gd name="connsiteX126" fmla="*/ 7673859 w 12192000"/>
              <a:gd name="connsiteY126" fmla="*/ 150336 h 1157500"/>
              <a:gd name="connsiteX127" fmla="*/ 7692748 w 12192000"/>
              <a:gd name="connsiteY127" fmla="*/ 161537 h 1157500"/>
              <a:gd name="connsiteX128" fmla="*/ 7756672 w 12192000"/>
              <a:gd name="connsiteY128" fmla="*/ 157372 h 1157500"/>
              <a:gd name="connsiteX129" fmla="*/ 7974189 w 12192000"/>
              <a:gd name="connsiteY129" fmla="*/ 154819 h 1157500"/>
              <a:gd name="connsiteX130" fmla="*/ 8101969 w 12192000"/>
              <a:gd name="connsiteY130" fmla="*/ 144495 h 1157500"/>
              <a:gd name="connsiteX131" fmla="*/ 8106826 w 12192000"/>
              <a:gd name="connsiteY131" fmla="*/ 139853 h 1157500"/>
              <a:gd name="connsiteX132" fmla="*/ 8162058 w 12192000"/>
              <a:gd name="connsiteY132" fmla="*/ 96704 h 1157500"/>
              <a:gd name="connsiteX133" fmla="*/ 8184568 w 12192000"/>
              <a:gd name="connsiteY133" fmla="*/ 93990 h 1157500"/>
              <a:gd name="connsiteX134" fmla="*/ 8228227 w 12192000"/>
              <a:gd name="connsiteY134" fmla="*/ 105972 h 1157500"/>
              <a:gd name="connsiteX135" fmla="*/ 8237963 w 12192000"/>
              <a:gd name="connsiteY135" fmla="*/ 106996 h 1157500"/>
              <a:gd name="connsiteX136" fmla="*/ 8248358 w 12192000"/>
              <a:gd name="connsiteY136" fmla="*/ 106062 h 1157500"/>
              <a:gd name="connsiteX137" fmla="*/ 8249309 w 12192000"/>
              <a:gd name="connsiteY137" fmla="*/ 106698 h 1157500"/>
              <a:gd name="connsiteX138" fmla="*/ 8249997 w 12192000"/>
              <a:gd name="connsiteY138" fmla="*/ 105915 h 1157500"/>
              <a:gd name="connsiteX139" fmla="*/ 8272162 w 12192000"/>
              <a:gd name="connsiteY139" fmla="*/ 103924 h 1157500"/>
              <a:gd name="connsiteX140" fmla="*/ 8292349 w 12192000"/>
              <a:gd name="connsiteY140" fmla="*/ 97480 h 1157500"/>
              <a:gd name="connsiteX141" fmla="*/ 8307239 w 12192000"/>
              <a:gd name="connsiteY141" fmla="*/ 94591 h 1157500"/>
              <a:gd name="connsiteX142" fmla="*/ 8339282 w 12192000"/>
              <a:gd name="connsiteY142" fmla="*/ 108942 h 1157500"/>
              <a:gd name="connsiteX143" fmla="*/ 8346156 w 12192000"/>
              <a:gd name="connsiteY143" fmla="*/ 111227 h 1157500"/>
              <a:gd name="connsiteX144" fmla="*/ 8346467 w 12192000"/>
              <a:gd name="connsiteY144" fmla="*/ 111024 h 1157500"/>
              <a:gd name="connsiteX145" fmla="*/ 8354069 w 12192000"/>
              <a:gd name="connsiteY145" fmla="*/ 112942 h 1157500"/>
              <a:gd name="connsiteX146" fmla="*/ 8358687 w 12192000"/>
              <a:gd name="connsiteY146" fmla="*/ 115393 h 1157500"/>
              <a:gd name="connsiteX147" fmla="*/ 8433385 w 12192000"/>
              <a:gd name="connsiteY147" fmla="*/ 99669 h 1157500"/>
              <a:gd name="connsiteX148" fmla="*/ 8533779 w 12192000"/>
              <a:gd name="connsiteY148" fmla="*/ 98374 h 1157500"/>
              <a:gd name="connsiteX149" fmla="*/ 8632833 w 12192000"/>
              <a:gd name="connsiteY149" fmla="*/ 100532 h 1157500"/>
              <a:gd name="connsiteX150" fmla="*/ 8668523 w 12192000"/>
              <a:gd name="connsiteY150" fmla="*/ 102979 h 1157500"/>
              <a:gd name="connsiteX151" fmla="*/ 8732893 w 12192000"/>
              <a:gd name="connsiteY151" fmla="*/ 99991 h 1157500"/>
              <a:gd name="connsiteX152" fmla="*/ 8764071 w 12192000"/>
              <a:gd name="connsiteY152" fmla="*/ 94587 h 1157500"/>
              <a:gd name="connsiteX153" fmla="*/ 8767004 w 12192000"/>
              <a:gd name="connsiteY153" fmla="*/ 91519 h 1157500"/>
              <a:gd name="connsiteX154" fmla="*/ 8772553 w 12192000"/>
              <a:gd name="connsiteY154" fmla="*/ 90314 h 1157500"/>
              <a:gd name="connsiteX155" fmla="*/ 8787201 w 12192000"/>
              <a:gd name="connsiteY155" fmla="*/ 92033 h 1157500"/>
              <a:gd name="connsiteX156" fmla="*/ 8792624 w 12192000"/>
              <a:gd name="connsiteY156" fmla="*/ 93503 h 1157500"/>
              <a:gd name="connsiteX157" fmla="*/ 8800741 w 12192000"/>
              <a:gd name="connsiteY157" fmla="*/ 93897 h 1157500"/>
              <a:gd name="connsiteX158" fmla="*/ 8800966 w 12192000"/>
              <a:gd name="connsiteY158" fmla="*/ 93645 h 1157500"/>
              <a:gd name="connsiteX159" fmla="*/ 8808513 w 12192000"/>
              <a:gd name="connsiteY159" fmla="*/ 94530 h 1157500"/>
              <a:gd name="connsiteX160" fmla="*/ 8845110 w 12192000"/>
              <a:gd name="connsiteY160" fmla="*/ 102179 h 1157500"/>
              <a:gd name="connsiteX161" fmla="*/ 8917529 w 12192000"/>
              <a:gd name="connsiteY161" fmla="*/ 76373 h 1157500"/>
              <a:gd name="connsiteX162" fmla="*/ 9026654 w 12192000"/>
              <a:gd name="connsiteY162" fmla="*/ 93420 h 1157500"/>
              <a:gd name="connsiteX163" fmla="*/ 9088505 w 12192000"/>
              <a:gd name="connsiteY163" fmla="*/ 113002 h 1157500"/>
              <a:gd name="connsiteX164" fmla="*/ 9203241 w 12192000"/>
              <a:gd name="connsiteY164" fmla="*/ 111713 h 1157500"/>
              <a:gd name="connsiteX165" fmla="*/ 9415584 w 12192000"/>
              <a:gd name="connsiteY165" fmla="*/ 157156 h 1157500"/>
              <a:gd name="connsiteX166" fmla="*/ 9505102 w 12192000"/>
              <a:gd name="connsiteY166" fmla="*/ 141042 h 1157500"/>
              <a:gd name="connsiteX167" fmla="*/ 9643040 w 12192000"/>
              <a:gd name="connsiteY167" fmla="*/ 158233 h 1157500"/>
              <a:gd name="connsiteX168" fmla="*/ 9762999 w 12192000"/>
              <a:gd name="connsiteY168" fmla="*/ 162623 h 1157500"/>
              <a:gd name="connsiteX169" fmla="*/ 9776183 w 12192000"/>
              <a:gd name="connsiteY169" fmla="*/ 162191 h 1157500"/>
              <a:gd name="connsiteX170" fmla="*/ 9780532 w 12192000"/>
              <a:gd name="connsiteY170" fmla="*/ 155823 h 1157500"/>
              <a:gd name="connsiteX171" fmla="*/ 9910588 w 12192000"/>
              <a:gd name="connsiteY171" fmla="*/ 154327 h 1157500"/>
              <a:gd name="connsiteX172" fmla="*/ 9924173 w 12192000"/>
              <a:gd name="connsiteY172" fmla="*/ 158591 h 1157500"/>
              <a:gd name="connsiteX173" fmla="*/ 10010969 w 12192000"/>
              <a:gd name="connsiteY173" fmla="*/ 155802 h 1157500"/>
              <a:gd name="connsiteX174" fmla="*/ 10070699 w 12192000"/>
              <a:gd name="connsiteY174" fmla="*/ 157854 h 1157500"/>
              <a:gd name="connsiteX175" fmla="*/ 10155104 w 12192000"/>
              <a:gd name="connsiteY175" fmla="*/ 151613 h 1157500"/>
              <a:gd name="connsiteX176" fmla="*/ 10250982 w 12192000"/>
              <a:gd name="connsiteY176" fmla="*/ 128642 h 1157500"/>
              <a:gd name="connsiteX177" fmla="*/ 10343301 w 12192000"/>
              <a:gd name="connsiteY177" fmla="*/ 90884 h 1157500"/>
              <a:gd name="connsiteX178" fmla="*/ 10366625 w 12192000"/>
              <a:gd name="connsiteY178" fmla="*/ 79428 h 1157500"/>
              <a:gd name="connsiteX179" fmla="*/ 10433505 w 12192000"/>
              <a:gd name="connsiteY179" fmla="*/ 65000 h 1157500"/>
              <a:gd name="connsiteX180" fmla="*/ 10547510 w 12192000"/>
              <a:gd name="connsiteY180" fmla="*/ 47246 h 1157500"/>
              <a:gd name="connsiteX181" fmla="*/ 10588150 w 12192000"/>
              <a:gd name="connsiteY181" fmla="*/ 32287 h 1157500"/>
              <a:gd name="connsiteX182" fmla="*/ 10589457 w 12192000"/>
              <a:gd name="connsiteY182" fmla="*/ 25296 h 1157500"/>
              <a:gd name="connsiteX183" fmla="*/ 10699976 w 12192000"/>
              <a:gd name="connsiteY183" fmla="*/ 43345 h 1157500"/>
              <a:gd name="connsiteX184" fmla="*/ 10812237 w 12192000"/>
              <a:gd name="connsiteY184" fmla="*/ 46327 h 1157500"/>
              <a:gd name="connsiteX185" fmla="*/ 10869837 w 12192000"/>
              <a:gd name="connsiteY185" fmla="*/ 65795 h 1157500"/>
              <a:gd name="connsiteX186" fmla="*/ 10881770 w 12192000"/>
              <a:gd name="connsiteY186" fmla="*/ 73672 h 1157500"/>
              <a:gd name="connsiteX187" fmla="*/ 10896899 w 12192000"/>
              <a:gd name="connsiteY187" fmla="*/ 70731 h 1157500"/>
              <a:gd name="connsiteX188" fmla="*/ 10901748 w 12192000"/>
              <a:gd name="connsiteY188" fmla="*/ 66352 h 1157500"/>
              <a:gd name="connsiteX189" fmla="*/ 10947419 w 12192000"/>
              <a:gd name="connsiteY189" fmla="*/ 83316 h 1157500"/>
              <a:gd name="connsiteX190" fmla="*/ 10953034 w 12192000"/>
              <a:gd name="connsiteY190" fmla="*/ 84438 h 1157500"/>
              <a:gd name="connsiteX191" fmla="*/ 10992070 w 12192000"/>
              <a:gd name="connsiteY191" fmla="*/ 88841 h 1157500"/>
              <a:gd name="connsiteX192" fmla="*/ 11112372 w 12192000"/>
              <a:gd name="connsiteY192" fmla="*/ 82247 h 1157500"/>
              <a:gd name="connsiteX193" fmla="*/ 11147719 w 12192000"/>
              <a:gd name="connsiteY193" fmla="*/ 80560 h 1157500"/>
              <a:gd name="connsiteX194" fmla="*/ 11172617 w 12192000"/>
              <a:gd name="connsiteY194" fmla="*/ 76265 h 1157500"/>
              <a:gd name="connsiteX195" fmla="*/ 11240397 w 12192000"/>
              <a:gd name="connsiteY195" fmla="*/ 81830 h 1157500"/>
              <a:gd name="connsiteX196" fmla="*/ 11270034 w 12192000"/>
              <a:gd name="connsiteY196" fmla="*/ 91947 h 1157500"/>
              <a:gd name="connsiteX0" fmla="*/ 11310949 w 12192000"/>
              <a:gd name="connsiteY0" fmla="*/ 97842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270034 w 12192000"/>
              <a:gd name="connsiteY195" fmla="*/ 91947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40397 w 12192000"/>
              <a:gd name="connsiteY194" fmla="*/ 81830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76265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47719 w 12192000"/>
              <a:gd name="connsiteY192" fmla="*/ 80560 h 1157500"/>
              <a:gd name="connsiteX193" fmla="*/ 11172617 w 12192000"/>
              <a:gd name="connsiteY193" fmla="*/ 164976 h 1157500"/>
              <a:gd name="connsiteX194" fmla="*/ 11281340 w 12192000"/>
              <a:gd name="connsiteY194" fmla="*/ 184188 h 1157500"/>
              <a:gd name="connsiteX195" fmla="*/ 11406511 w 12192000"/>
              <a:gd name="connsiteY19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112372 w 12192000"/>
              <a:gd name="connsiteY191" fmla="*/ 82247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12237 w 12192000"/>
              <a:gd name="connsiteY183" fmla="*/ 46327 h 1157500"/>
              <a:gd name="connsiteX184" fmla="*/ 10869837 w 12192000"/>
              <a:gd name="connsiteY184" fmla="*/ 65795 h 1157500"/>
              <a:gd name="connsiteX185" fmla="*/ 10881770 w 12192000"/>
              <a:gd name="connsiteY185" fmla="*/ 73672 h 1157500"/>
              <a:gd name="connsiteX186" fmla="*/ 10896899 w 12192000"/>
              <a:gd name="connsiteY186" fmla="*/ 70731 h 1157500"/>
              <a:gd name="connsiteX187" fmla="*/ 10901748 w 12192000"/>
              <a:gd name="connsiteY187" fmla="*/ 66352 h 1157500"/>
              <a:gd name="connsiteX188" fmla="*/ 10947419 w 12192000"/>
              <a:gd name="connsiteY188" fmla="*/ 83316 h 1157500"/>
              <a:gd name="connsiteX189" fmla="*/ 10953034 w 12192000"/>
              <a:gd name="connsiteY189" fmla="*/ 84438 h 1157500"/>
              <a:gd name="connsiteX190" fmla="*/ 10992070 w 12192000"/>
              <a:gd name="connsiteY190" fmla="*/ 88841 h 1157500"/>
              <a:gd name="connsiteX191" fmla="*/ 11085076 w 12192000"/>
              <a:gd name="connsiteY191" fmla="*/ 150485 h 1157500"/>
              <a:gd name="connsiteX192" fmla="*/ 11172617 w 12192000"/>
              <a:gd name="connsiteY192" fmla="*/ 164976 h 1157500"/>
              <a:gd name="connsiteX193" fmla="*/ 11281340 w 12192000"/>
              <a:gd name="connsiteY193" fmla="*/ 184188 h 1157500"/>
              <a:gd name="connsiteX194" fmla="*/ 11406511 w 12192000"/>
              <a:gd name="connsiteY19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589457 w 12192000"/>
              <a:gd name="connsiteY181" fmla="*/ 25296 h 1157500"/>
              <a:gd name="connsiteX182" fmla="*/ 10699976 w 12192000"/>
              <a:gd name="connsiteY182" fmla="*/ 43345 h 1157500"/>
              <a:gd name="connsiteX183" fmla="*/ 10869837 w 12192000"/>
              <a:gd name="connsiteY183" fmla="*/ 65795 h 1157500"/>
              <a:gd name="connsiteX184" fmla="*/ 10881770 w 12192000"/>
              <a:gd name="connsiteY184" fmla="*/ 73672 h 1157500"/>
              <a:gd name="connsiteX185" fmla="*/ 10896899 w 12192000"/>
              <a:gd name="connsiteY185" fmla="*/ 70731 h 1157500"/>
              <a:gd name="connsiteX186" fmla="*/ 10901748 w 12192000"/>
              <a:gd name="connsiteY186" fmla="*/ 66352 h 1157500"/>
              <a:gd name="connsiteX187" fmla="*/ 10947419 w 12192000"/>
              <a:gd name="connsiteY187" fmla="*/ 83316 h 1157500"/>
              <a:gd name="connsiteX188" fmla="*/ 10953034 w 12192000"/>
              <a:gd name="connsiteY188" fmla="*/ 84438 h 1157500"/>
              <a:gd name="connsiteX189" fmla="*/ 10992070 w 12192000"/>
              <a:gd name="connsiteY189" fmla="*/ 88841 h 1157500"/>
              <a:gd name="connsiteX190" fmla="*/ 11085076 w 12192000"/>
              <a:gd name="connsiteY190" fmla="*/ 150485 h 1157500"/>
              <a:gd name="connsiteX191" fmla="*/ 11172617 w 12192000"/>
              <a:gd name="connsiteY191" fmla="*/ 164976 h 1157500"/>
              <a:gd name="connsiteX192" fmla="*/ 11281340 w 12192000"/>
              <a:gd name="connsiteY192" fmla="*/ 184188 h 1157500"/>
              <a:gd name="connsiteX193" fmla="*/ 11406511 w 12192000"/>
              <a:gd name="connsiteY19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588150 w 12192000"/>
              <a:gd name="connsiteY180" fmla="*/ 32287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01748 w 12192000"/>
              <a:gd name="connsiteY185" fmla="*/ 66352 h 1157500"/>
              <a:gd name="connsiteX186" fmla="*/ 10947419 w 12192000"/>
              <a:gd name="connsiteY186" fmla="*/ 83316 h 1157500"/>
              <a:gd name="connsiteX187" fmla="*/ 10953034 w 12192000"/>
              <a:gd name="connsiteY187" fmla="*/ 84438 h 1157500"/>
              <a:gd name="connsiteX188" fmla="*/ 10992070 w 12192000"/>
              <a:gd name="connsiteY188" fmla="*/ 88841 h 1157500"/>
              <a:gd name="connsiteX189" fmla="*/ 11085076 w 12192000"/>
              <a:gd name="connsiteY189" fmla="*/ 150485 h 1157500"/>
              <a:gd name="connsiteX190" fmla="*/ 11172617 w 12192000"/>
              <a:gd name="connsiteY190" fmla="*/ 164976 h 1157500"/>
              <a:gd name="connsiteX191" fmla="*/ 11281340 w 12192000"/>
              <a:gd name="connsiteY191" fmla="*/ 184188 h 1157500"/>
              <a:gd name="connsiteX192" fmla="*/ 11406511 w 12192000"/>
              <a:gd name="connsiteY19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0992070 w 12192000"/>
              <a:gd name="connsiteY187" fmla="*/ 88841 h 1157500"/>
              <a:gd name="connsiteX188" fmla="*/ 11085076 w 12192000"/>
              <a:gd name="connsiteY188" fmla="*/ 150485 h 1157500"/>
              <a:gd name="connsiteX189" fmla="*/ 11172617 w 12192000"/>
              <a:gd name="connsiteY189" fmla="*/ 164976 h 1157500"/>
              <a:gd name="connsiteX190" fmla="*/ 11281340 w 12192000"/>
              <a:gd name="connsiteY190" fmla="*/ 184188 h 1157500"/>
              <a:gd name="connsiteX191" fmla="*/ 11406511 w 12192000"/>
              <a:gd name="connsiteY19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0953034 w 12192000"/>
              <a:gd name="connsiteY186" fmla="*/ 84438 h 1157500"/>
              <a:gd name="connsiteX187" fmla="*/ 11085076 w 12192000"/>
              <a:gd name="connsiteY187" fmla="*/ 150485 h 1157500"/>
              <a:gd name="connsiteX188" fmla="*/ 11172617 w 12192000"/>
              <a:gd name="connsiteY188" fmla="*/ 164976 h 1157500"/>
              <a:gd name="connsiteX189" fmla="*/ 11281340 w 12192000"/>
              <a:gd name="connsiteY189" fmla="*/ 184188 h 1157500"/>
              <a:gd name="connsiteX190" fmla="*/ 11406511 w 12192000"/>
              <a:gd name="connsiteY19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47419 w 12192000"/>
              <a:gd name="connsiteY185" fmla="*/ 83316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896899 w 12192000"/>
              <a:gd name="connsiteY184" fmla="*/ 70731 h 1157500"/>
              <a:gd name="connsiteX185" fmla="*/ 10967891 w 12192000"/>
              <a:gd name="connsiteY185" fmla="*/ 131083 h 1157500"/>
              <a:gd name="connsiteX186" fmla="*/ 11085076 w 12192000"/>
              <a:gd name="connsiteY186" fmla="*/ 150485 h 1157500"/>
              <a:gd name="connsiteX187" fmla="*/ 11172617 w 12192000"/>
              <a:gd name="connsiteY187" fmla="*/ 164976 h 1157500"/>
              <a:gd name="connsiteX188" fmla="*/ 11281340 w 12192000"/>
              <a:gd name="connsiteY188" fmla="*/ 184188 h 1157500"/>
              <a:gd name="connsiteX189" fmla="*/ 11406511 w 12192000"/>
              <a:gd name="connsiteY18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699976 w 12192000"/>
              <a:gd name="connsiteY181" fmla="*/ 43345 h 1157500"/>
              <a:gd name="connsiteX182" fmla="*/ 10869837 w 12192000"/>
              <a:gd name="connsiteY182" fmla="*/ 65795 h 1157500"/>
              <a:gd name="connsiteX183" fmla="*/ 10881770 w 12192000"/>
              <a:gd name="connsiteY183" fmla="*/ 73672 h 1157500"/>
              <a:gd name="connsiteX184" fmla="*/ 10967891 w 12192000"/>
              <a:gd name="connsiteY184" fmla="*/ 131083 h 1157500"/>
              <a:gd name="connsiteX185" fmla="*/ 11085076 w 12192000"/>
              <a:gd name="connsiteY185" fmla="*/ 150485 h 1157500"/>
              <a:gd name="connsiteX186" fmla="*/ 11172617 w 12192000"/>
              <a:gd name="connsiteY186" fmla="*/ 164976 h 1157500"/>
              <a:gd name="connsiteX187" fmla="*/ 11281340 w 12192000"/>
              <a:gd name="connsiteY187" fmla="*/ 184188 h 1157500"/>
              <a:gd name="connsiteX188" fmla="*/ 11406511 w 12192000"/>
              <a:gd name="connsiteY18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1770 w 12192000"/>
              <a:gd name="connsiteY182" fmla="*/ 73672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69837 w 12192000"/>
              <a:gd name="connsiteY181" fmla="*/ 65795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45934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47510 w 12192000"/>
              <a:gd name="connsiteY179" fmla="*/ 47246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08621 w 12192000"/>
              <a:gd name="connsiteY180" fmla="*/ 59582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433505 w 12192000"/>
              <a:gd name="connsiteY178" fmla="*/ 65000 h 1157500"/>
              <a:gd name="connsiteX179" fmla="*/ 10533862 w 12192000"/>
              <a:gd name="connsiteY179" fmla="*/ 95014 h 1157500"/>
              <a:gd name="connsiteX180" fmla="*/ 10629093 w 12192000"/>
              <a:gd name="connsiteY180" fmla="*/ 120997 h 1157500"/>
              <a:gd name="connsiteX181" fmla="*/ 10801598 w 12192000"/>
              <a:gd name="connsiteY181" fmla="*/ 113562 h 1157500"/>
              <a:gd name="connsiteX182" fmla="*/ 10888594 w 12192000"/>
              <a:gd name="connsiteY182" fmla="*/ 121439 h 1157500"/>
              <a:gd name="connsiteX183" fmla="*/ 10967891 w 12192000"/>
              <a:gd name="connsiteY183" fmla="*/ 131083 h 1157500"/>
              <a:gd name="connsiteX184" fmla="*/ 11085076 w 12192000"/>
              <a:gd name="connsiteY184" fmla="*/ 150485 h 1157500"/>
              <a:gd name="connsiteX185" fmla="*/ 11172617 w 12192000"/>
              <a:gd name="connsiteY185" fmla="*/ 164976 h 1157500"/>
              <a:gd name="connsiteX186" fmla="*/ 11281340 w 12192000"/>
              <a:gd name="connsiteY186" fmla="*/ 184188 h 1157500"/>
              <a:gd name="connsiteX187" fmla="*/ 11406511 w 12192000"/>
              <a:gd name="connsiteY18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366625 w 12192000"/>
              <a:gd name="connsiteY177" fmla="*/ 79428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43301 w 12192000"/>
              <a:gd name="connsiteY176" fmla="*/ 90884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33862 w 12192000"/>
              <a:gd name="connsiteY178" fmla="*/ 95014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8917529 w 12192000"/>
              <a:gd name="connsiteY160" fmla="*/ 76373 h 1157500"/>
              <a:gd name="connsiteX161" fmla="*/ 9026654 w 12192000"/>
              <a:gd name="connsiteY161" fmla="*/ 93420 h 1157500"/>
              <a:gd name="connsiteX162" fmla="*/ 9088505 w 12192000"/>
              <a:gd name="connsiteY162" fmla="*/ 113002 h 1157500"/>
              <a:gd name="connsiteX163" fmla="*/ 9203241 w 12192000"/>
              <a:gd name="connsiteY163" fmla="*/ 111713 h 1157500"/>
              <a:gd name="connsiteX164" fmla="*/ 9415584 w 12192000"/>
              <a:gd name="connsiteY164" fmla="*/ 157156 h 1157500"/>
              <a:gd name="connsiteX165" fmla="*/ 9505102 w 12192000"/>
              <a:gd name="connsiteY165" fmla="*/ 141042 h 1157500"/>
              <a:gd name="connsiteX166" fmla="*/ 9643040 w 12192000"/>
              <a:gd name="connsiteY166" fmla="*/ 158233 h 1157500"/>
              <a:gd name="connsiteX167" fmla="*/ 9762999 w 12192000"/>
              <a:gd name="connsiteY167" fmla="*/ 162623 h 1157500"/>
              <a:gd name="connsiteX168" fmla="*/ 9776183 w 12192000"/>
              <a:gd name="connsiteY168" fmla="*/ 162191 h 1157500"/>
              <a:gd name="connsiteX169" fmla="*/ 9780532 w 12192000"/>
              <a:gd name="connsiteY169" fmla="*/ 155823 h 1157500"/>
              <a:gd name="connsiteX170" fmla="*/ 9910588 w 12192000"/>
              <a:gd name="connsiteY170" fmla="*/ 154327 h 1157500"/>
              <a:gd name="connsiteX171" fmla="*/ 9924173 w 12192000"/>
              <a:gd name="connsiteY171" fmla="*/ 158591 h 1157500"/>
              <a:gd name="connsiteX172" fmla="*/ 10010969 w 12192000"/>
              <a:gd name="connsiteY172" fmla="*/ 155802 h 1157500"/>
              <a:gd name="connsiteX173" fmla="*/ 10070699 w 12192000"/>
              <a:gd name="connsiteY173" fmla="*/ 157854 h 1157500"/>
              <a:gd name="connsiteX174" fmla="*/ 10155104 w 12192000"/>
              <a:gd name="connsiteY174" fmla="*/ 151613 h 1157500"/>
              <a:gd name="connsiteX175" fmla="*/ 10250982 w 12192000"/>
              <a:gd name="connsiteY175" fmla="*/ 128642 h 1157500"/>
              <a:gd name="connsiteX176" fmla="*/ 10322829 w 12192000"/>
              <a:gd name="connsiteY176" fmla="*/ 145475 h 1157500"/>
              <a:gd name="connsiteX177" fmla="*/ 10448511 w 12192000"/>
              <a:gd name="connsiteY177" fmla="*/ 127195 h 1157500"/>
              <a:gd name="connsiteX178" fmla="*/ 10561157 w 12192000"/>
              <a:gd name="connsiteY178" fmla="*/ 108661 h 1157500"/>
              <a:gd name="connsiteX179" fmla="*/ 10629093 w 12192000"/>
              <a:gd name="connsiteY179" fmla="*/ 120997 h 1157500"/>
              <a:gd name="connsiteX180" fmla="*/ 10801598 w 12192000"/>
              <a:gd name="connsiteY180" fmla="*/ 113562 h 1157500"/>
              <a:gd name="connsiteX181" fmla="*/ 10888594 w 12192000"/>
              <a:gd name="connsiteY181" fmla="*/ 121439 h 1157500"/>
              <a:gd name="connsiteX182" fmla="*/ 10967891 w 12192000"/>
              <a:gd name="connsiteY182" fmla="*/ 131083 h 1157500"/>
              <a:gd name="connsiteX183" fmla="*/ 11085076 w 12192000"/>
              <a:gd name="connsiteY183" fmla="*/ 150485 h 1157500"/>
              <a:gd name="connsiteX184" fmla="*/ 11172617 w 12192000"/>
              <a:gd name="connsiteY184" fmla="*/ 164976 h 1157500"/>
              <a:gd name="connsiteX185" fmla="*/ 11281340 w 12192000"/>
              <a:gd name="connsiteY185" fmla="*/ 184188 h 1157500"/>
              <a:gd name="connsiteX186" fmla="*/ 11406511 w 12192000"/>
              <a:gd name="connsiteY18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49997 w 12192000"/>
              <a:gd name="connsiteY137" fmla="*/ 105915 h 1157500"/>
              <a:gd name="connsiteX138" fmla="*/ 8272162 w 12192000"/>
              <a:gd name="connsiteY138" fmla="*/ 103924 h 1157500"/>
              <a:gd name="connsiteX139" fmla="*/ 8292349 w 12192000"/>
              <a:gd name="connsiteY139" fmla="*/ 97480 h 1157500"/>
              <a:gd name="connsiteX140" fmla="*/ 8307239 w 12192000"/>
              <a:gd name="connsiteY140" fmla="*/ 94591 h 1157500"/>
              <a:gd name="connsiteX141" fmla="*/ 8339282 w 12192000"/>
              <a:gd name="connsiteY141" fmla="*/ 108942 h 1157500"/>
              <a:gd name="connsiteX142" fmla="*/ 8346156 w 12192000"/>
              <a:gd name="connsiteY142" fmla="*/ 111227 h 1157500"/>
              <a:gd name="connsiteX143" fmla="*/ 8346467 w 12192000"/>
              <a:gd name="connsiteY143" fmla="*/ 111024 h 1157500"/>
              <a:gd name="connsiteX144" fmla="*/ 8354069 w 12192000"/>
              <a:gd name="connsiteY144" fmla="*/ 112942 h 1157500"/>
              <a:gd name="connsiteX145" fmla="*/ 8358687 w 12192000"/>
              <a:gd name="connsiteY145" fmla="*/ 115393 h 1157500"/>
              <a:gd name="connsiteX146" fmla="*/ 8433385 w 12192000"/>
              <a:gd name="connsiteY146" fmla="*/ 99669 h 1157500"/>
              <a:gd name="connsiteX147" fmla="*/ 8533779 w 12192000"/>
              <a:gd name="connsiteY147" fmla="*/ 98374 h 1157500"/>
              <a:gd name="connsiteX148" fmla="*/ 8632833 w 12192000"/>
              <a:gd name="connsiteY148" fmla="*/ 100532 h 1157500"/>
              <a:gd name="connsiteX149" fmla="*/ 8668523 w 12192000"/>
              <a:gd name="connsiteY149" fmla="*/ 102979 h 1157500"/>
              <a:gd name="connsiteX150" fmla="*/ 8732893 w 12192000"/>
              <a:gd name="connsiteY150" fmla="*/ 99991 h 1157500"/>
              <a:gd name="connsiteX151" fmla="*/ 8764071 w 12192000"/>
              <a:gd name="connsiteY151" fmla="*/ 94587 h 1157500"/>
              <a:gd name="connsiteX152" fmla="*/ 8767004 w 12192000"/>
              <a:gd name="connsiteY152" fmla="*/ 91519 h 1157500"/>
              <a:gd name="connsiteX153" fmla="*/ 8772553 w 12192000"/>
              <a:gd name="connsiteY153" fmla="*/ 90314 h 1157500"/>
              <a:gd name="connsiteX154" fmla="*/ 8787201 w 12192000"/>
              <a:gd name="connsiteY154" fmla="*/ 92033 h 1157500"/>
              <a:gd name="connsiteX155" fmla="*/ 8792624 w 12192000"/>
              <a:gd name="connsiteY155" fmla="*/ 93503 h 1157500"/>
              <a:gd name="connsiteX156" fmla="*/ 8800741 w 12192000"/>
              <a:gd name="connsiteY156" fmla="*/ 93897 h 1157500"/>
              <a:gd name="connsiteX157" fmla="*/ 8800966 w 12192000"/>
              <a:gd name="connsiteY157" fmla="*/ 93645 h 1157500"/>
              <a:gd name="connsiteX158" fmla="*/ 8808513 w 12192000"/>
              <a:gd name="connsiteY158" fmla="*/ 94530 h 1157500"/>
              <a:gd name="connsiteX159" fmla="*/ 8845110 w 12192000"/>
              <a:gd name="connsiteY159" fmla="*/ 102179 h 1157500"/>
              <a:gd name="connsiteX160" fmla="*/ 9026654 w 12192000"/>
              <a:gd name="connsiteY160" fmla="*/ 93420 h 1157500"/>
              <a:gd name="connsiteX161" fmla="*/ 9088505 w 12192000"/>
              <a:gd name="connsiteY161" fmla="*/ 113002 h 1157500"/>
              <a:gd name="connsiteX162" fmla="*/ 9203241 w 12192000"/>
              <a:gd name="connsiteY162" fmla="*/ 111713 h 1157500"/>
              <a:gd name="connsiteX163" fmla="*/ 9415584 w 12192000"/>
              <a:gd name="connsiteY163" fmla="*/ 157156 h 1157500"/>
              <a:gd name="connsiteX164" fmla="*/ 9505102 w 12192000"/>
              <a:gd name="connsiteY164" fmla="*/ 141042 h 1157500"/>
              <a:gd name="connsiteX165" fmla="*/ 9643040 w 12192000"/>
              <a:gd name="connsiteY165" fmla="*/ 158233 h 1157500"/>
              <a:gd name="connsiteX166" fmla="*/ 9762999 w 12192000"/>
              <a:gd name="connsiteY166" fmla="*/ 162623 h 1157500"/>
              <a:gd name="connsiteX167" fmla="*/ 9776183 w 12192000"/>
              <a:gd name="connsiteY167" fmla="*/ 162191 h 1157500"/>
              <a:gd name="connsiteX168" fmla="*/ 9780532 w 12192000"/>
              <a:gd name="connsiteY168" fmla="*/ 155823 h 1157500"/>
              <a:gd name="connsiteX169" fmla="*/ 9910588 w 12192000"/>
              <a:gd name="connsiteY169" fmla="*/ 154327 h 1157500"/>
              <a:gd name="connsiteX170" fmla="*/ 9924173 w 12192000"/>
              <a:gd name="connsiteY170" fmla="*/ 158591 h 1157500"/>
              <a:gd name="connsiteX171" fmla="*/ 10010969 w 12192000"/>
              <a:gd name="connsiteY171" fmla="*/ 155802 h 1157500"/>
              <a:gd name="connsiteX172" fmla="*/ 10070699 w 12192000"/>
              <a:gd name="connsiteY172" fmla="*/ 157854 h 1157500"/>
              <a:gd name="connsiteX173" fmla="*/ 10155104 w 12192000"/>
              <a:gd name="connsiteY173" fmla="*/ 151613 h 1157500"/>
              <a:gd name="connsiteX174" fmla="*/ 10250982 w 12192000"/>
              <a:gd name="connsiteY174" fmla="*/ 128642 h 1157500"/>
              <a:gd name="connsiteX175" fmla="*/ 10322829 w 12192000"/>
              <a:gd name="connsiteY175" fmla="*/ 145475 h 1157500"/>
              <a:gd name="connsiteX176" fmla="*/ 10448511 w 12192000"/>
              <a:gd name="connsiteY176" fmla="*/ 127195 h 1157500"/>
              <a:gd name="connsiteX177" fmla="*/ 10561157 w 12192000"/>
              <a:gd name="connsiteY177" fmla="*/ 108661 h 1157500"/>
              <a:gd name="connsiteX178" fmla="*/ 10629093 w 12192000"/>
              <a:gd name="connsiteY178" fmla="*/ 120997 h 1157500"/>
              <a:gd name="connsiteX179" fmla="*/ 10801598 w 12192000"/>
              <a:gd name="connsiteY179" fmla="*/ 113562 h 1157500"/>
              <a:gd name="connsiteX180" fmla="*/ 10888594 w 12192000"/>
              <a:gd name="connsiteY180" fmla="*/ 121439 h 1157500"/>
              <a:gd name="connsiteX181" fmla="*/ 10967891 w 12192000"/>
              <a:gd name="connsiteY181" fmla="*/ 131083 h 1157500"/>
              <a:gd name="connsiteX182" fmla="*/ 11085076 w 12192000"/>
              <a:gd name="connsiteY182" fmla="*/ 150485 h 1157500"/>
              <a:gd name="connsiteX183" fmla="*/ 11172617 w 12192000"/>
              <a:gd name="connsiteY183" fmla="*/ 164976 h 1157500"/>
              <a:gd name="connsiteX184" fmla="*/ 11281340 w 12192000"/>
              <a:gd name="connsiteY184" fmla="*/ 184188 h 1157500"/>
              <a:gd name="connsiteX185" fmla="*/ 11406511 w 12192000"/>
              <a:gd name="connsiteY18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72162 w 12192000"/>
              <a:gd name="connsiteY137" fmla="*/ 103924 h 1157500"/>
              <a:gd name="connsiteX138" fmla="*/ 8292349 w 12192000"/>
              <a:gd name="connsiteY138" fmla="*/ 97480 h 1157500"/>
              <a:gd name="connsiteX139" fmla="*/ 8307239 w 12192000"/>
              <a:gd name="connsiteY139" fmla="*/ 94591 h 1157500"/>
              <a:gd name="connsiteX140" fmla="*/ 8339282 w 12192000"/>
              <a:gd name="connsiteY140" fmla="*/ 108942 h 1157500"/>
              <a:gd name="connsiteX141" fmla="*/ 8346156 w 12192000"/>
              <a:gd name="connsiteY141" fmla="*/ 111227 h 1157500"/>
              <a:gd name="connsiteX142" fmla="*/ 8346467 w 12192000"/>
              <a:gd name="connsiteY142" fmla="*/ 111024 h 1157500"/>
              <a:gd name="connsiteX143" fmla="*/ 8354069 w 12192000"/>
              <a:gd name="connsiteY143" fmla="*/ 112942 h 1157500"/>
              <a:gd name="connsiteX144" fmla="*/ 8358687 w 12192000"/>
              <a:gd name="connsiteY144" fmla="*/ 115393 h 1157500"/>
              <a:gd name="connsiteX145" fmla="*/ 8433385 w 12192000"/>
              <a:gd name="connsiteY145" fmla="*/ 99669 h 1157500"/>
              <a:gd name="connsiteX146" fmla="*/ 8533779 w 12192000"/>
              <a:gd name="connsiteY146" fmla="*/ 98374 h 1157500"/>
              <a:gd name="connsiteX147" fmla="*/ 8632833 w 12192000"/>
              <a:gd name="connsiteY147" fmla="*/ 100532 h 1157500"/>
              <a:gd name="connsiteX148" fmla="*/ 8668523 w 12192000"/>
              <a:gd name="connsiteY148" fmla="*/ 102979 h 1157500"/>
              <a:gd name="connsiteX149" fmla="*/ 8732893 w 12192000"/>
              <a:gd name="connsiteY149" fmla="*/ 99991 h 1157500"/>
              <a:gd name="connsiteX150" fmla="*/ 8764071 w 12192000"/>
              <a:gd name="connsiteY150" fmla="*/ 94587 h 1157500"/>
              <a:gd name="connsiteX151" fmla="*/ 8767004 w 12192000"/>
              <a:gd name="connsiteY151" fmla="*/ 91519 h 1157500"/>
              <a:gd name="connsiteX152" fmla="*/ 8772553 w 12192000"/>
              <a:gd name="connsiteY152" fmla="*/ 90314 h 1157500"/>
              <a:gd name="connsiteX153" fmla="*/ 8787201 w 12192000"/>
              <a:gd name="connsiteY153" fmla="*/ 92033 h 1157500"/>
              <a:gd name="connsiteX154" fmla="*/ 8792624 w 12192000"/>
              <a:gd name="connsiteY154" fmla="*/ 93503 h 1157500"/>
              <a:gd name="connsiteX155" fmla="*/ 8800741 w 12192000"/>
              <a:gd name="connsiteY155" fmla="*/ 93897 h 1157500"/>
              <a:gd name="connsiteX156" fmla="*/ 8800966 w 12192000"/>
              <a:gd name="connsiteY156" fmla="*/ 93645 h 1157500"/>
              <a:gd name="connsiteX157" fmla="*/ 8808513 w 12192000"/>
              <a:gd name="connsiteY157" fmla="*/ 94530 h 1157500"/>
              <a:gd name="connsiteX158" fmla="*/ 8845110 w 12192000"/>
              <a:gd name="connsiteY158" fmla="*/ 102179 h 1157500"/>
              <a:gd name="connsiteX159" fmla="*/ 9026654 w 12192000"/>
              <a:gd name="connsiteY159" fmla="*/ 93420 h 1157500"/>
              <a:gd name="connsiteX160" fmla="*/ 9088505 w 12192000"/>
              <a:gd name="connsiteY160" fmla="*/ 113002 h 1157500"/>
              <a:gd name="connsiteX161" fmla="*/ 9203241 w 12192000"/>
              <a:gd name="connsiteY161" fmla="*/ 111713 h 1157500"/>
              <a:gd name="connsiteX162" fmla="*/ 9415584 w 12192000"/>
              <a:gd name="connsiteY162" fmla="*/ 157156 h 1157500"/>
              <a:gd name="connsiteX163" fmla="*/ 9505102 w 12192000"/>
              <a:gd name="connsiteY163" fmla="*/ 141042 h 1157500"/>
              <a:gd name="connsiteX164" fmla="*/ 9643040 w 12192000"/>
              <a:gd name="connsiteY164" fmla="*/ 158233 h 1157500"/>
              <a:gd name="connsiteX165" fmla="*/ 9762999 w 12192000"/>
              <a:gd name="connsiteY165" fmla="*/ 162623 h 1157500"/>
              <a:gd name="connsiteX166" fmla="*/ 9776183 w 12192000"/>
              <a:gd name="connsiteY166" fmla="*/ 162191 h 1157500"/>
              <a:gd name="connsiteX167" fmla="*/ 9780532 w 12192000"/>
              <a:gd name="connsiteY167" fmla="*/ 155823 h 1157500"/>
              <a:gd name="connsiteX168" fmla="*/ 9910588 w 12192000"/>
              <a:gd name="connsiteY168" fmla="*/ 154327 h 1157500"/>
              <a:gd name="connsiteX169" fmla="*/ 9924173 w 12192000"/>
              <a:gd name="connsiteY169" fmla="*/ 158591 h 1157500"/>
              <a:gd name="connsiteX170" fmla="*/ 10010969 w 12192000"/>
              <a:gd name="connsiteY170" fmla="*/ 155802 h 1157500"/>
              <a:gd name="connsiteX171" fmla="*/ 10070699 w 12192000"/>
              <a:gd name="connsiteY171" fmla="*/ 157854 h 1157500"/>
              <a:gd name="connsiteX172" fmla="*/ 10155104 w 12192000"/>
              <a:gd name="connsiteY172" fmla="*/ 151613 h 1157500"/>
              <a:gd name="connsiteX173" fmla="*/ 10250982 w 12192000"/>
              <a:gd name="connsiteY173" fmla="*/ 128642 h 1157500"/>
              <a:gd name="connsiteX174" fmla="*/ 10322829 w 12192000"/>
              <a:gd name="connsiteY174" fmla="*/ 145475 h 1157500"/>
              <a:gd name="connsiteX175" fmla="*/ 10448511 w 12192000"/>
              <a:gd name="connsiteY175" fmla="*/ 127195 h 1157500"/>
              <a:gd name="connsiteX176" fmla="*/ 10561157 w 12192000"/>
              <a:gd name="connsiteY176" fmla="*/ 108661 h 1157500"/>
              <a:gd name="connsiteX177" fmla="*/ 10629093 w 12192000"/>
              <a:gd name="connsiteY177" fmla="*/ 120997 h 1157500"/>
              <a:gd name="connsiteX178" fmla="*/ 10801598 w 12192000"/>
              <a:gd name="connsiteY178" fmla="*/ 113562 h 1157500"/>
              <a:gd name="connsiteX179" fmla="*/ 10888594 w 12192000"/>
              <a:gd name="connsiteY179" fmla="*/ 121439 h 1157500"/>
              <a:gd name="connsiteX180" fmla="*/ 10967891 w 12192000"/>
              <a:gd name="connsiteY180" fmla="*/ 131083 h 1157500"/>
              <a:gd name="connsiteX181" fmla="*/ 11085076 w 12192000"/>
              <a:gd name="connsiteY181" fmla="*/ 150485 h 1157500"/>
              <a:gd name="connsiteX182" fmla="*/ 11172617 w 12192000"/>
              <a:gd name="connsiteY182" fmla="*/ 164976 h 1157500"/>
              <a:gd name="connsiteX183" fmla="*/ 11281340 w 12192000"/>
              <a:gd name="connsiteY183" fmla="*/ 184188 h 1157500"/>
              <a:gd name="connsiteX184" fmla="*/ 11406511 w 12192000"/>
              <a:gd name="connsiteY184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49309 w 12192000"/>
              <a:gd name="connsiteY136" fmla="*/ 106698 h 1157500"/>
              <a:gd name="connsiteX137" fmla="*/ 8292349 w 12192000"/>
              <a:gd name="connsiteY137" fmla="*/ 97480 h 1157500"/>
              <a:gd name="connsiteX138" fmla="*/ 8307239 w 12192000"/>
              <a:gd name="connsiteY138" fmla="*/ 94591 h 1157500"/>
              <a:gd name="connsiteX139" fmla="*/ 8339282 w 12192000"/>
              <a:gd name="connsiteY139" fmla="*/ 108942 h 1157500"/>
              <a:gd name="connsiteX140" fmla="*/ 8346156 w 12192000"/>
              <a:gd name="connsiteY140" fmla="*/ 111227 h 1157500"/>
              <a:gd name="connsiteX141" fmla="*/ 8346467 w 12192000"/>
              <a:gd name="connsiteY141" fmla="*/ 111024 h 1157500"/>
              <a:gd name="connsiteX142" fmla="*/ 8354069 w 12192000"/>
              <a:gd name="connsiteY142" fmla="*/ 112942 h 1157500"/>
              <a:gd name="connsiteX143" fmla="*/ 8358687 w 12192000"/>
              <a:gd name="connsiteY143" fmla="*/ 115393 h 1157500"/>
              <a:gd name="connsiteX144" fmla="*/ 8433385 w 12192000"/>
              <a:gd name="connsiteY144" fmla="*/ 99669 h 1157500"/>
              <a:gd name="connsiteX145" fmla="*/ 8533779 w 12192000"/>
              <a:gd name="connsiteY145" fmla="*/ 98374 h 1157500"/>
              <a:gd name="connsiteX146" fmla="*/ 8632833 w 12192000"/>
              <a:gd name="connsiteY146" fmla="*/ 100532 h 1157500"/>
              <a:gd name="connsiteX147" fmla="*/ 8668523 w 12192000"/>
              <a:gd name="connsiteY147" fmla="*/ 102979 h 1157500"/>
              <a:gd name="connsiteX148" fmla="*/ 8732893 w 12192000"/>
              <a:gd name="connsiteY148" fmla="*/ 99991 h 1157500"/>
              <a:gd name="connsiteX149" fmla="*/ 8764071 w 12192000"/>
              <a:gd name="connsiteY149" fmla="*/ 94587 h 1157500"/>
              <a:gd name="connsiteX150" fmla="*/ 8767004 w 12192000"/>
              <a:gd name="connsiteY150" fmla="*/ 91519 h 1157500"/>
              <a:gd name="connsiteX151" fmla="*/ 8772553 w 12192000"/>
              <a:gd name="connsiteY151" fmla="*/ 90314 h 1157500"/>
              <a:gd name="connsiteX152" fmla="*/ 8787201 w 12192000"/>
              <a:gd name="connsiteY152" fmla="*/ 92033 h 1157500"/>
              <a:gd name="connsiteX153" fmla="*/ 8792624 w 12192000"/>
              <a:gd name="connsiteY153" fmla="*/ 93503 h 1157500"/>
              <a:gd name="connsiteX154" fmla="*/ 8800741 w 12192000"/>
              <a:gd name="connsiteY154" fmla="*/ 93897 h 1157500"/>
              <a:gd name="connsiteX155" fmla="*/ 8800966 w 12192000"/>
              <a:gd name="connsiteY155" fmla="*/ 93645 h 1157500"/>
              <a:gd name="connsiteX156" fmla="*/ 8808513 w 12192000"/>
              <a:gd name="connsiteY156" fmla="*/ 94530 h 1157500"/>
              <a:gd name="connsiteX157" fmla="*/ 8845110 w 12192000"/>
              <a:gd name="connsiteY157" fmla="*/ 102179 h 1157500"/>
              <a:gd name="connsiteX158" fmla="*/ 9026654 w 12192000"/>
              <a:gd name="connsiteY158" fmla="*/ 93420 h 1157500"/>
              <a:gd name="connsiteX159" fmla="*/ 9088505 w 12192000"/>
              <a:gd name="connsiteY159" fmla="*/ 113002 h 1157500"/>
              <a:gd name="connsiteX160" fmla="*/ 9203241 w 12192000"/>
              <a:gd name="connsiteY160" fmla="*/ 111713 h 1157500"/>
              <a:gd name="connsiteX161" fmla="*/ 9415584 w 12192000"/>
              <a:gd name="connsiteY161" fmla="*/ 157156 h 1157500"/>
              <a:gd name="connsiteX162" fmla="*/ 9505102 w 12192000"/>
              <a:gd name="connsiteY162" fmla="*/ 141042 h 1157500"/>
              <a:gd name="connsiteX163" fmla="*/ 9643040 w 12192000"/>
              <a:gd name="connsiteY163" fmla="*/ 158233 h 1157500"/>
              <a:gd name="connsiteX164" fmla="*/ 9762999 w 12192000"/>
              <a:gd name="connsiteY164" fmla="*/ 162623 h 1157500"/>
              <a:gd name="connsiteX165" fmla="*/ 9776183 w 12192000"/>
              <a:gd name="connsiteY165" fmla="*/ 162191 h 1157500"/>
              <a:gd name="connsiteX166" fmla="*/ 9780532 w 12192000"/>
              <a:gd name="connsiteY166" fmla="*/ 155823 h 1157500"/>
              <a:gd name="connsiteX167" fmla="*/ 9910588 w 12192000"/>
              <a:gd name="connsiteY167" fmla="*/ 154327 h 1157500"/>
              <a:gd name="connsiteX168" fmla="*/ 9924173 w 12192000"/>
              <a:gd name="connsiteY168" fmla="*/ 158591 h 1157500"/>
              <a:gd name="connsiteX169" fmla="*/ 10010969 w 12192000"/>
              <a:gd name="connsiteY169" fmla="*/ 155802 h 1157500"/>
              <a:gd name="connsiteX170" fmla="*/ 10070699 w 12192000"/>
              <a:gd name="connsiteY170" fmla="*/ 157854 h 1157500"/>
              <a:gd name="connsiteX171" fmla="*/ 10155104 w 12192000"/>
              <a:gd name="connsiteY171" fmla="*/ 151613 h 1157500"/>
              <a:gd name="connsiteX172" fmla="*/ 10250982 w 12192000"/>
              <a:gd name="connsiteY172" fmla="*/ 128642 h 1157500"/>
              <a:gd name="connsiteX173" fmla="*/ 10322829 w 12192000"/>
              <a:gd name="connsiteY173" fmla="*/ 145475 h 1157500"/>
              <a:gd name="connsiteX174" fmla="*/ 10448511 w 12192000"/>
              <a:gd name="connsiteY174" fmla="*/ 127195 h 1157500"/>
              <a:gd name="connsiteX175" fmla="*/ 10561157 w 12192000"/>
              <a:gd name="connsiteY175" fmla="*/ 108661 h 1157500"/>
              <a:gd name="connsiteX176" fmla="*/ 10629093 w 12192000"/>
              <a:gd name="connsiteY176" fmla="*/ 120997 h 1157500"/>
              <a:gd name="connsiteX177" fmla="*/ 10801598 w 12192000"/>
              <a:gd name="connsiteY177" fmla="*/ 113562 h 1157500"/>
              <a:gd name="connsiteX178" fmla="*/ 10888594 w 12192000"/>
              <a:gd name="connsiteY178" fmla="*/ 121439 h 1157500"/>
              <a:gd name="connsiteX179" fmla="*/ 10967891 w 12192000"/>
              <a:gd name="connsiteY179" fmla="*/ 131083 h 1157500"/>
              <a:gd name="connsiteX180" fmla="*/ 11085076 w 12192000"/>
              <a:gd name="connsiteY180" fmla="*/ 150485 h 1157500"/>
              <a:gd name="connsiteX181" fmla="*/ 11172617 w 12192000"/>
              <a:gd name="connsiteY181" fmla="*/ 164976 h 1157500"/>
              <a:gd name="connsiteX182" fmla="*/ 11281340 w 12192000"/>
              <a:gd name="connsiteY182" fmla="*/ 184188 h 1157500"/>
              <a:gd name="connsiteX183" fmla="*/ 11406511 w 12192000"/>
              <a:gd name="connsiteY183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292349 w 12192000"/>
              <a:gd name="connsiteY136" fmla="*/ 97480 h 1157500"/>
              <a:gd name="connsiteX137" fmla="*/ 8307239 w 12192000"/>
              <a:gd name="connsiteY137" fmla="*/ 94591 h 1157500"/>
              <a:gd name="connsiteX138" fmla="*/ 8339282 w 12192000"/>
              <a:gd name="connsiteY138" fmla="*/ 108942 h 1157500"/>
              <a:gd name="connsiteX139" fmla="*/ 8346156 w 12192000"/>
              <a:gd name="connsiteY139" fmla="*/ 111227 h 1157500"/>
              <a:gd name="connsiteX140" fmla="*/ 8346467 w 12192000"/>
              <a:gd name="connsiteY140" fmla="*/ 111024 h 1157500"/>
              <a:gd name="connsiteX141" fmla="*/ 8354069 w 12192000"/>
              <a:gd name="connsiteY141" fmla="*/ 112942 h 1157500"/>
              <a:gd name="connsiteX142" fmla="*/ 8358687 w 12192000"/>
              <a:gd name="connsiteY142" fmla="*/ 115393 h 1157500"/>
              <a:gd name="connsiteX143" fmla="*/ 8433385 w 12192000"/>
              <a:gd name="connsiteY143" fmla="*/ 99669 h 1157500"/>
              <a:gd name="connsiteX144" fmla="*/ 8533779 w 12192000"/>
              <a:gd name="connsiteY144" fmla="*/ 98374 h 1157500"/>
              <a:gd name="connsiteX145" fmla="*/ 8632833 w 12192000"/>
              <a:gd name="connsiteY145" fmla="*/ 100532 h 1157500"/>
              <a:gd name="connsiteX146" fmla="*/ 8668523 w 12192000"/>
              <a:gd name="connsiteY146" fmla="*/ 102979 h 1157500"/>
              <a:gd name="connsiteX147" fmla="*/ 8732893 w 12192000"/>
              <a:gd name="connsiteY147" fmla="*/ 99991 h 1157500"/>
              <a:gd name="connsiteX148" fmla="*/ 8764071 w 12192000"/>
              <a:gd name="connsiteY148" fmla="*/ 94587 h 1157500"/>
              <a:gd name="connsiteX149" fmla="*/ 8767004 w 12192000"/>
              <a:gd name="connsiteY149" fmla="*/ 91519 h 1157500"/>
              <a:gd name="connsiteX150" fmla="*/ 8772553 w 12192000"/>
              <a:gd name="connsiteY150" fmla="*/ 90314 h 1157500"/>
              <a:gd name="connsiteX151" fmla="*/ 8787201 w 12192000"/>
              <a:gd name="connsiteY151" fmla="*/ 92033 h 1157500"/>
              <a:gd name="connsiteX152" fmla="*/ 8792624 w 12192000"/>
              <a:gd name="connsiteY152" fmla="*/ 93503 h 1157500"/>
              <a:gd name="connsiteX153" fmla="*/ 8800741 w 12192000"/>
              <a:gd name="connsiteY153" fmla="*/ 93897 h 1157500"/>
              <a:gd name="connsiteX154" fmla="*/ 8800966 w 12192000"/>
              <a:gd name="connsiteY154" fmla="*/ 93645 h 1157500"/>
              <a:gd name="connsiteX155" fmla="*/ 8808513 w 12192000"/>
              <a:gd name="connsiteY155" fmla="*/ 94530 h 1157500"/>
              <a:gd name="connsiteX156" fmla="*/ 8845110 w 12192000"/>
              <a:gd name="connsiteY156" fmla="*/ 102179 h 1157500"/>
              <a:gd name="connsiteX157" fmla="*/ 9026654 w 12192000"/>
              <a:gd name="connsiteY157" fmla="*/ 93420 h 1157500"/>
              <a:gd name="connsiteX158" fmla="*/ 9088505 w 12192000"/>
              <a:gd name="connsiteY158" fmla="*/ 113002 h 1157500"/>
              <a:gd name="connsiteX159" fmla="*/ 9203241 w 12192000"/>
              <a:gd name="connsiteY159" fmla="*/ 111713 h 1157500"/>
              <a:gd name="connsiteX160" fmla="*/ 9415584 w 12192000"/>
              <a:gd name="connsiteY160" fmla="*/ 157156 h 1157500"/>
              <a:gd name="connsiteX161" fmla="*/ 9505102 w 12192000"/>
              <a:gd name="connsiteY161" fmla="*/ 141042 h 1157500"/>
              <a:gd name="connsiteX162" fmla="*/ 9643040 w 12192000"/>
              <a:gd name="connsiteY162" fmla="*/ 158233 h 1157500"/>
              <a:gd name="connsiteX163" fmla="*/ 9762999 w 12192000"/>
              <a:gd name="connsiteY163" fmla="*/ 162623 h 1157500"/>
              <a:gd name="connsiteX164" fmla="*/ 9776183 w 12192000"/>
              <a:gd name="connsiteY164" fmla="*/ 162191 h 1157500"/>
              <a:gd name="connsiteX165" fmla="*/ 9780532 w 12192000"/>
              <a:gd name="connsiteY165" fmla="*/ 155823 h 1157500"/>
              <a:gd name="connsiteX166" fmla="*/ 9910588 w 12192000"/>
              <a:gd name="connsiteY166" fmla="*/ 154327 h 1157500"/>
              <a:gd name="connsiteX167" fmla="*/ 9924173 w 12192000"/>
              <a:gd name="connsiteY167" fmla="*/ 158591 h 1157500"/>
              <a:gd name="connsiteX168" fmla="*/ 10010969 w 12192000"/>
              <a:gd name="connsiteY168" fmla="*/ 155802 h 1157500"/>
              <a:gd name="connsiteX169" fmla="*/ 10070699 w 12192000"/>
              <a:gd name="connsiteY169" fmla="*/ 157854 h 1157500"/>
              <a:gd name="connsiteX170" fmla="*/ 10155104 w 12192000"/>
              <a:gd name="connsiteY170" fmla="*/ 151613 h 1157500"/>
              <a:gd name="connsiteX171" fmla="*/ 10250982 w 12192000"/>
              <a:gd name="connsiteY171" fmla="*/ 128642 h 1157500"/>
              <a:gd name="connsiteX172" fmla="*/ 10322829 w 12192000"/>
              <a:gd name="connsiteY172" fmla="*/ 145475 h 1157500"/>
              <a:gd name="connsiteX173" fmla="*/ 10448511 w 12192000"/>
              <a:gd name="connsiteY173" fmla="*/ 127195 h 1157500"/>
              <a:gd name="connsiteX174" fmla="*/ 10561157 w 12192000"/>
              <a:gd name="connsiteY174" fmla="*/ 108661 h 1157500"/>
              <a:gd name="connsiteX175" fmla="*/ 10629093 w 12192000"/>
              <a:gd name="connsiteY175" fmla="*/ 120997 h 1157500"/>
              <a:gd name="connsiteX176" fmla="*/ 10801598 w 12192000"/>
              <a:gd name="connsiteY176" fmla="*/ 113562 h 1157500"/>
              <a:gd name="connsiteX177" fmla="*/ 10888594 w 12192000"/>
              <a:gd name="connsiteY177" fmla="*/ 121439 h 1157500"/>
              <a:gd name="connsiteX178" fmla="*/ 10967891 w 12192000"/>
              <a:gd name="connsiteY178" fmla="*/ 131083 h 1157500"/>
              <a:gd name="connsiteX179" fmla="*/ 11085076 w 12192000"/>
              <a:gd name="connsiteY179" fmla="*/ 150485 h 1157500"/>
              <a:gd name="connsiteX180" fmla="*/ 11172617 w 12192000"/>
              <a:gd name="connsiteY180" fmla="*/ 164976 h 1157500"/>
              <a:gd name="connsiteX181" fmla="*/ 11281340 w 12192000"/>
              <a:gd name="connsiteY181" fmla="*/ 184188 h 1157500"/>
              <a:gd name="connsiteX182" fmla="*/ 11406511 w 12192000"/>
              <a:gd name="connsiteY182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248358 w 12192000"/>
              <a:gd name="connsiteY135" fmla="*/ 106062 h 1157500"/>
              <a:gd name="connsiteX136" fmla="*/ 8307239 w 12192000"/>
              <a:gd name="connsiteY136" fmla="*/ 94591 h 1157500"/>
              <a:gd name="connsiteX137" fmla="*/ 8339282 w 12192000"/>
              <a:gd name="connsiteY137" fmla="*/ 108942 h 1157500"/>
              <a:gd name="connsiteX138" fmla="*/ 8346156 w 12192000"/>
              <a:gd name="connsiteY138" fmla="*/ 111227 h 1157500"/>
              <a:gd name="connsiteX139" fmla="*/ 8346467 w 12192000"/>
              <a:gd name="connsiteY139" fmla="*/ 111024 h 1157500"/>
              <a:gd name="connsiteX140" fmla="*/ 8354069 w 12192000"/>
              <a:gd name="connsiteY140" fmla="*/ 112942 h 1157500"/>
              <a:gd name="connsiteX141" fmla="*/ 8358687 w 12192000"/>
              <a:gd name="connsiteY141" fmla="*/ 115393 h 1157500"/>
              <a:gd name="connsiteX142" fmla="*/ 8433385 w 12192000"/>
              <a:gd name="connsiteY142" fmla="*/ 99669 h 1157500"/>
              <a:gd name="connsiteX143" fmla="*/ 8533779 w 12192000"/>
              <a:gd name="connsiteY143" fmla="*/ 98374 h 1157500"/>
              <a:gd name="connsiteX144" fmla="*/ 8632833 w 12192000"/>
              <a:gd name="connsiteY144" fmla="*/ 100532 h 1157500"/>
              <a:gd name="connsiteX145" fmla="*/ 8668523 w 12192000"/>
              <a:gd name="connsiteY145" fmla="*/ 102979 h 1157500"/>
              <a:gd name="connsiteX146" fmla="*/ 8732893 w 12192000"/>
              <a:gd name="connsiteY146" fmla="*/ 99991 h 1157500"/>
              <a:gd name="connsiteX147" fmla="*/ 8764071 w 12192000"/>
              <a:gd name="connsiteY147" fmla="*/ 94587 h 1157500"/>
              <a:gd name="connsiteX148" fmla="*/ 8767004 w 12192000"/>
              <a:gd name="connsiteY148" fmla="*/ 91519 h 1157500"/>
              <a:gd name="connsiteX149" fmla="*/ 8772553 w 12192000"/>
              <a:gd name="connsiteY149" fmla="*/ 90314 h 1157500"/>
              <a:gd name="connsiteX150" fmla="*/ 8787201 w 12192000"/>
              <a:gd name="connsiteY150" fmla="*/ 92033 h 1157500"/>
              <a:gd name="connsiteX151" fmla="*/ 8792624 w 12192000"/>
              <a:gd name="connsiteY151" fmla="*/ 93503 h 1157500"/>
              <a:gd name="connsiteX152" fmla="*/ 8800741 w 12192000"/>
              <a:gd name="connsiteY152" fmla="*/ 93897 h 1157500"/>
              <a:gd name="connsiteX153" fmla="*/ 8800966 w 12192000"/>
              <a:gd name="connsiteY153" fmla="*/ 93645 h 1157500"/>
              <a:gd name="connsiteX154" fmla="*/ 8808513 w 12192000"/>
              <a:gd name="connsiteY154" fmla="*/ 94530 h 1157500"/>
              <a:gd name="connsiteX155" fmla="*/ 8845110 w 12192000"/>
              <a:gd name="connsiteY155" fmla="*/ 102179 h 1157500"/>
              <a:gd name="connsiteX156" fmla="*/ 9026654 w 12192000"/>
              <a:gd name="connsiteY156" fmla="*/ 93420 h 1157500"/>
              <a:gd name="connsiteX157" fmla="*/ 9088505 w 12192000"/>
              <a:gd name="connsiteY157" fmla="*/ 113002 h 1157500"/>
              <a:gd name="connsiteX158" fmla="*/ 9203241 w 12192000"/>
              <a:gd name="connsiteY158" fmla="*/ 111713 h 1157500"/>
              <a:gd name="connsiteX159" fmla="*/ 9415584 w 12192000"/>
              <a:gd name="connsiteY159" fmla="*/ 157156 h 1157500"/>
              <a:gd name="connsiteX160" fmla="*/ 9505102 w 12192000"/>
              <a:gd name="connsiteY160" fmla="*/ 141042 h 1157500"/>
              <a:gd name="connsiteX161" fmla="*/ 9643040 w 12192000"/>
              <a:gd name="connsiteY161" fmla="*/ 158233 h 1157500"/>
              <a:gd name="connsiteX162" fmla="*/ 9762999 w 12192000"/>
              <a:gd name="connsiteY162" fmla="*/ 162623 h 1157500"/>
              <a:gd name="connsiteX163" fmla="*/ 9776183 w 12192000"/>
              <a:gd name="connsiteY163" fmla="*/ 162191 h 1157500"/>
              <a:gd name="connsiteX164" fmla="*/ 9780532 w 12192000"/>
              <a:gd name="connsiteY164" fmla="*/ 155823 h 1157500"/>
              <a:gd name="connsiteX165" fmla="*/ 9910588 w 12192000"/>
              <a:gd name="connsiteY165" fmla="*/ 154327 h 1157500"/>
              <a:gd name="connsiteX166" fmla="*/ 9924173 w 12192000"/>
              <a:gd name="connsiteY166" fmla="*/ 158591 h 1157500"/>
              <a:gd name="connsiteX167" fmla="*/ 10010969 w 12192000"/>
              <a:gd name="connsiteY167" fmla="*/ 155802 h 1157500"/>
              <a:gd name="connsiteX168" fmla="*/ 10070699 w 12192000"/>
              <a:gd name="connsiteY168" fmla="*/ 157854 h 1157500"/>
              <a:gd name="connsiteX169" fmla="*/ 10155104 w 12192000"/>
              <a:gd name="connsiteY169" fmla="*/ 151613 h 1157500"/>
              <a:gd name="connsiteX170" fmla="*/ 10250982 w 12192000"/>
              <a:gd name="connsiteY170" fmla="*/ 128642 h 1157500"/>
              <a:gd name="connsiteX171" fmla="*/ 10322829 w 12192000"/>
              <a:gd name="connsiteY171" fmla="*/ 145475 h 1157500"/>
              <a:gd name="connsiteX172" fmla="*/ 10448511 w 12192000"/>
              <a:gd name="connsiteY172" fmla="*/ 127195 h 1157500"/>
              <a:gd name="connsiteX173" fmla="*/ 10561157 w 12192000"/>
              <a:gd name="connsiteY173" fmla="*/ 108661 h 1157500"/>
              <a:gd name="connsiteX174" fmla="*/ 10629093 w 12192000"/>
              <a:gd name="connsiteY174" fmla="*/ 120997 h 1157500"/>
              <a:gd name="connsiteX175" fmla="*/ 10801598 w 12192000"/>
              <a:gd name="connsiteY175" fmla="*/ 113562 h 1157500"/>
              <a:gd name="connsiteX176" fmla="*/ 10888594 w 12192000"/>
              <a:gd name="connsiteY176" fmla="*/ 121439 h 1157500"/>
              <a:gd name="connsiteX177" fmla="*/ 10967891 w 12192000"/>
              <a:gd name="connsiteY177" fmla="*/ 131083 h 1157500"/>
              <a:gd name="connsiteX178" fmla="*/ 11085076 w 12192000"/>
              <a:gd name="connsiteY178" fmla="*/ 150485 h 1157500"/>
              <a:gd name="connsiteX179" fmla="*/ 11172617 w 12192000"/>
              <a:gd name="connsiteY179" fmla="*/ 164976 h 1157500"/>
              <a:gd name="connsiteX180" fmla="*/ 11281340 w 12192000"/>
              <a:gd name="connsiteY180" fmla="*/ 184188 h 1157500"/>
              <a:gd name="connsiteX181" fmla="*/ 11406511 w 12192000"/>
              <a:gd name="connsiteY181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358687 w 12192000"/>
              <a:gd name="connsiteY140" fmla="*/ 115393 h 1157500"/>
              <a:gd name="connsiteX141" fmla="*/ 8433385 w 12192000"/>
              <a:gd name="connsiteY141" fmla="*/ 99669 h 1157500"/>
              <a:gd name="connsiteX142" fmla="*/ 8533779 w 12192000"/>
              <a:gd name="connsiteY142" fmla="*/ 98374 h 1157500"/>
              <a:gd name="connsiteX143" fmla="*/ 8632833 w 12192000"/>
              <a:gd name="connsiteY143" fmla="*/ 100532 h 1157500"/>
              <a:gd name="connsiteX144" fmla="*/ 8668523 w 12192000"/>
              <a:gd name="connsiteY144" fmla="*/ 102979 h 1157500"/>
              <a:gd name="connsiteX145" fmla="*/ 8732893 w 12192000"/>
              <a:gd name="connsiteY145" fmla="*/ 99991 h 1157500"/>
              <a:gd name="connsiteX146" fmla="*/ 8764071 w 12192000"/>
              <a:gd name="connsiteY146" fmla="*/ 94587 h 1157500"/>
              <a:gd name="connsiteX147" fmla="*/ 8767004 w 12192000"/>
              <a:gd name="connsiteY147" fmla="*/ 91519 h 1157500"/>
              <a:gd name="connsiteX148" fmla="*/ 8772553 w 12192000"/>
              <a:gd name="connsiteY148" fmla="*/ 90314 h 1157500"/>
              <a:gd name="connsiteX149" fmla="*/ 8787201 w 12192000"/>
              <a:gd name="connsiteY149" fmla="*/ 92033 h 1157500"/>
              <a:gd name="connsiteX150" fmla="*/ 8792624 w 12192000"/>
              <a:gd name="connsiteY150" fmla="*/ 93503 h 1157500"/>
              <a:gd name="connsiteX151" fmla="*/ 8800741 w 12192000"/>
              <a:gd name="connsiteY151" fmla="*/ 93897 h 1157500"/>
              <a:gd name="connsiteX152" fmla="*/ 8800966 w 12192000"/>
              <a:gd name="connsiteY152" fmla="*/ 93645 h 1157500"/>
              <a:gd name="connsiteX153" fmla="*/ 8808513 w 12192000"/>
              <a:gd name="connsiteY153" fmla="*/ 94530 h 1157500"/>
              <a:gd name="connsiteX154" fmla="*/ 8845110 w 12192000"/>
              <a:gd name="connsiteY154" fmla="*/ 102179 h 1157500"/>
              <a:gd name="connsiteX155" fmla="*/ 9026654 w 12192000"/>
              <a:gd name="connsiteY155" fmla="*/ 93420 h 1157500"/>
              <a:gd name="connsiteX156" fmla="*/ 9088505 w 12192000"/>
              <a:gd name="connsiteY156" fmla="*/ 113002 h 1157500"/>
              <a:gd name="connsiteX157" fmla="*/ 9203241 w 12192000"/>
              <a:gd name="connsiteY157" fmla="*/ 111713 h 1157500"/>
              <a:gd name="connsiteX158" fmla="*/ 9415584 w 12192000"/>
              <a:gd name="connsiteY158" fmla="*/ 157156 h 1157500"/>
              <a:gd name="connsiteX159" fmla="*/ 9505102 w 12192000"/>
              <a:gd name="connsiteY159" fmla="*/ 141042 h 1157500"/>
              <a:gd name="connsiteX160" fmla="*/ 9643040 w 12192000"/>
              <a:gd name="connsiteY160" fmla="*/ 158233 h 1157500"/>
              <a:gd name="connsiteX161" fmla="*/ 9762999 w 12192000"/>
              <a:gd name="connsiteY161" fmla="*/ 162623 h 1157500"/>
              <a:gd name="connsiteX162" fmla="*/ 9776183 w 12192000"/>
              <a:gd name="connsiteY162" fmla="*/ 162191 h 1157500"/>
              <a:gd name="connsiteX163" fmla="*/ 9780532 w 12192000"/>
              <a:gd name="connsiteY163" fmla="*/ 155823 h 1157500"/>
              <a:gd name="connsiteX164" fmla="*/ 9910588 w 12192000"/>
              <a:gd name="connsiteY164" fmla="*/ 154327 h 1157500"/>
              <a:gd name="connsiteX165" fmla="*/ 9924173 w 12192000"/>
              <a:gd name="connsiteY165" fmla="*/ 158591 h 1157500"/>
              <a:gd name="connsiteX166" fmla="*/ 10010969 w 12192000"/>
              <a:gd name="connsiteY166" fmla="*/ 155802 h 1157500"/>
              <a:gd name="connsiteX167" fmla="*/ 10070699 w 12192000"/>
              <a:gd name="connsiteY167" fmla="*/ 157854 h 1157500"/>
              <a:gd name="connsiteX168" fmla="*/ 10155104 w 12192000"/>
              <a:gd name="connsiteY168" fmla="*/ 151613 h 1157500"/>
              <a:gd name="connsiteX169" fmla="*/ 10250982 w 12192000"/>
              <a:gd name="connsiteY169" fmla="*/ 128642 h 1157500"/>
              <a:gd name="connsiteX170" fmla="*/ 10322829 w 12192000"/>
              <a:gd name="connsiteY170" fmla="*/ 145475 h 1157500"/>
              <a:gd name="connsiteX171" fmla="*/ 10448511 w 12192000"/>
              <a:gd name="connsiteY171" fmla="*/ 127195 h 1157500"/>
              <a:gd name="connsiteX172" fmla="*/ 10561157 w 12192000"/>
              <a:gd name="connsiteY172" fmla="*/ 108661 h 1157500"/>
              <a:gd name="connsiteX173" fmla="*/ 10629093 w 12192000"/>
              <a:gd name="connsiteY173" fmla="*/ 120997 h 1157500"/>
              <a:gd name="connsiteX174" fmla="*/ 10801598 w 12192000"/>
              <a:gd name="connsiteY174" fmla="*/ 113562 h 1157500"/>
              <a:gd name="connsiteX175" fmla="*/ 10888594 w 12192000"/>
              <a:gd name="connsiteY175" fmla="*/ 121439 h 1157500"/>
              <a:gd name="connsiteX176" fmla="*/ 10967891 w 12192000"/>
              <a:gd name="connsiteY176" fmla="*/ 131083 h 1157500"/>
              <a:gd name="connsiteX177" fmla="*/ 11085076 w 12192000"/>
              <a:gd name="connsiteY177" fmla="*/ 150485 h 1157500"/>
              <a:gd name="connsiteX178" fmla="*/ 11172617 w 12192000"/>
              <a:gd name="connsiteY178" fmla="*/ 164976 h 1157500"/>
              <a:gd name="connsiteX179" fmla="*/ 11281340 w 12192000"/>
              <a:gd name="connsiteY179" fmla="*/ 184188 h 1157500"/>
              <a:gd name="connsiteX180" fmla="*/ 11406511 w 12192000"/>
              <a:gd name="connsiteY180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354069 w 12192000"/>
              <a:gd name="connsiteY139" fmla="*/ 112942 h 1157500"/>
              <a:gd name="connsiteX140" fmla="*/ 8433385 w 12192000"/>
              <a:gd name="connsiteY140" fmla="*/ 99669 h 1157500"/>
              <a:gd name="connsiteX141" fmla="*/ 8533779 w 12192000"/>
              <a:gd name="connsiteY141" fmla="*/ 98374 h 1157500"/>
              <a:gd name="connsiteX142" fmla="*/ 8632833 w 12192000"/>
              <a:gd name="connsiteY142" fmla="*/ 100532 h 1157500"/>
              <a:gd name="connsiteX143" fmla="*/ 8668523 w 12192000"/>
              <a:gd name="connsiteY143" fmla="*/ 102979 h 1157500"/>
              <a:gd name="connsiteX144" fmla="*/ 8732893 w 12192000"/>
              <a:gd name="connsiteY144" fmla="*/ 99991 h 1157500"/>
              <a:gd name="connsiteX145" fmla="*/ 8764071 w 12192000"/>
              <a:gd name="connsiteY145" fmla="*/ 94587 h 1157500"/>
              <a:gd name="connsiteX146" fmla="*/ 8767004 w 12192000"/>
              <a:gd name="connsiteY146" fmla="*/ 91519 h 1157500"/>
              <a:gd name="connsiteX147" fmla="*/ 8772553 w 12192000"/>
              <a:gd name="connsiteY147" fmla="*/ 90314 h 1157500"/>
              <a:gd name="connsiteX148" fmla="*/ 8787201 w 12192000"/>
              <a:gd name="connsiteY148" fmla="*/ 92033 h 1157500"/>
              <a:gd name="connsiteX149" fmla="*/ 8792624 w 12192000"/>
              <a:gd name="connsiteY149" fmla="*/ 93503 h 1157500"/>
              <a:gd name="connsiteX150" fmla="*/ 8800741 w 12192000"/>
              <a:gd name="connsiteY150" fmla="*/ 93897 h 1157500"/>
              <a:gd name="connsiteX151" fmla="*/ 8800966 w 12192000"/>
              <a:gd name="connsiteY151" fmla="*/ 93645 h 1157500"/>
              <a:gd name="connsiteX152" fmla="*/ 8808513 w 12192000"/>
              <a:gd name="connsiteY152" fmla="*/ 94530 h 1157500"/>
              <a:gd name="connsiteX153" fmla="*/ 8845110 w 12192000"/>
              <a:gd name="connsiteY153" fmla="*/ 102179 h 1157500"/>
              <a:gd name="connsiteX154" fmla="*/ 9026654 w 12192000"/>
              <a:gd name="connsiteY154" fmla="*/ 93420 h 1157500"/>
              <a:gd name="connsiteX155" fmla="*/ 9088505 w 12192000"/>
              <a:gd name="connsiteY155" fmla="*/ 113002 h 1157500"/>
              <a:gd name="connsiteX156" fmla="*/ 9203241 w 12192000"/>
              <a:gd name="connsiteY156" fmla="*/ 111713 h 1157500"/>
              <a:gd name="connsiteX157" fmla="*/ 9415584 w 12192000"/>
              <a:gd name="connsiteY157" fmla="*/ 157156 h 1157500"/>
              <a:gd name="connsiteX158" fmla="*/ 9505102 w 12192000"/>
              <a:gd name="connsiteY158" fmla="*/ 141042 h 1157500"/>
              <a:gd name="connsiteX159" fmla="*/ 9643040 w 12192000"/>
              <a:gd name="connsiteY159" fmla="*/ 158233 h 1157500"/>
              <a:gd name="connsiteX160" fmla="*/ 9762999 w 12192000"/>
              <a:gd name="connsiteY160" fmla="*/ 162623 h 1157500"/>
              <a:gd name="connsiteX161" fmla="*/ 9776183 w 12192000"/>
              <a:gd name="connsiteY161" fmla="*/ 162191 h 1157500"/>
              <a:gd name="connsiteX162" fmla="*/ 9780532 w 12192000"/>
              <a:gd name="connsiteY162" fmla="*/ 155823 h 1157500"/>
              <a:gd name="connsiteX163" fmla="*/ 9910588 w 12192000"/>
              <a:gd name="connsiteY163" fmla="*/ 154327 h 1157500"/>
              <a:gd name="connsiteX164" fmla="*/ 9924173 w 12192000"/>
              <a:gd name="connsiteY164" fmla="*/ 158591 h 1157500"/>
              <a:gd name="connsiteX165" fmla="*/ 10010969 w 12192000"/>
              <a:gd name="connsiteY165" fmla="*/ 155802 h 1157500"/>
              <a:gd name="connsiteX166" fmla="*/ 10070699 w 12192000"/>
              <a:gd name="connsiteY166" fmla="*/ 157854 h 1157500"/>
              <a:gd name="connsiteX167" fmla="*/ 10155104 w 12192000"/>
              <a:gd name="connsiteY167" fmla="*/ 151613 h 1157500"/>
              <a:gd name="connsiteX168" fmla="*/ 10250982 w 12192000"/>
              <a:gd name="connsiteY168" fmla="*/ 128642 h 1157500"/>
              <a:gd name="connsiteX169" fmla="*/ 10322829 w 12192000"/>
              <a:gd name="connsiteY169" fmla="*/ 145475 h 1157500"/>
              <a:gd name="connsiteX170" fmla="*/ 10448511 w 12192000"/>
              <a:gd name="connsiteY170" fmla="*/ 127195 h 1157500"/>
              <a:gd name="connsiteX171" fmla="*/ 10561157 w 12192000"/>
              <a:gd name="connsiteY171" fmla="*/ 108661 h 1157500"/>
              <a:gd name="connsiteX172" fmla="*/ 10629093 w 12192000"/>
              <a:gd name="connsiteY172" fmla="*/ 120997 h 1157500"/>
              <a:gd name="connsiteX173" fmla="*/ 10801598 w 12192000"/>
              <a:gd name="connsiteY173" fmla="*/ 113562 h 1157500"/>
              <a:gd name="connsiteX174" fmla="*/ 10888594 w 12192000"/>
              <a:gd name="connsiteY174" fmla="*/ 121439 h 1157500"/>
              <a:gd name="connsiteX175" fmla="*/ 10967891 w 12192000"/>
              <a:gd name="connsiteY175" fmla="*/ 131083 h 1157500"/>
              <a:gd name="connsiteX176" fmla="*/ 11085076 w 12192000"/>
              <a:gd name="connsiteY176" fmla="*/ 150485 h 1157500"/>
              <a:gd name="connsiteX177" fmla="*/ 11172617 w 12192000"/>
              <a:gd name="connsiteY177" fmla="*/ 164976 h 1157500"/>
              <a:gd name="connsiteX178" fmla="*/ 11281340 w 12192000"/>
              <a:gd name="connsiteY178" fmla="*/ 184188 h 1157500"/>
              <a:gd name="connsiteX179" fmla="*/ 11406511 w 12192000"/>
              <a:gd name="connsiteY179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346467 w 12192000"/>
              <a:gd name="connsiteY138" fmla="*/ 111024 h 1157500"/>
              <a:gd name="connsiteX139" fmla="*/ 8433385 w 12192000"/>
              <a:gd name="connsiteY139" fmla="*/ 99669 h 1157500"/>
              <a:gd name="connsiteX140" fmla="*/ 8533779 w 12192000"/>
              <a:gd name="connsiteY140" fmla="*/ 98374 h 1157500"/>
              <a:gd name="connsiteX141" fmla="*/ 8632833 w 12192000"/>
              <a:gd name="connsiteY141" fmla="*/ 100532 h 1157500"/>
              <a:gd name="connsiteX142" fmla="*/ 8668523 w 12192000"/>
              <a:gd name="connsiteY142" fmla="*/ 102979 h 1157500"/>
              <a:gd name="connsiteX143" fmla="*/ 8732893 w 12192000"/>
              <a:gd name="connsiteY143" fmla="*/ 99991 h 1157500"/>
              <a:gd name="connsiteX144" fmla="*/ 8764071 w 12192000"/>
              <a:gd name="connsiteY144" fmla="*/ 94587 h 1157500"/>
              <a:gd name="connsiteX145" fmla="*/ 8767004 w 12192000"/>
              <a:gd name="connsiteY145" fmla="*/ 91519 h 1157500"/>
              <a:gd name="connsiteX146" fmla="*/ 8772553 w 12192000"/>
              <a:gd name="connsiteY146" fmla="*/ 90314 h 1157500"/>
              <a:gd name="connsiteX147" fmla="*/ 8787201 w 12192000"/>
              <a:gd name="connsiteY147" fmla="*/ 92033 h 1157500"/>
              <a:gd name="connsiteX148" fmla="*/ 8792624 w 12192000"/>
              <a:gd name="connsiteY148" fmla="*/ 93503 h 1157500"/>
              <a:gd name="connsiteX149" fmla="*/ 8800741 w 12192000"/>
              <a:gd name="connsiteY149" fmla="*/ 93897 h 1157500"/>
              <a:gd name="connsiteX150" fmla="*/ 8800966 w 12192000"/>
              <a:gd name="connsiteY150" fmla="*/ 93645 h 1157500"/>
              <a:gd name="connsiteX151" fmla="*/ 8808513 w 12192000"/>
              <a:gd name="connsiteY151" fmla="*/ 94530 h 1157500"/>
              <a:gd name="connsiteX152" fmla="*/ 8845110 w 12192000"/>
              <a:gd name="connsiteY152" fmla="*/ 102179 h 1157500"/>
              <a:gd name="connsiteX153" fmla="*/ 9026654 w 12192000"/>
              <a:gd name="connsiteY153" fmla="*/ 93420 h 1157500"/>
              <a:gd name="connsiteX154" fmla="*/ 9088505 w 12192000"/>
              <a:gd name="connsiteY154" fmla="*/ 113002 h 1157500"/>
              <a:gd name="connsiteX155" fmla="*/ 9203241 w 12192000"/>
              <a:gd name="connsiteY155" fmla="*/ 111713 h 1157500"/>
              <a:gd name="connsiteX156" fmla="*/ 9415584 w 12192000"/>
              <a:gd name="connsiteY156" fmla="*/ 157156 h 1157500"/>
              <a:gd name="connsiteX157" fmla="*/ 9505102 w 12192000"/>
              <a:gd name="connsiteY157" fmla="*/ 141042 h 1157500"/>
              <a:gd name="connsiteX158" fmla="*/ 9643040 w 12192000"/>
              <a:gd name="connsiteY158" fmla="*/ 158233 h 1157500"/>
              <a:gd name="connsiteX159" fmla="*/ 9762999 w 12192000"/>
              <a:gd name="connsiteY159" fmla="*/ 162623 h 1157500"/>
              <a:gd name="connsiteX160" fmla="*/ 9776183 w 12192000"/>
              <a:gd name="connsiteY160" fmla="*/ 162191 h 1157500"/>
              <a:gd name="connsiteX161" fmla="*/ 9780532 w 12192000"/>
              <a:gd name="connsiteY161" fmla="*/ 155823 h 1157500"/>
              <a:gd name="connsiteX162" fmla="*/ 9910588 w 12192000"/>
              <a:gd name="connsiteY162" fmla="*/ 154327 h 1157500"/>
              <a:gd name="connsiteX163" fmla="*/ 9924173 w 12192000"/>
              <a:gd name="connsiteY163" fmla="*/ 158591 h 1157500"/>
              <a:gd name="connsiteX164" fmla="*/ 10010969 w 12192000"/>
              <a:gd name="connsiteY164" fmla="*/ 155802 h 1157500"/>
              <a:gd name="connsiteX165" fmla="*/ 10070699 w 12192000"/>
              <a:gd name="connsiteY165" fmla="*/ 157854 h 1157500"/>
              <a:gd name="connsiteX166" fmla="*/ 10155104 w 12192000"/>
              <a:gd name="connsiteY166" fmla="*/ 151613 h 1157500"/>
              <a:gd name="connsiteX167" fmla="*/ 10250982 w 12192000"/>
              <a:gd name="connsiteY167" fmla="*/ 128642 h 1157500"/>
              <a:gd name="connsiteX168" fmla="*/ 10322829 w 12192000"/>
              <a:gd name="connsiteY168" fmla="*/ 145475 h 1157500"/>
              <a:gd name="connsiteX169" fmla="*/ 10448511 w 12192000"/>
              <a:gd name="connsiteY169" fmla="*/ 127195 h 1157500"/>
              <a:gd name="connsiteX170" fmla="*/ 10561157 w 12192000"/>
              <a:gd name="connsiteY170" fmla="*/ 108661 h 1157500"/>
              <a:gd name="connsiteX171" fmla="*/ 10629093 w 12192000"/>
              <a:gd name="connsiteY171" fmla="*/ 120997 h 1157500"/>
              <a:gd name="connsiteX172" fmla="*/ 10801598 w 12192000"/>
              <a:gd name="connsiteY172" fmla="*/ 113562 h 1157500"/>
              <a:gd name="connsiteX173" fmla="*/ 10888594 w 12192000"/>
              <a:gd name="connsiteY173" fmla="*/ 121439 h 1157500"/>
              <a:gd name="connsiteX174" fmla="*/ 10967891 w 12192000"/>
              <a:gd name="connsiteY174" fmla="*/ 131083 h 1157500"/>
              <a:gd name="connsiteX175" fmla="*/ 11085076 w 12192000"/>
              <a:gd name="connsiteY175" fmla="*/ 150485 h 1157500"/>
              <a:gd name="connsiteX176" fmla="*/ 11172617 w 12192000"/>
              <a:gd name="connsiteY176" fmla="*/ 164976 h 1157500"/>
              <a:gd name="connsiteX177" fmla="*/ 11281340 w 12192000"/>
              <a:gd name="connsiteY177" fmla="*/ 184188 h 1157500"/>
              <a:gd name="connsiteX178" fmla="*/ 11406511 w 12192000"/>
              <a:gd name="connsiteY178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184568 w 12192000"/>
              <a:gd name="connsiteY132" fmla="*/ 93990 h 1157500"/>
              <a:gd name="connsiteX133" fmla="*/ 8228227 w 12192000"/>
              <a:gd name="connsiteY133" fmla="*/ 105972 h 1157500"/>
              <a:gd name="connsiteX134" fmla="*/ 8237963 w 12192000"/>
              <a:gd name="connsiteY134" fmla="*/ 106996 h 1157500"/>
              <a:gd name="connsiteX135" fmla="*/ 8307239 w 12192000"/>
              <a:gd name="connsiteY135" fmla="*/ 94591 h 1157500"/>
              <a:gd name="connsiteX136" fmla="*/ 8339282 w 12192000"/>
              <a:gd name="connsiteY136" fmla="*/ 108942 h 1157500"/>
              <a:gd name="connsiteX137" fmla="*/ 8346156 w 12192000"/>
              <a:gd name="connsiteY137" fmla="*/ 111227 h 1157500"/>
              <a:gd name="connsiteX138" fmla="*/ 8433385 w 12192000"/>
              <a:gd name="connsiteY138" fmla="*/ 99669 h 1157500"/>
              <a:gd name="connsiteX139" fmla="*/ 8533779 w 12192000"/>
              <a:gd name="connsiteY139" fmla="*/ 98374 h 1157500"/>
              <a:gd name="connsiteX140" fmla="*/ 8632833 w 12192000"/>
              <a:gd name="connsiteY140" fmla="*/ 100532 h 1157500"/>
              <a:gd name="connsiteX141" fmla="*/ 8668523 w 12192000"/>
              <a:gd name="connsiteY141" fmla="*/ 102979 h 1157500"/>
              <a:gd name="connsiteX142" fmla="*/ 8732893 w 12192000"/>
              <a:gd name="connsiteY142" fmla="*/ 99991 h 1157500"/>
              <a:gd name="connsiteX143" fmla="*/ 8764071 w 12192000"/>
              <a:gd name="connsiteY143" fmla="*/ 94587 h 1157500"/>
              <a:gd name="connsiteX144" fmla="*/ 8767004 w 12192000"/>
              <a:gd name="connsiteY144" fmla="*/ 91519 h 1157500"/>
              <a:gd name="connsiteX145" fmla="*/ 8772553 w 12192000"/>
              <a:gd name="connsiteY145" fmla="*/ 90314 h 1157500"/>
              <a:gd name="connsiteX146" fmla="*/ 8787201 w 12192000"/>
              <a:gd name="connsiteY146" fmla="*/ 92033 h 1157500"/>
              <a:gd name="connsiteX147" fmla="*/ 8792624 w 12192000"/>
              <a:gd name="connsiteY147" fmla="*/ 93503 h 1157500"/>
              <a:gd name="connsiteX148" fmla="*/ 8800741 w 12192000"/>
              <a:gd name="connsiteY148" fmla="*/ 93897 h 1157500"/>
              <a:gd name="connsiteX149" fmla="*/ 8800966 w 12192000"/>
              <a:gd name="connsiteY149" fmla="*/ 93645 h 1157500"/>
              <a:gd name="connsiteX150" fmla="*/ 8808513 w 12192000"/>
              <a:gd name="connsiteY150" fmla="*/ 94530 h 1157500"/>
              <a:gd name="connsiteX151" fmla="*/ 8845110 w 12192000"/>
              <a:gd name="connsiteY151" fmla="*/ 102179 h 1157500"/>
              <a:gd name="connsiteX152" fmla="*/ 9026654 w 12192000"/>
              <a:gd name="connsiteY152" fmla="*/ 93420 h 1157500"/>
              <a:gd name="connsiteX153" fmla="*/ 9088505 w 12192000"/>
              <a:gd name="connsiteY153" fmla="*/ 113002 h 1157500"/>
              <a:gd name="connsiteX154" fmla="*/ 9203241 w 12192000"/>
              <a:gd name="connsiteY154" fmla="*/ 111713 h 1157500"/>
              <a:gd name="connsiteX155" fmla="*/ 9415584 w 12192000"/>
              <a:gd name="connsiteY155" fmla="*/ 157156 h 1157500"/>
              <a:gd name="connsiteX156" fmla="*/ 9505102 w 12192000"/>
              <a:gd name="connsiteY156" fmla="*/ 141042 h 1157500"/>
              <a:gd name="connsiteX157" fmla="*/ 9643040 w 12192000"/>
              <a:gd name="connsiteY157" fmla="*/ 158233 h 1157500"/>
              <a:gd name="connsiteX158" fmla="*/ 9762999 w 12192000"/>
              <a:gd name="connsiteY158" fmla="*/ 162623 h 1157500"/>
              <a:gd name="connsiteX159" fmla="*/ 9776183 w 12192000"/>
              <a:gd name="connsiteY159" fmla="*/ 162191 h 1157500"/>
              <a:gd name="connsiteX160" fmla="*/ 9780532 w 12192000"/>
              <a:gd name="connsiteY160" fmla="*/ 155823 h 1157500"/>
              <a:gd name="connsiteX161" fmla="*/ 9910588 w 12192000"/>
              <a:gd name="connsiteY161" fmla="*/ 154327 h 1157500"/>
              <a:gd name="connsiteX162" fmla="*/ 9924173 w 12192000"/>
              <a:gd name="connsiteY162" fmla="*/ 158591 h 1157500"/>
              <a:gd name="connsiteX163" fmla="*/ 10010969 w 12192000"/>
              <a:gd name="connsiteY163" fmla="*/ 155802 h 1157500"/>
              <a:gd name="connsiteX164" fmla="*/ 10070699 w 12192000"/>
              <a:gd name="connsiteY164" fmla="*/ 157854 h 1157500"/>
              <a:gd name="connsiteX165" fmla="*/ 10155104 w 12192000"/>
              <a:gd name="connsiteY165" fmla="*/ 151613 h 1157500"/>
              <a:gd name="connsiteX166" fmla="*/ 10250982 w 12192000"/>
              <a:gd name="connsiteY166" fmla="*/ 128642 h 1157500"/>
              <a:gd name="connsiteX167" fmla="*/ 10322829 w 12192000"/>
              <a:gd name="connsiteY167" fmla="*/ 145475 h 1157500"/>
              <a:gd name="connsiteX168" fmla="*/ 10448511 w 12192000"/>
              <a:gd name="connsiteY168" fmla="*/ 127195 h 1157500"/>
              <a:gd name="connsiteX169" fmla="*/ 10561157 w 12192000"/>
              <a:gd name="connsiteY169" fmla="*/ 108661 h 1157500"/>
              <a:gd name="connsiteX170" fmla="*/ 10629093 w 12192000"/>
              <a:gd name="connsiteY170" fmla="*/ 120997 h 1157500"/>
              <a:gd name="connsiteX171" fmla="*/ 10801598 w 12192000"/>
              <a:gd name="connsiteY171" fmla="*/ 113562 h 1157500"/>
              <a:gd name="connsiteX172" fmla="*/ 10888594 w 12192000"/>
              <a:gd name="connsiteY172" fmla="*/ 121439 h 1157500"/>
              <a:gd name="connsiteX173" fmla="*/ 10967891 w 12192000"/>
              <a:gd name="connsiteY173" fmla="*/ 131083 h 1157500"/>
              <a:gd name="connsiteX174" fmla="*/ 11085076 w 12192000"/>
              <a:gd name="connsiteY174" fmla="*/ 150485 h 1157500"/>
              <a:gd name="connsiteX175" fmla="*/ 11172617 w 12192000"/>
              <a:gd name="connsiteY175" fmla="*/ 164976 h 1157500"/>
              <a:gd name="connsiteX176" fmla="*/ 11281340 w 12192000"/>
              <a:gd name="connsiteY176" fmla="*/ 184188 h 1157500"/>
              <a:gd name="connsiteX177" fmla="*/ 11406511 w 12192000"/>
              <a:gd name="connsiteY177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96704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396084 w 12192000"/>
              <a:gd name="connsiteY93" fmla="*/ 321836 h 1157500"/>
              <a:gd name="connsiteX94" fmla="*/ 5414292 w 12192000"/>
              <a:gd name="connsiteY94" fmla="*/ 314431 h 1157500"/>
              <a:gd name="connsiteX95" fmla="*/ 5487276 w 12192000"/>
              <a:gd name="connsiteY95" fmla="*/ 300918 h 1157500"/>
              <a:gd name="connsiteX96" fmla="*/ 5612716 w 12192000"/>
              <a:gd name="connsiteY96" fmla="*/ 301686 h 1157500"/>
              <a:gd name="connsiteX97" fmla="*/ 5864813 w 12192000"/>
              <a:gd name="connsiteY97" fmla="*/ 251420 h 1157500"/>
              <a:gd name="connsiteX98" fmla="*/ 6151392 w 12192000"/>
              <a:gd name="connsiteY98" fmla="*/ 219300 h 1157500"/>
              <a:gd name="connsiteX99" fmla="*/ 6209396 w 12192000"/>
              <a:gd name="connsiteY99" fmla="*/ 214037 h 1157500"/>
              <a:gd name="connsiteX100" fmla="*/ 6269898 w 12192000"/>
              <a:gd name="connsiteY100" fmla="*/ 219868 h 1157500"/>
              <a:gd name="connsiteX101" fmla="*/ 6352373 w 12192000"/>
              <a:gd name="connsiteY101" fmla="*/ 202729 h 1157500"/>
              <a:gd name="connsiteX102" fmla="*/ 6353759 w 12192000"/>
              <a:gd name="connsiteY102" fmla="*/ 202703 h 1157500"/>
              <a:gd name="connsiteX103" fmla="*/ 6363346 w 12192000"/>
              <a:gd name="connsiteY103" fmla="*/ 190268 h 1157500"/>
              <a:gd name="connsiteX104" fmla="*/ 6400681 w 12192000"/>
              <a:gd name="connsiteY104" fmla="*/ 197970 h 1157500"/>
              <a:gd name="connsiteX105" fmla="*/ 6402041 w 12192000"/>
              <a:gd name="connsiteY105" fmla="*/ 200641 h 1157500"/>
              <a:gd name="connsiteX106" fmla="*/ 6502019 w 12192000"/>
              <a:gd name="connsiteY106" fmla="*/ 192356 h 1157500"/>
              <a:gd name="connsiteX107" fmla="*/ 6518229 w 12192000"/>
              <a:gd name="connsiteY107" fmla="*/ 191407 h 1157500"/>
              <a:gd name="connsiteX108" fmla="*/ 6595639 w 12192000"/>
              <a:gd name="connsiteY108" fmla="*/ 168164 h 1157500"/>
              <a:gd name="connsiteX109" fmla="*/ 6692265 w 12192000"/>
              <a:gd name="connsiteY109" fmla="*/ 164829 h 1157500"/>
              <a:gd name="connsiteX110" fmla="*/ 6697219 w 12192000"/>
              <a:gd name="connsiteY110" fmla="*/ 165301 h 1157500"/>
              <a:gd name="connsiteX111" fmla="*/ 6713656 w 12192000"/>
              <a:gd name="connsiteY111" fmla="*/ 153600 h 1157500"/>
              <a:gd name="connsiteX112" fmla="*/ 6714383 w 12192000"/>
              <a:gd name="connsiteY112" fmla="*/ 150425 h 1157500"/>
              <a:gd name="connsiteX113" fmla="*/ 6774793 w 12192000"/>
              <a:gd name="connsiteY113" fmla="*/ 159713 h 1157500"/>
              <a:gd name="connsiteX114" fmla="*/ 6782112 w 12192000"/>
              <a:gd name="connsiteY114" fmla="*/ 155255 h 1157500"/>
              <a:gd name="connsiteX115" fmla="*/ 6878958 w 12192000"/>
              <a:gd name="connsiteY115" fmla="*/ 180824 h 1157500"/>
              <a:gd name="connsiteX116" fmla="*/ 6894439 w 12192000"/>
              <a:gd name="connsiteY116" fmla="*/ 177642 h 1157500"/>
              <a:gd name="connsiteX117" fmla="*/ 6963220 w 12192000"/>
              <a:gd name="connsiteY117" fmla="*/ 167304 h 1157500"/>
              <a:gd name="connsiteX118" fmla="*/ 6976706 w 12192000"/>
              <a:gd name="connsiteY118" fmla="*/ 170894 h 1157500"/>
              <a:gd name="connsiteX119" fmla="*/ 6987064 w 12192000"/>
              <a:gd name="connsiteY119" fmla="*/ 160402 h 1157500"/>
              <a:gd name="connsiteX120" fmla="*/ 7058714 w 12192000"/>
              <a:gd name="connsiteY120" fmla="*/ 175992 h 1157500"/>
              <a:gd name="connsiteX121" fmla="*/ 7060499 w 12192000"/>
              <a:gd name="connsiteY121" fmla="*/ 176063 h 1157500"/>
              <a:gd name="connsiteX122" fmla="*/ 7176563 w 12192000"/>
              <a:gd name="connsiteY122" fmla="*/ 173244 h 1157500"/>
              <a:gd name="connsiteX123" fmla="*/ 7205529 w 12192000"/>
              <a:gd name="connsiteY123" fmla="*/ 181011 h 1157500"/>
              <a:gd name="connsiteX124" fmla="*/ 7310118 w 12192000"/>
              <a:gd name="connsiteY124" fmla="*/ 162605 h 1157500"/>
              <a:gd name="connsiteX125" fmla="*/ 7673859 w 12192000"/>
              <a:gd name="connsiteY125" fmla="*/ 150336 h 1157500"/>
              <a:gd name="connsiteX126" fmla="*/ 7692748 w 12192000"/>
              <a:gd name="connsiteY126" fmla="*/ 161537 h 1157500"/>
              <a:gd name="connsiteX127" fmla="*/ 7756672 w 12192000"/>
              <a:gd name="connsiteY127" fmla="*/ 157372 h 1157500"/>
              <a:gd name="connsiteX128" fmla="*/ 7974189 w 12192000"/>
              <a:gd name="connsiteY128" fmla="*/ 154819 h 1157500"/>
              <a:gd name="connsiteX129" fmla="*/ 8101969 w 12192000"/>
              <a:gd name="connsiteY129" fmla="*/ 144495 h 1157500"/>
              <a:gd name="connsiteX130" fmla="*/ 8106826 w 12192000"/>
              <a:gd name="connsiteY130" fmla="*/ 139853 h 1157500"/>
              <a:gd name="connsiteX131" fmla="*/ 8162058 w 12192000"/>
              <a:gd name="connsiteY131" fmla="*/ 117907 h 1157500"/>
              <a:gd name="connsiteX132" fmla="*/ 8228227 w 12192000"/>
              <a:gd name="connsiteY132" fmla="*/ 105972 h 1157500"/>
              <a:gd name="connsiteX133" fmla="*/ 8237963 w 12192000"/>
              <a:gd name="connsiteY133" fmla="*/ 106996 h 1157500"/>
              <a:gd name="connsiteX134" fmla="*/ 8307239 w 12192000"/>
              <a:gd name="connsiteY134" fmla="*/ 94591 h 1157500"/>
              <a:gd name="connsiteX135" fmla="*/ 8339282 w 12192000"/>
              <a:gd name="connsiteY135" fmla="*/ 108942 h 1157500"/>
              <a:gd name="connsiteX136" fmla="*/ 8346156 w 12192000"/>
              <a:gd name="connsiteY136" fmla="*/ 111227 h 1157500"/>
              <a:gd name="connsiteX137" fmla="*/ 8433385 w 12192000"/>
              <a:gd name="connsiteY137" fmla="*/ 99669 h 1157500"/>
              <a:gd name="connsiteX138" fmla="*/ 8533779 w 12192000"/>
              <a:gd name="connsiteY138" fmla="*/ 98374 h 1157500"/>
              <a:gd name="connsiteX139" fmla="*/ 8632833 w 12192000"/>
              <a:gd name="connsiteY139" fmla="*/ 100532 h 1157500"/>
              <a:gd name="connsiteX140" fmla="*/ 8668523 w 12192000"/>
              <a:gd name="connsiteY140" fmla="*/ 102979 h 1157500"/>
              <a:gd name="connsiteX141" fmla="*/ 8732893 w 12192000"/>
              <a:gd name="connsiteY141" fmla="*/ 99991 h 1157500"/>
              <a:gd name="connsiteX142" fmla="*/ 8764071 w 12192000"/>
              <a:gd name="connsiteY142" fmla="*/ 94587 h 1157500"/>
              <a:gd name="connsiteX143" fmla="*/ 8767004 w 12192000"/>
              <a:gd name="connsiteY143" fmla="*/ 91519 h 1157500"/>
              <a:gd name="connsiteX144" fmla="*/ 8772553 w 12192000"/>
              <a:gd name="connsiteY144" fmla="*/ 90314 h 1157500"/>
              <a:gd name="connsiteX145" fmla="*/ 8787201 w 12192000"/>
              <a:gd name="connsiteY145" fmla="*/ 92033 h 1157500"/>
              <a:gd name="connsiteX146" fmla="*/ 8792624 w 12192000"/>
              <a:gd name="connsiteY146" fmla="*/ 93503 h 1157500"/>
              <a:gd name="connsiteX147" fmla="*/ 8800741 w 12192000"/>
              <a:gd name="connsiteY147" fmla="*/ 93897 h 1157500"/>
              <a:gd name="connsiteX148" fmla="*/ 8800966 w 12192000"/>
              <a:gd name="connsiteY148" fmla="*/ 93645 h 1157500"/>
              <a:gd name="connsiteX149" fmla="*/ 8808513 w 12192000"/>
              <a:gd name="connsiteY149" fmla="*/ 94530 h 1157500"/>
              <a:gd name="connsiteX150" fmla="*/ 8845110 w 12192000"/>
              <a:gd name="connsiteY150" fmla="*/ 102179 h 1157500"/>
              <a:gd name="connsiteX151" fmla="*/ 9026654 w 12192000"/>
              <a:gd name="connsiteY151" fmla="*/ 93420 h 1157500"/>
              <a:gd name="connsiteX152" fmla="*/ 9088505 w 12192000"/>
              <a:gd name="connsiteY152" fmla="*/ 113002 h 1157500"/>
              <a:gd name="connsiteX153" fmla="*/ 9203241 w 12192000"/>
              <a:gd name="connsiteY153" fmla="*/ 111713 h 1157500"/>
              <a:gd name="connsiteX154" fmla="*/ 9415584 w 12192000"/>
              <a:gd name="connsiteY154" fmla="*/ 157156 h 1157500"/>
              <a:gd name="connsiteX155" fmla="*/ 9505102 w 12192000"/>
              <a:gd name="connsiteY155" fmla="*/ 141042 h 1157500"/>
              <a:gd name="connsiteX156" fmla="*/ 9643040 w 12192000"/>
              <a:gd name="connsiteY156" fmla="*/ 158233 h 1157500"/>
              <a:gd name="connsiteX157" fmla="*/ 9762999 w 12192000"/>
              <a:gd name="connsiteY157" fmla="*/ 162623 h 1157500"/>
              <a:gd name="connsiteX158" fmla="*/ 9776183 w 12192000"/>
              <a:gd name="connsiteY158" fmla="*/ 162191 h 1157500"/>
              <a:gd name="connsiteX159" fmla="*/ 9780532 w 12192000"/>
              <a:gd name="connsiteY159" fmla="*/ 155823 h 1157500"/>
              <a:gd name="connsiteX160" fmla="*/ 9910588 w 12192000"/>
              <a:gd name="connsiteY160" fmla="*/ 154327 h 1157500"/>
              <a:gd name="connsiteX161" fmla="*/ 9924173 w 12192000"/>
              <a:gd name="connsiteY161" fmla="*/ 158591 h 1157500"/>
              <a:gd name="connsiteX162" fmla="*/ 10010969 w 12192000"/>
              <a:gd name="connsiteY162" fmla="*/ 155802 h 1157500"/>
              <a:gd name="connsiteX163" fmla="*/ 10070699 w 12192000"/>
              <a:gd name="connsiteY163" fmla="*/ 157854 h 1157500"/>
              <a:gd name="connsiteX164" fmla="*/ 10155104 w 12192000"/>
              <a:gd name="connsiteY164" fmla="*/ 151613 h 1157500"/>
              <a:gd name="connsiteX165" fmla="*/ 10250982 w 12192000"/>
              <a:gd name="connsiteY165" fmla="*/ 128642 h 1157500"/>
              <a:gd name="connsiteX166" fmla="*/ 10322829 w 12192000"/>
              <a:gd name="connsiteY166" fmla="*/ 145475 h 1157500"/>
              <a:gd name="connsiteX167" fmla="*/ 10448511 w 12192000"/>
              <a:gd name="connsiteY167" fmla="*/ 127195 h 1157500"/>
              <a:gd name="connsiteX168" fmla="*/ 10561157 w 12192000"/>
              <a:gd name="connsiteY168" fmla="*/ 108661 h 1157500"/>
              <a:gd name="connsiteX169" fmla="*/ 10629093 w 12192000"/>
              <a:gd name="connsiteY169" fmla="*/ 120997 h 1157500"/>
              <a:gd name="connsiteX170" fmla="*/ 10801598 w 12192000"/>
              <a:gd name="connsiteY170" fmla="*/ 113562 h 1157500"/>
              <a:gd name="connsiteX171" fmla="*/ 10888594 w 12192000"/>
              <a:gd name="connsiteY171" fmla="*/ 121439 h 1157500"/>
              <a:gd name="connsiteX172" fmla="*/ 10967891 w 12192000"/>
              <a:gd name="connsiteY172" fmla="*/ 131083 h 1157500"/>
              <a:gd name="connsiteX173" fmla="*/ 11085076 w 12192000"/>
              <a:gd name="connsiteY173" fmla="*/ 150485 h 1157500"/>
              <a:gd name="connsiteX174" fmla="*/ 11172617 w 12192000"/>
              <a:gd name="connsiteY174" fmla="*/ 164976 h 1157500"/>
              <a:gd name="connsiteX175" fmla="*/ 11281340 w 12192000"/>
              <a:gd name="connsiteY175" fmla="*/ 184188 h 1157500"/>
              <a:gd name="connsiteX176" fmla="*/ 11406511 w 12192000"/>
              <a:gd name="connsiteY176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14292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12716 w 12192000"/>
              <a:gd name="connsiteY95" fmla="*/ 301686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59695 w 12192000"/>
              <a:gd name="connsiteY90" fmla="*/ 324044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72918 w 12192000"/>
              <a:gd name="connsiteY92" fmla="*/ 330402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359642 w 12192000"/>
              <a:gd name="connsiteY91" fmla="*/ 334143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99423 w 12192000"/>
              <a:gd name="connsiteY92" fmla="*/ 383411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39235 w 12192000"/>
              <a:gd name="connsiteY17" fmla="*/ 324425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  <a:gd name="connsiteX0" fmla="*/ 11488370 w 12192000"/>
              <a:gd name="connsiteY0" fmla="*/ 200200 h 1157500"/>
              <a:gd name="connsiteX1" fmla="*/ 11736204 w 12192000"/>
              <a:gd name="connsiteY1" fmla="*/ 277509 h 1157500"/>
              <a:gd name="connsiteX2" fmla="*/ 11705740 w 12192000"/>
              <a:gd name="connsiteY2" fmla="*/ 250993 h 1157500"/>
              <a:gd name="connsiteX3" fmla="*/ 11819139 w 12192000"/>
              <a:gd name="connsiteY3" fmla="*/ 304143 h 1157500"/>
              <a:gd name="connsiteX4" fmla="*/ 11835615 w 12192000"/>
              <a:gd name="connsiteY4" fmla="*/ 305790 h 1157500"/>
              <a:gd name="connsiteX5" fmla="*/ 11980134 w 12192000"/>
              <a:gd name="connsiteY5" fmla="*/ 321911 h 1157500"/>
              <a:gd name="connsiteX6" fmla="*/ 12174576 w 12192000"/>
              <a:gd name="connsiteY6" fmla="*/ 376108 h 1157500"/>
              <a:gd name="connsiteX7" fmla="*/ 12192000 w 12192000"/>
              <a:gd name="connsiteY7" fmla="*/ 379233 h 1157500"/>
              <a:gd name="connsiteX8" fmla="*/ 12192000 w 12192000"/>
              <a:gd name="connsiteY8" fmla="*/ 1157500 h 1157500"/>
              <a:gd name="connsiteX9" fmla="*/ 0 w 12192000"/>
              <a:gd name="connsiteY9" fmla="*/ 1157500 h 1157500"/>
              <a:gd name="connsiteX10" fmla="*/ 0 w 12192000"/>
              <a:gd name="connsiteY10" fmla="*/ 483545 h 1157500"/>
              <a:gd name="connsiteX11" fmla="*/ 5331 w 12192000"/>
              <a:gd name="connsiteY11" fmla="*/ 482797 h 1157500"/>
              <a:gd name="connsiteX12" fmla="*/ 39902 w 12192000"/>
              <a:gd name="connsiteY12" fmla="*/ 472284 h 1157500"/>
              <a:gd name="connsiteX13" fmla="*/ 117880 w 12192000"/>
              <a:gd name="connsiteY13" fmla="*/ 420956 h 1157500"/>
              <a:gd name="connsiteX14" fmla="*/ 238140 w 12192000"/>
              <a:gd name="connsiteY14" fmla="*/ 379297 h 1157500"/>
              <a:gd name="connsiteX15" fmla="*/ 249589 w 12192000"/>
              <a:gd name="connsiteY15" fmla="*/ 379517 h 1157500"/>
              <a:gd name="connsiteX16" fmla="*/ 296963 w 12192000"/>
              <a:gd name="connsiteY16" fmla="*/ 356102 h 1157500"/>
              <a:gd name="connsiteX17" fmla="*/ 355138 w 12192000"/>
              <a:gd name="connsiteY17" fmla="*/ 335027 h 1157500"/>
              <a:gd name="connsiteX18" fmla="*/ 447152 w 12192000"/>
              <a:gd name="connsiteY18" fmla="*/ 327423 h 1157500"/>
              <a:gd name="connsiteX19" fmla="*/ 475247 w 12192000"/>
              <a:gd name="connsiteY19" fmla="*/ 336714 h 1157500"/>
              <a:gd name="connsiteX20" fmla="*/ 477967 w 12192000"/>
              <a:gd name="connsiteY20" fmla="*/ 337960 h 1157500"/>
              <a:gd name="connsiteX21" fmla="*/ 703732 w 12192000"/>
              <a:gd name="connsiteY21" fmla="*/ 316599 h 1157500"/>
              <a:gd name="connsiteX22" fmla="*/ 853391 w 12192000"/>
              <a:gd name="connsiteY22" fmla="*/ 303591 h 1157500"/>
              <a:gd name="connsiteX23" fmla="*/ 925332 w 12192000"/>
              <a:gd name="connsiteY23" fmla="*/ 298686 h 1157500"/>
              <a:gd name="connsiteX24" fmla="*/ 941286 w 12192000"/>
              <a:gd name="connsiteY24" fmla="*/ 288932 h 1157500"/>
              <a:gd name="connsiteX25" fmla="*/ 950845 w 12192000"/>
              <a:gd name="connsiteY25" fmla="*/ 286595 h 1157500"/>
              <a:gd name="connsiteX26" fmla="*/ 953292 w 12192000"/>
              <a:gd name="connsiteY26" fmla="*/ 280892 h 1157500"/>
              <a:gd name="connsiteX27" fmla="*/ 967499 w 12192000"/>
              <a:gd name="connsiteY27" fmla="*/ 273760 h 1157500"/>
              <a:gd name="connsiteX28" fmla="*/ 1069267 w 12192000"/>
              <a:gd name="connsiteY28" fmla="*/ 262766 h 1157500"/>
              <a:gd name="connsiteX29" fmla="*/ 1138407 w 12192000"/>
              <a:gd name="connsiteY29" fmla="*/ 246567 h 1157500"/>
              <a:gd name="connsiteX30" fmla="*/ 1164931 w 12192000"/>
              <a:gd name="connsiteY30" fmla="*/ 238622 h 1157500"/>
              <a:gd name="connsiteX31" fmla="*/ 1211622 w 12192000"/>
              <a:gd name="connsiteY31" fmla="*/ 220676 h 1157500"/>
              <a:gd name="connsiteX32" fmla="*/ 1274567 w 12192000"/>
              <a:gd name="connsiteY32" fmla="*/ 203380 h 1157500"/>
              <a:gd name="connsiteX33" fmla="*/ 1325029 w 12192000"/>
              <a:gd name="connsiteY33" fmla="*/ 207937 h 1157500"/>
              <a:gd name="connsiteX34" fmla="*/ 1356805 w 12192000"/>
              <a:gd name="connsiteY34" fmla="*/ 203622 h 1157500"/>
              <a:gd name="connsiteX35" fmla="*/ 1468752 w 12192000"/>
              <a:gd name="connsiteY35" fmla="*/ 214604 h 1157500"/>
              <a:gd name="connsiteX36" fmla="*/ 1650750 w 12192000"/>
              <a:gd name="connsiteY36" fmla="*/ 165090 h 1157500"/>
              <a:gd name="connsiteX37" fmla="*/ 1655056 w 12192000"/>
              <a:gd name="connsiteY37" fmla="*/ 172106 h 1157500"/>
              <a:gd name="connsiteX38" fmla="*/ 1683220 w 12192000"/>
              <a:gd name="connsiteY38" fmla="*/ 169652 h 1157500"/>
              <a:gd name="connsiteX39" fmla="*/ 1685599 w 12192000"/>
              <a:gd name="connsiteY39" fmla="*/ 165388 h 1157500"/>
              <a:gd name="connsiteX40" fmla="*/ 1735783 w 12192000"/>
              <a:gd name="connsiteY40" fmla="*/ 177400 h 1157500"/>
              <a:gd name="connsiteX41" fmla="*/ 1797102 w 12192000"/>
              <a:gd name="connsiteY41" fmla="*/ 182289 h 1157500"/>
              <a:gd name="connsiteX42" fmla="*/ 1845638 w 12192000"/>
              <a:gd name="connsiteY42" fmla="*/ 163774 h 1157500"/>
              <a:gd name="connsiteX43" fmla="*/ 1848980 w 12192000"/>
              <a:gd name="connsiteY43" fmla="*/ 167516 h 1157500"/>
              <a:gd name="connsiteX44" fmla="*/ 1880587 w 12192000"/>
              <a:gd name="connsiteY44" fmla="*/ 165506 h 1157500"/>
              <a:gd name="connsiteX45" fmla="*/ 1995803 w 12192000"/>
              <a:gd name="connsiteY45" fmla="*/ 131847 h 1157500"/>
              <a:gd name="connsiteX46" fmla="*/ 2057448 w 12192000"/>
              <a:gd name="connsiteY46" fmla="*/ 128650 h 1157500"/>
              <a:gd name="connsiteX47" fmla="*/ 2119088 w 12192000"/>
              <a:gd name="connsiteY47" fmla="*/ 113508 h 1157500"/>
              <a:gd name="connsiteX48" fmla="*/ 2138831 w 12192000"/>
              <a:gd name="connsiteY48" fmla="*/ 116194 h 1157500"/>
              <a:gd name="connsiteX49" fmla="*/ 2214259 w 12192000"/>
              <a:gd name="connsiteY49" fmla="*/ 110542 h 1157500"/>
              <a:gd name="connsiteX50" fmla="*/ 2264911 w 12192000"/>
              <a:gd name="connsiteY50" fmla="*/ 101639 h 1157500"/>
              <a:gd name="connsiteX51" fmla="*/ 2454058 w 12192000"/>
              <a:gd name="connsiteY51" fmla="*/ 67266 h 1157500"/>
              <a:gd name="connsiteX52" fmla="*/ 2534188 w 12192000"/>
              <a:gd name="connsiteY52" fmla="*/ 63730 h 1157500"/>
              <a:gd name="connsiteX53" fmla="*/ 2616912 w 12192000"/>
              <a:gd name="connsiteY53" fmla="*/ 44757 h 1157500"/>
              <a:gd name="connsiteX54" fmla="*/ 2698592 w 12192000"/>
              <a:gd name="connsiteY54" fmla="*/ 35873 h 1157500"/>
              <a:gd name="connsiteX55" fmla="*/ 2891953 w 12192000"/>
              <a:gd name="connsiteY55" fmla="*/ 28541 h 1157500"/>
              <a:gd name="connsiteX56" fmla="*/ 3052621 w 12192000"/>
              <a:gd name="connsiteY56" fmla="*/ 7598 h 1157500"/>
              <a:gd name="connsiteX57" fmla="*/ 3145220 w 12192000"/>
              <a:gd name="connsiteY57" fmla="*/ 9845 h 1157500"/>
              <a:gd name="connsiteX58" fmla="*/ 3233309 w 12192000"/>
              <a:gd name="connsiteY58" fmla="*/ 2536 h 1157500"/>
              <a:gd name="connsiteX59" fmla="*/ 3320851 w 12192000"/>
              <a:gd name="connsiteY59" fmla="*/ 12470 h 1157500"/>
              <a:gd name="connsiteX60" fmla="*/ 3394552 w 12192000"/>
              <a:gd name="connsiteY60" fmla="*/ 31847 h 1157500"/>
              <a:gd name="connsiteX61" fmla="*/ 3462252 w 12192000"/>
              <a:gd name="connsiteY61" fmla="*/ 62214 h 1157500"/>
              <a:gd name="connsiteX62" fmla="*/ 3504799 w 12192000"/>
              <a:gd name="connsiteY62" fmla="*/ 86931 h 1157500"/>
              <a:gd name="connsiteX63" fmla="*/ 3568807 w 12192000"/>
              <a:gd name="connsiteY63" fmla="*/ 78125 h 1157500"/>
              <a:gd name="connsiteX64" fmla="*/ 3571993 w 12192000"/>
              <a:gd name="connsiteY64" fmla="*/ 80673 h 1157500"/>
              <a:gd name="connsiteX65" fmla="*/ 3590879 w 12192000"/>
              <a:gd name="connsiteY65" fmla="*/ 93683 h 1157500"/>
              <a:gd name="connsiteX66" fmla="*/ 3623973 w 12192000"/>
              <a:gd name="connsiteY66" fmla="*/ 86652 h 1157500"/>
              <a:gd name="connsiteX67" fmla="*/ 3636728 w 12192000"/>
              <a:gd name="connsiteY67" fmla="*/ 91587 h 1157500"/>
              <a:gd name="connsiteX68" fmla="*/ 3676976 w 12192000"/>
              <a:gd name="connsiteY68" fmla="*/ 90168 h 1157500"/>
              <a:gd name="connsiteX69" fmla="*/ 3722653 w 12192000"/>
              <a:gd name="connsiteY69" fmla="*/ 108931 h 1157500"/>
              <a:gd name="connsiteX70" fmla="*/ 3775112 w 12192000"/>
              <a:gd name="connsiteY70" fmla="*/ 92538 h 1157500"/>
              <a:gd name="connsiteX71" fmla="*/ 3932956 w 12192000"/>
              <a:gd name="connsiteY71" fmla="*/ 115905 h 1157500"/>
              <a:gd name="connsiteX72" fmla="*/ 4100593 w 12192000"/>
              <a:gd name="connsiteY72" fmla="*/ 157402 h 1157500"/>
              <a:gd name="connsiteX73" fmla="*/ 4316364 w 12192000"/>
              <a:gd name="connsiteY73" fmla="*/ 171021 h 1157500"/>
              <a:gd name="connsiteX74" fmla="*/ 4387387 w 12192000"/>
              <a:gd name="connsiteY74" fmla="*/ 157928 h 1157500"/>
              <a:gd name="connsiteX75" fmla="*/ 4427957 w 12192000"/>
              <a:gd name="connsiteY75" fmla="*/ 171094 h 1157500"/>
              <a:gd name="connsiteX76" fmla="*/ 4502291 w 12192000"/>
              <a:gd name="connsiteY76" fmla="*/ 181765 h 1157500"/>
              <a:gd name="connsiteX77" fmla="*/ 4600771 w 12192000"/>
              <a:gd name="connsiteY77" fmla="*/ 205711 h 1157500"/>
              <a:gd name="connsiteX78" fmla="*/ 4644102 w 12192000"/>
              <a:gd name="connsiteY78" fmla="*/ 203931 h 1157500"/>
              <a:gd name="connsiteX79" fmla="*/ 4652752 w 12192000"/>
              <a:gd name="connsiteY79" fmla="*/ 204470 h 1157500"/>
              <a:gd name="connsiteX80" fmla="*/ 4652896 w 12192000"/>
              <a:gd name="connsiteY80" fmla="*/ 204854 h 1157500"/>
              <a:gd name="connsiteX81" fmla="*/ 4685303 w 12192000"/>
              <a:gd name="connsiteY81" fmla="*/ 206507 h 1157500"/>
              <a:gd name="connsiteX82" fmla="*/ 4690886 w 12192000"/>
              <a:gd name="connsiteY82" fmla="*/ 209335 h 1157500"/>
              <a:gd name="connsiteX83" fmla="*/ 4725430 w 12192000"/>
              <a:gd name="connsiteY83" fmla="*/ 232300 h 1157500"/>
              <a:gd name="connsiteX84" fmla="*/ 4800051 w 12192000"/>
              <a:gd name="connsiteY84" fmla="*/ 224667 h 1157500"/>
              <a:gd name="connsiteX85" fmla="*/ 4875115 w 12192000"/>
              <a:gd name="connsiteY85" fmla="*/ 257918 h 1157500"/>
              <a:gd name="connsiteX86" fmla="*/ 4936450 w 12192000"/>
              <a:gd name="connsiteY86" fmla="*/ 274470 h 1157500"/>
              <a:gd name="connsiteX87" fmla="*/ 5030961 w 12192000"/>
              <a:gd name="connsiteY87" fmla="*/ 299480 h 1157500"/>
              <a:gd name="connsiteX88" fmla="*/ 5082734 w 12192000"/>
              <a:gd name="connsiteY88" fmla="*/ 302149 h 1157500"/>
              <a:gd name="connsiteX89" fmla="*/ 5138799 w 12192000"/>
              <a:gd name="connsiteY89" fmla="*/ 297368 h 1157500"/>
              <a:gd name="connsiteX90" fmla="*/ 5233191 w 12192000"/>
              <a:gd name="connsiteY90" fmla="*/ 313442 h 1157500"/>
              <a:gd name="connsiteX91" fmla="*/ 5296032 w 12192000"/>
              <a:gd name="connsiteY91" fmla="*/ 318240 h 1157500"/>
              <a:gd name="connsiteX92" fmla="*/ 5378219 w 12192000"/>
              <a:gd name="connsiteY92" fmla="*/ 314499 h 1157500"/>
              <a:gd name="connsiteX93" fmla="*/ 5435496 w 12192000"/>
              <a:gd name="connsiteY93" fmla="*/ 314431 h 1157500"/>
              <a:gd name="connsiteX94" fmla="*/ 5487276 w 12192000"/>
              <a:gd name="connsiteY94" fmla="*/ 300918 h 1157500"/>
              <a:gd name="connsiteX95" fmla="*/ 5633920 w 12192000"/>
              <a:gd name="connsiteY95" fmla="*/ 291084 h 1157500"/>
              <a:gd name="connsiteX96" fmla="*/ 5864813 w 12192000"/>
              <a:gd name="connsiteY96" fmla="*/ 251420 h 1157500"/>
              <a:gd name="connsiteX97" fmla="*/ 6151392 w 12192000"/>
              <a:gd name="connsiteY97" fmla="*/ 219300 h 1157500"/>
              <a:gd name="connsiteX98" fmla="*/ 6209396 w 12192000"/>
              <a:gd name="connsiteY98" fmla="*/ 214037 h 1157500"/>
              <a:gd name="connsiteX99" fmla="*/ 6269898 w 12192000"/>
              <a:gd name="connsiteY99" fmla="*/ 219868 h 1157500"/>
              <a:gd name="connsiteX100" fmla="*/ 6352373 w 12192000"/>
              <a:gd name="connsiteY100" fmla="*/ 202729 h 1157500"/>
              <a:gd name="connsiteX101" fmla="*/ 6353759 w 12192000"/>
              <a:gd name="connsiteY101" fmla="*/ 202703 h 1157500"/>
              <a:gd name="connsiteX102" fmla="*/ 6363346 w 12192000"/>
              <a:gd name="connsiteY102" fmla="*/ 190268 h 1157500"/>
              <a:gd name="connsiteX103" fmla="*/ 6400681 w 12192000"/>
              <a:gd name="connsiteY103" fmla="*/ 197970 h 1157500"/>
              <a:gd name="connsiteX104" fmla="*/ 6402041 w 12192000"/>
              <a:gd name="connsiteY104" fmla="*/ 200641 h 1157500"/>
              <a:gd name="connsiteX105" fmla="*/ 6502019 w 12192000"/>
              <a:gd name="connsiteY105" fmla="*/ 192356 h 1157500"/>
              <a:gd name="connsiteX106" fmla="*/ 6518229 w 12192000"/>
              <a:gd name="connsiteY106" fmla="*/ 191407 h 1157500"/>
              <a:gd name="connsiteX107" fmla="*/ 6595639 w 12192000"/>
              <a:gd name="connsiteY107" fmla="*/ 168164 h 1157500"/>
              <a:gd name="connsiteX108" fmla="*/ 6692265 w 12192000"/>
              <a:gd name="connsiteY108" fmla="*/ 164829 h 1157500"/>
              <a:gd name="connsiteX109" fmla="*/ 6697219 w 12192000"/>
              <a:gd name="connsiteY109" fmla="*/ 165301 h 1157500"/>
              <a:gd name="connsiteX110" fmla="*/ 6713656 w 12192000"/>
              <a:gd name="connsiteY110" fmla="*/ 153600 h 1157500"/>
              <a:gd name="connsiteX111" fmla="*/ 6714383 w 12192000"/>
              <a:gd name="connsiteY111" fmla="*/ 150425 h 1157500"/>
              <a:gd name="connsiteX112" fmla="*/ 6774793 w 12192000"/>
              <a:gd name="connsiteY112" fmla="*/ 159713 h 1157500"/>
              <a:gd name="connsiteX113" fmla="*/ 6782112 w 12192000"/>
              <a:gd name="connsiteY113" fmla="*/ 155255 h 1157500"/>
              <a:gd name="connsiteX114" fmla="*/ 6878958 w 12192000"/>
              <a:gd name="connsiteY114" fmla="*/ 180824 h 1157500"/>
              <a:gd name="connsiteX115" fmla="*/ 6894439 w 12192000"/>
              <a:gd name="connsiteY115" fmla="*/ 177642 h 1157500"/>
              <a:gd name="connsiteX116" fmla="*/ 6963220 w 12192000"/>
              <a:gd name="connsiteY116" fmla="*/ 167304 h 1157500"/>
              <a:gd name="connsiteX117" fmla="*/ 6976706 w 12192000"/>
              <a:gd name="connsiteY117" fmla="*/ 170894 h 1157500"/>
              <a:gd name="connsiteX118" fmla="*/ 6987064 w 12192000"/>
              <a:gd name="connsiteY118" fmla="*/ 160402 h 1157500"/>
              <a:gd name="connsiteX119" fmla="*/ 7058714 w 12192000"/>
              <a:gd name="connsiteY119" fmla="*/ 175992 h 1157500"/>
              <a:gd name="connsiteX120" fmla="*/ 7060499 w 12192000"/>
              <a:gd name="connsiteY120" fmla="*/ 176063 h 1157500"/>
              <a:gd name="connsiteX121" fmla="*/ 7176563 w 12192000"/>
              <a:gd name="connsiteY121" fmla="*/ 173244 h 1157500"/>
              <a:gd name="connsiteX122" fmla="*/ 7205529 w 12192000"/>
              <a:gd name="connsiteY122" fmla="*/ 181011 h 1157500"/>
              <a:gd name="connsiteX123" fmla="*/ 7310118 w 12192000"/>
              <a:gd name="connsiteY123" fmla="*/ 162605 h 1157500"/>
              <a:gd name="connsiteX124" fmla="*/ 7673859 w 12192000"/>
              <a:gd name="connsiteY124" fmla="*/ 150336 h 1157500"/>
              <a:gd name="connsiteX125" fmla="*/ 7692748 w 12192000"/>
              <a:gd name="connsiteY125" fmla="*/ 161537 h 1157500"/>
              <a:gd name="connsiteX126" fmla="*/ 7756672 w 12192000"/>
              <a:gd name="connsiteY126" fmla="*/ 157372 h 1157500"/>
              <a:gd name="connsiteX127" fmla="*/ 7974189 w 12192000"/>
              <a:gd name="connsiteY127" fmla="*/ 154819 h 1157500"/>
              <a:gd name="connsiteX128" fmla="*/ 8101969 w 12192000"/>
              <a:gd name="connsiteY128" fmla="*/ 144495 h 1157500"/>
              <a:gd name="connsiteX129" fmla="*/ 8106826 w 12192000"/>
              <a:gd name="connsiteY129" fmla="*/ 139853 h 1157500"/>
              <a:gd name="connsiteX130" fmla="*/ 8162058 w 12192000"/>
              <a:gd name="connsiteY130" fmla="*/ 117907 h 1157500"/>
              <a:gd name="connsiteX131" fmla="*/ 8228227 w 12192000"/>
              <a:gd name="connsiteY131" fmla="*/ 105972 h 1157500"/>
              <a:gd name="connsiteX132" fmla="*/ 8237963 w 12192000"/>
              <a:gd name="connsiteY132" fmla="*/ 106996 h 1157500"/>
              <a:gd name="connsiteX133" fmla="*/ 8307239 w 12192000"/>
              <a:gd name="connsiteY133" fmla="*/ 94591 h 1157500"/>
              <a:gd name="connsiteX134" fmla="*/ 8339282 w 12192000"/>
              <a:gd name="connsiteY134" fmla="*/ 108942 h 1157500"/>
              <a:gd name="connsiteX135" fmla="*/ 8346156 w 12192000"/>
              <a:gd name="connsiteY135" fmla="*/ 111227 h 1157500"/>
              <a:gd name="connsiteX136" fmla="*/ 8433385 w 12192000"/>
              <a:gd name="connsiteY136" fmla="*/ 99669 h 1157500"/>
              <a:gd name="connsiteX137" fmla="*/ 8533779 w 12192000"/>
              <a:gd name="connsiteY137" fmla="*/ 98374 h 1157500"/>
              <a:gd name="connsiteX138" fmla="*/ 8632833 w 12192000"/>
              <a:gd name="connsiteY138" fmla="*/ 100532 h 1157500"/>
              <a:gd name="connsiteX139" fmla="*/ 8668523 w 12192000"/>
              <a:gd name="connsiteY139" fmla="*/ 102979 h 1157500"/>
              <a:gd name="connsiteX140" fmla="*/ 8732893 w 12192000"/>
              <a:gd name="connsiteY140" fmla="*/ 99991 h 1157500"/>
              <a:gd name="connsiteX141" fmla="*/ 8764071 w 12192000"/>
              <a:gd name="connsiteY141" fmla="*/ 94587 h 1157500"/>
              <a:gd name="connsiteX142" fmla="*/ 8767004 w 12192000"/>
              <a:gd name="connsiteY142" fmla="*/ 91519 h 1157500"/>
              <a:gd name="connsiteX143" fmla="*/ 8772553 w 12192000"/>
              <a:gd name="connsiteY143" fmla="*/ 90314 h 1157500"/>
              <a:gd name="connsiteX144" fmla="*/ 8787201 w 12192000"/>
              <a:gd name="connsiteY144" fmla="*/ 92033 h 1157500"/>
              <a:gd name="connsiteX145" fmla="*/ 8792624 w 12192000"/>
              <a:gd name="connsiteY145" fmla="*/ 93503 h 1157500"/>
              <a:gd name="connsiteX146" fmla="*/ 8800741 w 12192000"/>
              <a:gd name="connsiteY146" fmla="*/ 93897 h 1157500"/>
              <a:gd name="connsiteX147" fmla="*/ 8800966 w 12192000"/>
              <a:gd name="connsiteY147" fmla="*/ 93645 h 1157500"/>
              <a:gd name="connsiteX148" fmla="*/ 8808513 w 12192000"/>
              <a:gd name="connsiteY148" fmla="*/ 94530 h 1157500"/>
              <a:gd name="connsiteX149" fmla="*/ 8845110 w 12192000"/>
              <a:gd name="connsiteY149" fmla="*/ 102179 h 1157500"/>
              <a:gd name="connsiteX150" fmla="*/ 9026654 w 12192000"/>
              <a:gd name="connsiteY150" fmla="*/ 93420 h 1157500"/>
              <a:gd name="connsiteX151" fmla="*/ 9088505 w 12192000"/>
              <a:gd name="connsiteY151" fmla="*/ 113002 h 1157500"/>
              <a:gd name="connsiteX152" fmla="*/ 9203241 w 12192000"/>
              <a:gd name="connsiteY152" fmla="*/ 111713 h 1157500"/>
              <a:gd name="connsiteX153" fmla="*/ 9415584 w 12192000"/>
              <a:gd name="connsiteY153" fmla="*/ 157156 h 1157500"/>
              <a:gd name="connsiteX154" fmla="*/ 9505102 w 12192000"/>
              <a:gd name="connsiteY154" fmla="*/ 141042 h 1157500"/>
              <a:gd name="connsiteX155" fmla="*/ 9643040 w 12192000"/>
              <a:gd name="connsiteY155" fmla="*/ 158233 h 1157500"/>
              <a:gd name="connsiteX156" fmla="*/ 9762999 w 12192000"/>
              <a:gd name="connsiteY156" fmla="*/ 162623 h 1157500"/>
              <a:gd name="connsiteX157" fmla="*/ 9776183 w 12192000"/>
              <a:gd name="connsiteY157" fmla="*/ 162191 h 1157500"/>
              <a:gd name="connsiteX158" fmla="*/ 9780532 w 12192000"/>
              <a:gd name="connsiteY158" fmla="*/ 155823 h 1157500"/>
              <a:gd name="connsiteX159" fmla="*/ 9910588 w 12192000"/>
              <a:gd name="connsiteY159" fmla="*/ 154327 h 1157500"/>
              <a:gd name="connsiteX160" fmla="*/ 9924173 w 12192000"/>
              <a:gd name="connsiteY160" fmla="*/ 158591 h 1157500"/>
              <a:gd name="connsiteX161" fmla="*/ 10010969 w 12192000"/>
              <a:gd name="connsiteY161" fmla="*/ 155802 h 1157500"/>
              <a:gd name="connsiteX162" fmla="*/ 10070699 w 12192000"/>
              <a:gd name="connsiteY162" fmla="*/ 157854 h 1157500"/>
              <a:gd name="connsiteX163" fmla="*/ 10155104 w 12192000"/>
              <a:gd name="connsiteY163" fmla="*/ 151613 h 1157500"/>
              <a:gd name="connsiteX164" fmla="*/ 10250982 w 12192000"/>
              <a:gd name="connsiteY164" fmla="*/ 128642 h 1157500"/>
              <a:gd name="connsiteX165" fmla="*/ 10322829 w 12192000"/>
              <a:gd name="connsiteY165" fmla="*/ 145475 h 1157500"/>
              <a:gd name="connsiteX166" fmla="*/ 10448511 w 12192000"/>
              <a:gd name="connsiteY166" fmla="*/ 127195 h 1157500"/>
              <a:gd name="connsiteX167" fmla="*/ 10561157 w 12192000"/>
              <a:gd name="connsiteY167" fmla="*/ 108661 h 1157500"/>
              <a:gd name="connsiteX168" fmla="*/ 10629093 w 12192000"/>
              <a:gd name="connsiteY168" fmla="*/ 120997 h 1157500"/>
              <a:gd name="connsiteX169" fmla="*/ 10801598 w 12192000"/>
              <a:gd name="connsiteY169" fmla="*/ 113562 h 1157500"/>
              <a:gd name="connsiteX170" fmla="*/ 10888594 w 12192000"/>
              <a:gd name="connsiteY170" fmla="*/ 121439 h 1157500"/>
              <a:gd name="connsiteX171" fmla="*/ 10967891 w 12192000"/>
              <a:gd name="connsiteY171" fmla="*/ 131083 h 1157500"/>
              <a:gd name="connsiteX172" fmla="*/ 11085076 w 12192000"/>
              <a:gd name="connsiteY172" fmla="*/ 150485 h 1157500"/>
              <a:gd name="connsiteX173" fmla="*/ 11172617 w 12192000"/>
              <a:gd name="connsiteY173" fmla="*/ 164976 h 1157500"/>
              <a:gd name="connsiteX174" fmla="*/ 11281340 w 12192000"/>
              <a:gd name="connsiteY174" fmla="*/ 184188 h 1157500"/>
              <a:gd name="connsiteX175" fmla="*/ 11406511 w 12192000"/>
              <a:gd name="connsiteY175" fmla="*/ 187481 h 1157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157500">
                <a:moveTo>
                  <a:pt x="11488370" y="200200"/>
                </a:moveTo>
                <a:lnTo>
                  <a:pt x="11736204" y="277509"/>
                </a:lnTo>
                <a:cubicBezTo>
                  <a:pt x="11744762" y="269148"/>
                  <a:pt x="11707920" y="238809"/>
                  <a:pt x="11705740" y="250993"/>
                </a:cubicBezTo>
                <a:cubicBezTo>
                  <a:pt x="11715219" y="247914"/>
                  <a:pt x="11817448" y="284212"/>
                  <a:pt x="11819139" y="304143"/>
                </a:cubicBezTo>
                <a:lnTo>
                  <a:pt x="11835615" y="305790"/>
                </a:lnTo>
                <a:lnTo>
                  <a:pt x="11980134" y="321911"/>
                </a:lnTo>
                <a:cubicBezTo>
                  <a:pt x="11999877" y="311225"/>
                  <a:pt x="12100908" y="358235"/>
                  <a:pt x="12174576" y="376108"/>
                </a:cubicBezTo>
                <a:lnTo>
                  <a:pt x="12192000" y="379233"/>
                </a:lnTo>
                <a:lnTo>
                  <a:pt x="12192000" y="1157500"/>
                </a:lnTo>
                <a:lnTo>
                  <a:pt x="0" y="1157500"/>
                </a:lnTo>
                <a:lnTo>
                  <a:pt x="0" y="483545"/>
                </a:lnTo>
                <a:lnTo>
                  <a:pt x="5331" y="482797"/>
                </a:lnTo>
                <a:cubicBezTo>
                  <a:pt x="18193" y="480278"/>
                  <a:pt x="30228" y="476931"/>
                  <a:pt x="39902" y="472284"/>
                </a:cubicBezTo>
                <a:lnTo>
                  <a:pt x="117880" y="420956"/>
                </a:lnTo>
                <a:lnTo>
                  <a:pt x="238140" y="379297"/>
                </a:lnTo>
                <a:lnTo>
                  <a:pt x="249589" y="379517"/>
                </a:lnTo>
                <a:lnTo>
                  <a:pt x="296963" y="356102"/>
                </a:lnTo>
                <a:cubicBezTo>
                  <a:pt x="312678" y="347064"/>
                  <a:pt x="343148" y="347396"/>
                  <a:pt x="355138" y="335027"/>
                </a:cubicBezTo>
                <a:cubicBezTo>
                  <a:pt x="389823" y="336420"/>
                  <a:pt x="430593" y="317899"/>
                  <a:pt x="447152" y="327423"/>
                </a:cubicBezTo>
                <a:cubicBezTo>
                  <a:pt x="455944" y="329357"/>
                  <a:pt x="465515" y="332702"/>
                  <a:pt x="475247" y="336714"/>
                </a:cubicBezTo>
                <a:lnTo>
                  <a:pt x="477967" y="337960"/>
                </a:lnTo>
                <a:lnTo>
                  <a:pt x="703732" y="316599"/>
                </a:lnTo>
                <a:cubicBezTo>
                  <a:pt x="746107" y="330820"/>
                  <a:pt x="806181" y="301331"/>
                  <a:pt x="853391" y="303591"/>
                </a:cubicBezTo>
                <a:cubicBezTo>
                  <a:pt x="890324" y="300606"/>
                  <a:pt x="911072" y="300861"/>
                  <a:pt x="925332" y="298686"/>
                </a:cubicBezTo>
                <a:lnTo>
                  <a:pt x="941286" y="288932"/>
                </a:lnTo>
                <a:lnTo>
                  <a:pt x="950845" y="286595"/>
                </a:lnTo>
                <a:lnTo>
                  <a:pt x="953292" y="280892"/>
                </a:lnTo>
                <a:lnTo>
                  <a:pt x="967499" y="273760"/>
                </a:lnTo>
                <a:cubicBezTo>
                  <a:pt x="986828" y="270739"/>
                  <a:pt x="1040782" y="267298"/>
                  <a:pt x="1069267" y="262766"/>
                </a:cubicBezTo>
                <a:cubicBezTo>
                  <a:pt x="1097752" y="258234"/>
                  <a:pt x="1122462" y="250591"/>
                  <a:pt x="1138407" y="246567"/>
                </a:cubicBezTo>
                <a:cubicBezTo>
                  <a:pt x="1144898" y="236958"/>
                  <a:pt x="1166843" y="249172"/>
                  <a:pt x="1164931" y="238622"/>
                </a:cubicBezTo>
                <a:cubicBezTo>
                  <a:pt x="1180564" y="246940"/>
                  <a:pt x="1196701" y="226601"/>
                  <a:pt x="1211622" y="220676"/>
                </a:cubicBezTo>
                <a:cubicBezTo>
                  <a:pt x="1223659" y="229216"/>
                  <a:pt x="1243095" y="208360"/>
                  <a:pt x="1274567" y="203380"/>
                </a:cubicBezTo>
                <a:cubicBezTo>
                  <a:pt x="1293468" y="201257"/>
                  <a:pt x="1311321" y="207897"/>
                  <a:pt x="1325029" y="207937"/>
                </a:cubicBezTo>
                <a:cubicBezTo>
                  <a:pt x="1338735" y="207977"/>
                  <a:pt x="1348238" y="198018"/>
                  <a:pt x="1356805" y="203622"/>
                </a:cubicBezTo>
                <a:cubicBezTo>
                  <a:pt x="1397191" y="219648"/>
                  <a:pt x="1434108" y="214432"/>
                  <a:pt x="1468752" y="214604"/>
                </a:cubicBezTo>
                <a:lnTo>
                  <a:pt x="1650750" y="165090"/>
                </a:lnTo>
                <a:cubicBezTo>
                  <a:pt x="1648963" y="168696"/>
                  <a:pt x="1647366" y="172646"/>
                  <a:pt x="1655056" y="172106"/>
                </a:cubicBezTo>
                <a:cubicBezTo>
                  <a:pt x="1671361" y="169178"/>
                  <a:pt x="1673472" y="184671"/>
                  <a:pt x="1683220" y="169652"/>
                </a:cubicBezTo>
                <a:lnTo>
                  <a:pt x="1685599" y="165388"/>
                </a:lnTo>
                <a:lnTo>
                  <a:pt x="1735783" y="177400"/>
                </a:lnTo>
                <a:cubicBezTo>
                  <a:pt x="1749257" y="166311"/>
                  <a:pt x="1765900" y="183563"/>
                  <a:pt x="1797102" y="182289"/>
                </a:cubicBezTo>
                <a:cubicBezTo>
                  <a:pt x="1811926" y="169557"/>
                  <a:pt x="1818113" y="181582"/>
                  <a:pt x="1845638" y="163774"/>
                </a:cubicBezTo>
                <a:cubicBezTo>
                  <a:pt x="1846487" y="165173"/>
                  <a:pt x="1847613" y="166431"/>
                  <a:pt x="1848980" y="167516"/>
                </a:cubicBezTo>
                <a:cubicBezTo>
                  <a:pt x="1856916" y="173813"/>
                  <a:pt x="1871067" y="172913"/>
                  <a:pt x="1880587" y="165506"/>
                </a:cubicBezTo>
                <a:cubicBezTo>
                  <a:pt x="1923931" y="141120"/>
                  <a:pt x="1960626" y="138988"/>
                  <a:pt x="1995803" y="131847"/>
                </a:cubicBezTo>
                <a:cubicBezTo>
                  <a:pt x="2035252" y="126138"/>
                  <a:pt x="2005733" y="152676"/>
                  <a:pt x="2057448" y="128650"/>
                </a:cubicBezTo>
                <a:lnTo>
                  <a:pt x="2119088" y="113508"/>
                </a:lnTo>
                <a:lnTo>
                  <a:pt x="2138831" y="116194"/>
                </a:lnTo>
                <a:lnTo>
                  <a:pt x="2214259" y="110542"/>
                </a:lnTo>
                <a:cubicBezTo>
                  <a:pt x="2231866" y="109392"/>
                  <a:pt x="2248895" y="106792"/>
                  <a:pt x="2264911" y="101639"/>
                </a:cubicBezTo>
                <a:lnTo>
                  <a:pt x="2454058" y="67266"/>
                </a:lnTo>
                <a:cubicBezTo>
                  <a:pt x="2493261" y="60995"/>
                  <a:pt x="2507044" y="67482"/>
                  <a:pt x="2534188" y="63730"/>
                </a:cubicBezTo>
                <a:cubicBezTo>
                  <a:pt x="2561369" y="55120"/>
                  <a:pt x="2595762" y="48572"/>
                  <a:pt x="2616912" y="44757"/>
                </a:cubicBezTo>
                <a:lnTo>
                  <a:pt x="2698592" y="35873"/>
                </a:lnTo>
                <a:lnTo>
                  <a:pt x="2891953" y="28541"/>
                </a:lnTo>
                <a:cubicBezTo>
                  <a:pt x="2950958" y="23829"/>
                  <a:pt x="3010410" y="10714"/>
                  <a:pt x="3052621" y="7598"/>
                </a:cubicBezTo>
                <a:lnTo>
                  <a:pt x="3145220" y="9845"/>
                </a:lnTo>
                <a:cubicBezTo>
                  <a:pt x="3177400" y="14393"/>
                  <a:pt x="3204801" y="-7157"/>
                  <a:pt x="3233309" y="2536"/>
                </a:cubicBezTo>
                <a:cubicBezTo>
                  <a:pt x="3255675" y="11382"/>
                  <a:pt x="3297066" y="6358"/>
                  <a:pt x="3320851" y="12470"/>
                </a:cubicBezTo>
                <a:cubicBezTo>
                  <a:pt x="3329831" y="24823"/>
                  <a:pt x="3377875" y="36659"/>
                  <a:pt x="3394552" y="31847"/>
                </a:cubicBezTo>
                <a:cubicBezTo>
                  <a:pt x="3429790" y="38762"/>
                  <a:pt x="3435943" y="56644"/>
                  <a:pt x="3462252" y="62214"/>
                </a:cubicBezTo>
                <a:lnTo>
                  <a:pt x="3504799" y="86931"/>
                </a:lnTo>
                <a:lnTo>
                  <a:pt x="3568807" y="78125"/>
                </a:lnTo>
                <a:lnTo>
                  <a:pt x="3571993" y="80673"/>
                </a:lnTo>
                <a:cubicBezTo>
                  <a:pt x="3578062" y="85577"/>
                  <a:pt x="3584192" y="90177"/>
                  <a:pt x="3590879" y="93683"/>
                </a:cubicBezTo>
                <a:cubicBezTo>
                  <a:pt x="3596400" y="74581"/>
                  <a:pt x="3611075" y="80458"/>
                  <a:pt x="3623973" y="86652"/>
                </a:cubicBezTo>
                <a:lnTo>
                  <a:pt x="3636728" y="91587"/>
                </a:lnTo>
                <a:lnTo>
                  <a:pt x="3676976" y="90168"/>
                </a:lnTo>
                <a:cubicBezTo>
                  <a:pt x="3705974" y="99624"/>
                  <a:pt x="3711759" y="100874"/>
                  <a:pt x="3722653" y="108931"/>
                </a:cubicBezTo>
                <a:lnTo>
                  <a:pt x="3775112" y="92538"/>
                </a:lnTo>
                <a:lnTo>
                  <a:pt x="3932956" y="115905"/>
                </a:lnTo>
                <a:cubicBezTo>
                  <a:pt x="3980745" y="126913"/>
                  <a:pt x="4055421" y="153801"/>
                  <a:pt x="4100593" y="157402"/>
                </a:cubicBezTo>
                <a:cubicBezTo>
                  <a:pt x="4235789" y="169247"/>
                  <a:pt x="4169239" y="181290"/>
                  <a:pt x="4316364" y="171021"/>
                </a:cubicBezTo>
                <a:cubicBezTo>
                  <a:pt x="4321343" y="166286"/>
                  <a:pt x="4381395" y="160379"/>
                  <a:pt x="4387387" y="157928"/>
                </a:cubicBezTo>
                <a:lnTo>
                  <a:pt x="4427957" y="171094"/>
                </a:lnTo>
                <a:lnTo>
                  <a:pt x="4502291" y="181765"/>
                </a:lnTo>
                <a:lnTo>
                  <a:pt x="4600771" y="205711"/>
                </a:lnTo>
                <a:cubicBezTo>
                  <a:pt x="4614771" y="204471"/>
                  <a:pt x="4629325" y="203819"/>
                  <a:pt x="4644102" y="203931"/>
                </a:cubicBezTo>
                <a:lnTo>
                  <a:pt x="4652752" y="204470"/>
                </a:lnTo>
                <a:cubicBezTo>
                  <a:pt x="4652799" y="204598"/>
                  <a:pt x="4652848" y="204725"/>
                  <a:pt x="4652896" y="204854"/>
                </a:cubicBezTo>
                <a:cubicBezTo>
                  <a:pt x="4658320" y="205194"/>
                  <a:pt x="4678972" y="205760"/>
                  <a:pt x="4685303" y="206507"/>
                </a:cubicBezTo>
                <a:lnTo>
                  <a:pt x="4690886" y="209335"/>
                </a:lnTo>
                <a:lnTo>
                  <a:pt x="4725430" y="232300"/>
                </a:lnTo>
                <a:cubicBezTo>
                  <a:pt x="4737427" y="225159"/>
                  <a:pt x="4775104" y="220398"/>
                  <a:pt x="4800051" y="224667"/>
                </a:cubicBezTo>
                <a:cubicBezTo>
                  <a:pt x="4824999" y="228938"/>
                  <a:pt x="4838104" y="248249"/>
                  <a:pt x="4875115" y="257918"/>
                </a:cubicBezTo>
                <a:cubicBezTo>
                  <a:pt x="4910396" y="265642"/>
                  <a:pt x="4896976" y="265648"/>
                  <a:pt x="4936450" y="274470"/>
                </a:cubicBezTo>
                <a:cubicBezTo>
                  <a:pt x="4977972" y="284707"/>
                  <a:pt x="4987604" y="292774"/>
                  <a:pt x="5030961" y="299480"/>
                </a:cubicBezTo>
                <a:cubicBezTo>
                  <a:pt x="5067269" y="317134"/>
                  <a:pt x="5060686" y="289647"/>
                  <a:pt x="5082734" y="302149"/>
                </a:cubicBezTo>
                <a:lnTo>
                  <a:pt x="5138799" y="297368"/>
                </a:lnTo>
                <a:cubicBezTo>
                  <a:pt x="5159783" y="297540"/>
                  <a:pt x="5206986" y="309963"/>
                  <a:pt x="5233191" y="313442"/>
                </a:cubicBezTo>
                <a:cubicBezTo>
                  <a:pt x="5259396" y="316921"/>
                  <a:pt x="5266342" y="319245"/>
                  <a:pt x="5296032" y="318240"/>
                </a:cubicBezTo>
                <a:lnTo>
                  <a:pt x="5378219" y="314499"/>
                </a:lnTo>
                <a:lnTo>
                  <a:pt x="5435496" y="314431"/>
                </a:lnTo>
                <a:cubicBezTo>
                  <a:pt x="5440487" y="310702"/>
                  <a:pt x="5483979" y="306621"/>
                  <a:pt x="5487276" y="300918"/>
                </a:cubicBezTo>
                <a:cubicBezTo>
                  <a:pt x="5545059" y="304954"/>
                  <a:pt x="5572672" y="291684"/>
                  <a:pt x="5633920" y="291084"/>
                </a:cubicBezTo>
                <a:cubicBezTo>
                  <a:pt x="5727905" y="302066"/>
                  <a:pt x="5706403" y="269471"/>
                  <a:pt x="5864813" y="251420"/>
                </a:cubicBezTo>
                <a:cubicBezTo>
                  <a:pt x="5919383" y="246198"/>
                  <a:pt x="6095366" y="228719"/>
                  <a:pt x="6151392" y="219300"/>
                </a:cubicBezTo>
                <a:cubicBezTo>
                  <a:pt x="6137061" y="185615"/>
                  <a:pt x="6183146" y="225405"/>
                  <a:pt x="6209396" y="214037"/>
                </a:cubicBezTo>
                <a:cubicBezTo>
                  <a:pt x="6229147" y="214131"/>
                  <a:pt x="6253887" y="216055"/>
                  <a:pt x="6269898" y="219868"/>
                </a:cubicBezTo>
                <a:cubicBezTo>
                  <a:pt x="6293728" y="217983"/>
                  <a:pt x="6338396" y="205590"/>
                  <a:pt x="6352373" y="202729"/>
                </a:cubicBezTo>
                <a:lnTo>
                  <a:pt x="6353759" y="202703"/>
                </a:lnTo>
                <a:lnTo>
                  <a:pt x="6363346" y="190268"/>
                </a:lnTo>
                <a:cubicBezTo>
                  <a:pt x="6374599" y="181828"/>
                  <a:pt x="6378877" y="199416"/>
                  <a:pt x="6400681" y="197970"/>
                </a:cubicBezTo>
                <a:lnTo>
                  <a:pt x="6402041" y="200641"/>
                </a:lnTo>
                <a:lnTo>
                  <a:pt x="6502019" y="192356"/>
                </a:lnTo>
                <a:cubicBezTo>
                  <a:pt x="6507553" y="192731"/>
                  <a:pt x="6513074" y="191400"/>
                  <a:pt x="6518229" y="191407"/>
                </a:cubicBezTo>
                <a:lnTo>
                  <a:pt x="6595639" y="168164"/>
                </a:lnTo>
                <a:cubicBezTo>
                  <a:pt x="6669524" y="198156"/>
                  <a:pt x="6631660" y="161331"/>
                  <a:pt x="6692265" y="164829"/>
                </a:cubicBezTo>
                <a:lnTo>
                  <a:pt x="6697219" y="165301"/>
                </a:lnTo>
                <a:lnTo>
                  <a:pt x="6713656" y="153600"/>
                </a:lnTo>
                <a:cubicBezTo>
                  <a:pt x="6713896" y="152540"/>
                  <a:pt x="6714141" y="151485"/>
                  <a:pt x="6714383" y="150425"/>
                </a:cubicBezTo>
                <a:lnTo>
                  <a:pt x="6774793" y="159713"/>
                </a:lnTo>
                <a:lnTo>
                  <a:pt x="6782112" y="155255"/>
                </a:lnTo>
                <a:lnTo>
                  <a:pt x="6878958" y="180824"/>
                </a:lnTo>
                <a:lnTo>
                  <a:pt x="6894439" y="177642"/>
                </a:lnTo>
                <a:lnTo>
                  <a:pt x="6963220" y="167304"/>
                </a:lnTo>
                <a:lnTo>
                  <a:pt x="6976706" y="170894"/>
                </a:lnTo>
                <a:lnTo>
                  <a:pt x="6987064" y="160402"/>
                </a:lnTo>
                <a:lnTo>
                  <a:pt x="7058714" y="175992"/>
                </a:lnTo>
                <a:lnTo>
                  <a:pt x="7060499" y="176063"/>
                </a:lnTo>
                <a:lnTo>
                  <a:pt x="7176563" y="173244"/>
                </a:lnTo>
                <a:lnTo>
                  <a:pt x="7205529" y="181011"/>
                </a:lnTo>
                <a:lnTo>
                  <a:pt x="7310118" y="162605"/>
                </a:lnTo>
                <a:cubicBezTo>
                  <a:pt x="7440488" y="155020"/>
                  <a:pt x="7553495" y="190594"/>
                  <a:pt x="7673859" y="150336"/>
                </a:cubicBezTo>
                <a:lnTo>
                  <a:pt x="7692748" y="161537"/>
                </a:lnTo>
                <a:lnTo>
                  <a:pt x="7756672" y="157372"/>
                </a:lnTo>
                <a:cubicBezTo>
                  <a:pt x="7852053" y="142628"/>
                  <a:pt x="7909958" y="134720"/>
                  <a:pt x="7974189" y="154819"/>
                </a:cubicBezTo>
                <a:cubicBezTo>
                  <a:pt x="8006066" y="151507"/>
                  <a:pt x="8083084" y="143894"/>
                  <a:pt x="8101969" y="144495"/>
                </a:cubicBezTo>
                <a:lnTo>
                  <a:pt x="8106826" y="139853"/>
                </a:lnTo>
                <a:lnTo>
                  <a:pt x="8162058" y="117907"/>
                </a:lnTo>
                <a:lnTo>
                  <a:pt x="8228227" y="105972"/>
                </a:lnTo>
                <a:lnTo>
                  <a:pt x="8237963" y="106996"/>
                </a:lnTo>
                <a:lnTo>
                  <a:pt x="8307239" y="94591"/>
                </a:lnTo>
                <a:cubicBezTo>
                  <a:pt x="8317233" y="99657"/>
                  <a:pt x="8327966" y="104511"/>
                  <a:pt x="8339282" y="108942"/>
                </a:cubicBezTo>
                <a:lnTo>
                  <a:pt x="8346156" y="111227"/>
                </a:lnTo>
                <a:lnTo>
                  <a:pt x="8433385" y="99669"/>
                </a:lnTo>
                <a:cubicBezTo>
                  <a:pt x="8472316" y="101247"/>
                  <a:pt x="8499361" y="82811"/>
                  <a:pt x="8533779" y="98374"/>
                </a:cubicBezTo>
                <a:cubicBezTo>
                  <a:pt x="8570237" y="99767"/>
                  <a:pt x="8602608" y="93069"/>
                  <a:pt x="8632833" y="100532"/>
                </a:cubicBezTo>
                <a:cubicBezTo>
                  <a:pt x="8646003" y="94698"/>
                  <a:pt x="8658069" y="92694"/>
                  <a:pt x="8668523" y="102979"/>
                </a:cubicBezTo>
                <a:cubicBezTo>
                  <a:pt x="8702829" y="101500"/>
                  <a:pt x="8712456" y="88079"/>
                  <a:pt x="8732893" y="99991"/>
                </a:cubicBezTo>
                <a:lnTo>
                  <a:pt x="8764071" y="94587"/>
                </a:lnTo>
                <a:lnTo>
                  <a:pt x="8767004" y="91519"/>
                </a:lnTo>
                <a:lnTo>
                  <a:pt x="8772553" y="90314"/>
                </a:lnTo>
                <a:lnTo>
                  <a:pt x="8787201" y="92033"/>
                </a:lnTo>
                <a:lnTo>
                  <a:pt x="8792624" y="93503"/>
                </a:lnTo>
                <a:cubicBezTo>
                  <a:pt x="8796395" y="94208"/>
                  <a:pt x="8798936" y="94282"/>
                  <a:pt x="8800741" y="93897"/>
                </a:cubicBezTo>
                <a:lnTo>
                  <a:pt x="8800966" y="93645"/>
                </a:lnTo>
                <a:lnTo>
                  <a:pt x="8808513" y="94530"/>
                </a:lnTo>
                <a:cubicBezTo>
                  <a:pt x="8821191" y="96625"/>
                  <a:pt x="8833467" y="99231"/>
                  <a:pt x="8845110" y="102179"/>
                </a:cubicBezTo>
                <a:cubicBezTo>
                  <a:pt x="8881467" y="101994"/>
                  <a:pt x="8986088" y="91616"/>
                  <a:pt x="9026654" y="93420"/>
                </a:cubicBezTo>
                <a:lnTo>
                  <a:pt x="9088505" y="113002"/>
                </a:lnTo>
                <a:cubicBezTo>
                  <a:pt x="9117936" y="116051"/>
                  <a:pt x="9140767" y="102079"/>
                  <a:pt x="9203241" y="111713"/>
                </a:cubicBezTo>
                <a:cubicBezTo>
                  <a:pt x="9263154" y="119774"/>
                  <a:pt x="9393882" y="148049"/>
                  <a:pt x="9415584" y="157156"/>
                </a:cubicBezTo>
                <a:cubicBezTo>
                  <a:pt x="9433796" y="161370"/>
                  <a:pt x="9514347" y="153402"/>
                  <a:pt x="9505102" y="141042"/>
                </a:cubicBezTo>
                <a:cubicBezTo>
                  <a:pt x="9558875" y="169244"/>
                  <a:pt x="9580546" y="143457"/>
                  <a:pt x="9643040" y="158233"/>
                </a:cubicBezTo>
                <a:lnTo>
                  <a:pt x="9762999" y="162623"/>
                </a:lnTo>
                <a:lnTo>
                  <a:pt x="9776183" y="162191"/>
                </a:lnTo>
                <a:lnTo>
                  <a:pt x="9780532" y="155823"/>
                </a:lnTo>
                <a:lnTo>
                  <a:pt x="9910588" y="154327"/>
                </a:lnTo>
                <a:lnTo>
                  <a:pt x="9924173" y="158591"/>
                </a:lnTo>
                <a:lnTo>
                  <a:pt x="10010969" y="155802"/>
                </a:lnTo>
                <a:lnTo>
                  <a:pt x="10070699" y="157854"/>
                </a:lnTo>
                <a:lnTo>
                  <a:pt x="10155104" y="151613"/>
                </a:lnTo>
                <a:lnTo>
                  <a:pt x="10250982" y="128642"/>
                </a:lnTo>
                <a:cubicBezTo>
                  <a:pt x="10282349" y="118521"/>
                  <a:pt x="10303555" y="153677"/>
                  <a:pt x="10322829" y="145475"/>
                </a:cubicBezTo>
                <a:cubicBezTo>
                  <a:pt x="10325794" y="135732"/>
                  <a:pt x="10439463" y="130373"/>
                  <a:pt x="10448511" y="127195"/>
                </a:cubicBezTo>
                <a:cubicBezTo>
                  <a:pt x="10480271" y="127883"/>
                  <a:pt x="10517412" y="101733"/>
                  <a:pt x="10561157" y="108661"/>
                </a:cubicBezTo>
                <a:cubicBezTo>
                  <a:pt x="10586930" y="103210"/>
                  <a:pt x="10622100" y="124655"/>
                  <a:pt x="10629093" y="120997"/>
                </a:cubicBezTo>
                <a:lnTo>
                  <a:pt x="10801598" y="113562"/>
                </a:lnTo>
                <a:lnTo>
                  <a:pt x="10888594" y="121439"/>
                </a:lnTo>
                <a:lnTo>
                  <a:pt x="10967891" y="131083"/>
                </a:lnTo>
                <a:lnTo>
                  <a:pt x="11085076" y="150485"/>
                </a:lnTo>
                <a:cubicBezTo>
                  <a:pt x="11115167" y="163174"/>
                  <a:pt x="11144456" y="147986"/>
                  <a:pt x="11172617" y="164976"/>
                </a:cubicBezTo>
                <a:cubicBezTo>
                  <a:pt x="11181525" y="157638"/>
                  <a:pt x="11267151" y="177614"/>
                  <a:pt x="11281340" y="184188"/>
                </a:cubicBezTo>
                <a:cubicBezTo>
                  <a:pt x="11290903" y="190213"/>
                  <a:pt x="11396426" y="186266"/>
                  <a:pt x="11406511" y="187481"/>
                </a:cubicBezTo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C07E6FB-D139-51BD-7AF5-38E70656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ko-KR" sz="1000"/>
              <a:t>/ </a:t>
            </a:r>
            <a:r>
              <a:rPr lang="ko-KR" altLang="en-US" sz="1000"/>
              <a:t>코드로 배우는 리액트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1CE666-58C3-2B23-FE1A-A4314352E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6163E59-C53A-4641-BD4A-1C3F8A7A080E}" type="slidenum">
              <a:rPr lang="ko-KR" altLang="en-US" sz="1000"/>
              <a:pPr>
                <a:spcAft>
                  <a:spcPts val="600"/>
                </a:spcAft>
              </a:pPr>
              <a:t>72</a:t>
            </a:fld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2574312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>
        <a:spAutoFit/>
      </a:bodyPr>
      <a:lstStyle>
        <a:defPPr algn="l">
          <a:buNone/>
          <a:defRPr sz="1000" b="0" dirty="0">
            <a:solidFill>
              <a:srgbClr val="0000FF"/>
            </a:solidFill>
            <a:effectLst/>
            <a:latin typeface="Consolas" panose="020B0609020204030204" pitchFamily="49" charset="0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4639</TotalTime>
  <Words>5019</Words>
  <Application>Microsoft Office PowerPoint</Application>
  <PresentationFormat>와이드스크린</PresentationFormat>
  <Paragraphs>887</Paragraphs>
  <Slides>72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80" baseType="lpstr">
      <vt:lpstr>Arial Unicode MS</vt:lpstr>
      <vt:lpstr>다음_Regular</vt:lpstr>
      <vt:lpstr>다음_SemiBold</vt:lpstr>
      <vt:lpstr>맑은 고딕</vt:lpstr>
      <vt:lpstr>Arial</vt:lpstr>
      <vt:lpstr>Consolas</vt:lpstr>
      <vt:lpstr>Wingdings</vt:lpstr>
      <vt:lpstr>Office 테마</vt:lpstr>
      <vt:lpstr>코드로 배우는 리액트</vt:lpstr>
      <vt:lpstr> 2장. React-Router 설정</vt:lpstr>
      <vt:lpstr>2.1 개발 목표의 이해 2.2 React-Router 설정 2.3 &lt;Link&gt;를 통한 이동 2.4 레이아웃 컴포넌트와 children 2.5 상단 메뉴 컴포넌트 구성 2.6 하위 경로의 설정과 &lt;Outlet&gt;  2.7 todo/list 경로의 처리  2.8 중첩 라우팅의 분리와 리다이렉션(Redirection)  2.9 URL Params 사용하기  2.10 경로 처리를 위한 useParams( )  2.11동적 페이지 이동</vt:lpstr>
      <vt:lpstr>    1. 개발 목표의 이해</vt:lpstr>
      <vt:lpstr>개발 목표의 이해</vt:lpstr>
      <vt:lpstr>개발 목표의 이해</vt:lpstr>
      <vt:lpstr>PowerPoint 프레젠테이션</vt:lpstr>
      <vt:lpstr>PowerPoint 프레젠테이션</vt:lpstr>
      <vt:lpstr>    2. React-Router 설정</vt:lpstr>
      <vt:lpstr>React-Router 설정</vt:lpstr>
      <vt:lpstr>React-Router 설정</vt:lpstr>
      <vt:lpstr>React-Router 설정</vt:lpstr>
      <vt:lpstr>React-Router 설정</vt:lpstr>
      <vt:lpstr>React-Router 설정</vt:lpstr>
      <vt:lpstr>React-Router 설정</vt:lpstr>
      <vt:lpstr>React-Router 설정</vt:lpstr>
      <vt:lpstr>React-Router 설정</vt:lpstr>
      <vt:lpstr>React-Router 설정</vt:lpstr>
      <vt:lpstr>    3. &lt;NavLink&gt;를 통한 이동</vt:lpstr>
      <vt:lpstr>&lt;NavLink&gt;를 통한 이동</vt:lpstr>
      <vt:lpstr>&lt;NavLink&gt; 혹은 &lt;Link&gt;를 통한 이동</vt:lpstr>
      <vt:lpstr>&lt;NavLink&gt;를 통한 이동</vt:lpstr>
      <vt:lpstr>&lt;NavLink&gt;를 통한 이동</vt:lpstr>
      <vt:lpstr>&lt;Link&gt;를 통한 이동</vt:lpstr>
      <vt:lpstr>NavLink와 Link의 차이</vt:lpstr>
      <vt:lpstr>    4. 레이아웃 컴포넌트와 children</vt:lpstr>
      <vt:lpstr>레이아웃 컴포넌트와 children</vt:lpstr>
      <vt:lpstr>레이아웃 컴포넌트와 children</vt:lpstr>
      <vt:lpstr>레이아웃 컴포넌트와 &lt;Outlet&gt;</vt:lpstr>
      <vt:lpstr>레이아웃 컴포넌트와 children</vt:lpstr>
      <vt:lpstr>PowerPoint 프레젠테이션</vt:lpstr>
      <vt:lpstr>    5. 상단 메뉴 컴포넌트 구성</vt:lpstr>
      <vt:lpstr>상단 메뉴 컴포넌트 구성</vt:lpstr>
      <vt:lpstr>상단 메뉴 컴포넌트 구성</vt:lpstr>
      <vt:lpstr>상단 메뉴 컴포넌트 구성</vt:lpstr>
      <vt:lpstr>상단 메뉴 컴포넌트 구성</vt:lpstr>
      <vt:lpstr>상단 메뉴 컴포넌트 구성</vt:lpstr>
      <vt:lpstr>   6. 하위 경로의 설정과 &lt;Outlet&gt;     7. todo/list 경로의 처리     8. 중첩 라우팅의 분리와 리다이렉션(Redirection)</vt:lpstr>
      <vt:lpstr>하위 경로의 설정과 &lt;Outlet&gt;</vt:lpstr>
      <vt:lpstr>하위 경로의 설정과 &lt;Outlet&gt;</vt:lpstr>
      <vt:lpstr>하위 경로의 설정과 &lt;Outlet&gt;</vt:lpstr>
      <vt:lpstr>root.tsx 에 todoRouter 추가 설정</vt:lpstr>
      <vt:lpstr>/todo 경로 확인</vt:lpstr>
      <vt:lpstr>todo/list 용 페이지 추가</vt:lpstr>
      <vt:lpstr>todoRouter.tsx 설정에 todo/list 경로 추가 </vt:lpstr>
      <vt:lpstr>브라우저를 통한 확인</vt:lpstr>
      <vt:lpstr>BasicLayout.jsx 수정</vt:lpstr>
      <vt:lpstr>todo/list 경로</vt:lpstr>
      <vt:lpstr>    9. URL Params 사용하기</vt:lpstr>
      <vt:lpstr>URL Params 사용하기</vt:lpstr>
      <vt:lpstr>URL Params 사용하기</vt:lpstr>
      <vt:lpstr>URL Params 사용하기</vt:lpstr>
      <vt:lpstr>URL Params 사용하기</vt:lpstr>
      <vt:lpstr>    10. 경로 처리를 위한 useParams( )</vt:lpstr>
      <vt:lpstr>경로 처리를 위한 useParams( )</vt:lpstr>
      <vt:lpstr>경로 처리를 위한 useParams( )</vt:lpstr>
      <vt:lpstr>경로 처리를 위한 useParams( )</vt:lpstr>
      <vt:lpstr>쿼리스트링 처리를 위한 useSearchParams( )</vt:lpstr>
      <vt:lpstr>쿼리스트링 처리를 위한 useSearchParams( )</vt:lpstr>
      <vt:lpstr>경로 처리를 위한 useParams( )</vt:lpstr>
      <vt:lpstr>경로 처리를 위한 useNavigate( )</vt:lpstr>
      <vt:lpstr>경로 처리를 위한 useParams( )</vt:lpstr>
      <vt:lpstr>todo/add 페이지 </vt:lpstr>
      <vt:lpstr>경로 처리를 위한 useParams( )</vt:lpstr>
      <vt:lpstr>    11. 동적 페이지 이동</vt:lpstr>
      <vt:lpstr>동적 페이지 이동</vt:lpstr>
      <vt:lpstr>수정/삭제 페이지 </vt:lpstr>
      <vt:lpstr>todo/modify/번호에 대한 라우팅 설정</vt:lpstr>
      <vt:lpstr>PowerPoint 프레젠테이션</vt:lpstr>
      <vt:lpstr>PowerPoint 프레젠테이션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jin</dc:creator>
  <cp:lastModifiedBy>Wallter Kang</cp:lastModifiedBy>
  <cp:revision>101</cp:revision>
  <dcterms:created xsi:type="dcterms:W3CDTF">2023-06-17T13:58:24Z</dcterms:created>
  <dcterms:modified xsi:type="dcterms:W3CDTF">2025-04-28T05:54:40Z</dcterms:modified>
</cp:coreProperties>
</file>